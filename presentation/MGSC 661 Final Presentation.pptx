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4.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5A_224E7F3B.xml" ContentType="application/vnd.ms-powerpoint.comments+xml"/>
  <Override PartName="/ppt/tags/tag6.xml" ContentType="application/vnd.openxmlformats-officedocument.presentationml.tags+xml"/>
  <Override PartName="/ppt/notesSlides/notesSlide18.xml" ContentType="application/vnd.openxmlformats-officedocument.presentationml.notesSlide+xml"/>
  <Override PartName="/ppt/comments/modernComment_162_274475B2.xml" ContentType="application/vnd.ms-powerpoint.comments+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1"/>
  </p:sldMasterIdLst>
  <p:notesMasterIdLst>
    <p:notesMasterId r:id="rId22"/>
  </p:notesMasterIdLst>
  <p:sldIdLst>
    <p:sldId id="256" r:id="rId2"/>
    <p:sldId id="259" r:id="rId3"/>
    <p:sldId id="261" r:id="rId4"/>
    <p:sldId id="347" r:id="rId5"/>
    <p:sldId id="270" r:id="rId6"/>
    <p:sldId id="269" r:id="rId7"/>
    <p:sldId id="352" r:id="rId8"/>
    <p:sldId id="280" r:id="rId9"/>
    <p:sldId id="286" r:id="rId10"/>
    <p:sldId id="350" r:id="rId11"/>
    <p:sldId id="351" r:id="rId12"/>
    <p:sldId id="285" r:id="rId13"/>
    <p:sldId id="313" r:id="rId14"/>
    <p:sldId id="279" r:id="rId15"/>
    <p:sldId id="349" r:id="rId16"/>
    <p:sldId id="348" r:id="rId17"/>
    <p:sldId id="346" r:id="rId18"/>
    <p:sldId id="354" r:id="rId19"/>
    <p:sldId id="353" r:id="rId20"/>
    <p:sldId id="258" r:id="rId21"/>
  </p:sldIdLst>
  <p:sldSz cx="9144000" cy="5143500" type="screen16x9"/>
  <p:notesSz cx="6858000" cy="9144000"/>
  <p:embeddedFontLst>
    <p:embeddedFont>
      <p:font typeface="Archivo" panose="020B0604020202020204" charset="0"/>
      <p:regular r:id="rId23"/>
      <p:bold r:id="rId24"/>
      <p:italic r:id="rId25"/>
      <p:boldItalic r:id="rId26"/>
    </p:embeddedFont>
    <p:embeddedFont>
      <p:font typeface="Bungee" panose="020B0604020202020204" charset="0"/>
      <p:regular r:id="rId27"/>
    </p:embeddedFont>
    <p:embeddedFont>
      <p:font typeface="Cairo" panose="020B0604020202020204" charset="-78"/>
      <p:regular r:id="rId28"/>
      <p:bold r:id="rId29"/>
    </p:embeddedFont>
    <p:embeddedFont>
      <p:font typeface="Cairo Medium" panose="020B0604020202020204" charset="-78"/>
      <p:regular r:id="rId30"/>
      <p:bold r:id="rId31"/>
    </p:embeddedFont>
    <p:embeddedFont>
      <p:font typeface="DM Sans" panose="020F0502020204030204" pitchFamily="2" charset="0"/>
      <p:regular r:id="rId32"/>
      <p:bold r:id="rId33"/>
      <p:italic r:id="rId34"/>
      <p:boldItalic r:id="rId35"/>
    </p:embeddedFont>
    <p:embeddedFont>
      <p:font typeface="Roboto Condensed Light" panose="020F0502020204030204" pitchFamily="2" charset="0"/>
      <p:regular r:id="rId36"/>
      <p: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BF5B2D-9517-9C25-0C91-DDA5BD51C4FD}" name="Vanshika Sapra" initials="VS" userId="S::vanshika.sapra@mail.mcgill.ca::84ab9a7c-9b1b-463a-9e7b-2e96915bdae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6DF41B-37A9-4264-BB53-2D3BCF569187}">
  <a:tblStyle styleId="{086DF41B-37A9-4264-BB53-2D3BCF56918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27"/>
    <p:restoredTop sz="94673"/>
  </p:normalViewPr>
  <p:slideViewPr>
    <p:cSldViewPr snapToGrid="0">
      <p:cViewPr varScale="1">
        <p:scale>
          <a:sx n="103" d="100"/>
          <a:sy n="103" d="100"/>
        </p:scale>
        <p:origin x="6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2.fntdata"/><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presProps" Target="presProps.xml"/></Relationships>
</file>

<file path=ppt/comments/modernComment_15A_224E7F3B.xml><?xml version="1.0" encoding="utf-8"?>
<p188:cmLst xmlns:a="http://schemas.openxmlformats.org/drawingml/2006/main" xmlns:r="http://schemas.openxmlformats.org/officeDocument/2006/relationships" xmlns:p188="http://schemas.microsoft.com/office/powerpoint/2018/8/main">
  <p188:cm id="{B6931916-D739-1A45-BE0E-FD643204F018}" authorId="{33BF5B2D-9517-9C25-0C91-DDA5BD51C4FD}" created="2025-11-25T02:11:47.816">
    <pc:sldMkLst xmlns:pc="http://schemas.microsoft.com/office/powerpoint/2013/main/command">
      <pc:docMk/>
      <pc:sldMk cId="575569723" sldId="346"/>
    </pc:sldMkLst>
    <p188:txBody>
      <a:bodyPr/>
      <a:lstStyle/>
      <a:p>
        <a:r>
          <a:rPr lang="en-US"/>
          <a:t>MJ</a:t>
        </a:r>
      </a:p>
    </p188:txBody>
  </p188:cm>
</p188:cmLst>
</file>

<file path=ppt/comments/modernComment_162_274475B2.xml><?xml version="1.0" encoding="utf-8"?>
<p188:cmLst xmlns:a="http://schemas.openxmlformats.org/drawingml/2006/main" xmlns:r="http://schemas.openxmlformats.org/officeDocument/2006/relationships" xmlns:p188="http://schemas.microsoft.com/office/powerpoint/2018/8/main">
  <p188:cm id="{4CA182BC-8165-D540-820E-54E0DE7028B3}" authorId="{33BF5B2D-9517-9C25-0C91-DDA5BD51C4FD}" created="2025-11-25T02:11:47.816">
    <pc:sldMkLst xmlns:pc="http://schemas.microsoft.com/office/powerpoint/2013/main/command">
      <pc:docMk/>
      <pc:sldMk cId="575569723" sldId="346"/>
    </pc:sldMkLst>
    <p188:txBody>
      <a:bodyPr/>
      <a:lstStyle/>
      <a:p>
        <a:r>
          <a:rPr lang="en-US"/>
          <a:t>MJ</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ed9c6d4389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ed9c6d4389_0_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Hi everyone, today our group will be presenting our project on modeling diabetes risk using various indicators.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edba893947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edba893947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  First, we’ll start with a recap of the problem and why this topic matters. Second, we’ll reflect on what we learned through the last stages of the project. And finally, we’ll walk through our new analysis.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edba893947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edba893947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To start off, we’ll do a quick recap to provide some context and highlight why diabetes is worth exploring from a data perspective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8">
          <a:extLst>
            <a:ext uri="{FF2B5EF4-FFF2-40B4-BE49-F238E27FC236}">
              <a16:creationId xmlns:a16="http://schemas.microsoft.com/office/drawing/2014/main" id="{EEC30780-940D-B452-E549-8A23F4D5E805}"/>
            </a:ext>
          </a:extLst>
        </p:cNvPr>
        <p:cNvGrpSpPr/>
        <p:nvPr/>
      </p:nvGrpSpPr>
      <p:grpSpPr>
        <a:xfrm>
          <a:off x="0" y="0"/>
          <a:ext cx="0" cy="0"/>
          <a:chOff x="0" y="0"/>
          <a:chExt cx="0" cy="0"/>
        </a:xfrm>
      </p:grpSpPr>
      <p:sp>
        <p:nvSpPr>
          <p:cNvPr id="3619" name="Google Shape;3619;g158bbe8c53e_0_827:notes">
            <a:extLst>
              <a:ext uri="{FF2B5EF4-FFF2-40B4-BE49-F238E27FC236}">
                <a16:creationId xmlns:a16="http://schemas.microsoft.com/office/drawing/2014/main" id="{67DF1864-0709-125B-FE12-9B127BFA6A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0" name="Google Shape;3620;g158bbe8c53e_0_827:notes">
            <a:extLst>
              <a:ext uri="{FF2B5EF4-FFF2-40B4-BE49-F238E27FC236}">
                <a16:creationId xmlns:a16="http://schemas.microsoft.com/office/drawing/2014/main" id="{8560CACA-B542-4EE0-62A9-23515BC4F0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en-US" dirty="0"/>
          </a:p>
        </p:txBody>
      </p:sp>
    </p:spTree>
    <p:extLst>
      <p:ext uri="{BB962C8B-B14F-4D97-AF65-F5344CB8AC3E}">
        <p14:creationId xmlns:p14="http://schemas.microsoft.com/office/powerpoint/2010/main" val="4040170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ed9c6d4389_0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ed9c6d4389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This type of analysis can have a few important benefits. First, it can help early detection &amp; prevention by identifying high risk individuals before symptoms become serious. Second, it can help guide public health planning by giving orgs better insights on which communities or risk groups need targeted programs. and lastly it can help patients make more informed choices about their health and lifestyle. So our project isn't only technical but it ties directly into prevention, planning, and empowerment.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g1576a643976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4" name="Google Shape;1564;g1576a643976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err="1"/>
              <a:t>vanshika</a:t>
            </a:r>
            <a:endParaRPr lang="en-US" dirty="0"/>
          </a:p>
        </p:txBody>
      </p:sp>
    </p:spTree>
    <p:extLst>
      <p:ext uri="{BB962C8B-B14F-4D97-AF65-F5344CB8AC3E}">
        <p14:creationId xmlns:p14="http://schemas.microsoft.com/office/powerpoint/2010/main" val="1626005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5"/>
        <p:cNvGrpSpPr/>
        <p:nvPr/>
      </p:nvGrpSpPr>
      <p:grpSpPr>
        <a:xfrm>
          <a:off x="0" y="0"/>
          <a:ext cx="0" cy="0"/>
          <a:chOff x="0" y="0"/>
          <a:chExt cx="0" cy="0"/>
        </a:xfrm>
      </p:grpSpPr>
      <p:sp>
        <p:nvSpPr>
          <p:cNvPr id="2426" name="Google Shape;2426;gedba893947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7" name="Google Shape;2427;gedba893947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vanshika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2"/>
        <p:cNvGrpSpPr/>
        <p:nvPr/>
      </p:nvGrpSpPr>
      <p:grpSpPr>
        <a:xfrm>
          <a:off x="0" y="0"/>
          <a:ext cx="0" cy="0"/>
          <a:chOff x="0" y="0"/>
          <a:chExt cx="0" cy="0"/>
        </a:xfrm>
      </p:grpSpPr>
      <p:sp>
        <p:nvSpPr>
          <p:cNvPr id="2903" name="Google Shape;2903;g157e905fa79_0_1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4" name="Google Shape;2904;g157e905fa79_0_1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7">
          <a:extLst>
            <a:ext uri="{FF2B5EF4-FFF2-40B4-BE49-F238E27FC236}">
              <a16:creationId xmlns:a16="http://schemas.microsoft.com/office/drawing/2014/main" id="{0859C228-BD8B-587B-3AF6-7181DFFE9ED5}"/>
            </a:ext>
          </a:extLst>
        </p:cNvPr>
        <p:cNvGrpSpPr/>
        <p:nvPr/>
      </p:nvGrpSpPr>
      <p:grpSpPr>
        <a:xfrm>
          <a:off x="0" y="0"/>
          <a:ext cx="0" cy="0"/>
          <a:chOff x="0" y="0"/>
          <a:chExt cx="0" cy="0"/>
        </a:xfrm>
      </p:grpSpPr>
      <p:sp>
        <p:nvSpPr>
          <p:cNvPr id="2008" name="Google Shape;2008;g157e905fa79_0_133:notes">
            <a:extLst>
              <a:ext uri="{FF2B5EF4-FFF2-40B4-BE49-F238E27FC236}">
                <a16:creationId xmlns:a16="http://schemas.microsoft.com/office/drawing/2014/main" id="{68E66F9F-E945-ED43-250A-D59BB04708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9" name="Google Shape;2009;g157e905fa79_0_133:notes">
            <a:extLst>
              <a:ext uri="{FF2B5EF4-FFF2-40B4-BE49-F238E27FC236}">
                <a16:creationId xmlns:a16="http://schemas.microsoft.com/office/drawing/2014/main" id="{089C068B-9CCA-A087-418A-4112CB3EC5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extLst>
      <p:ext uri="{BB962C8B-B14F-4D97-AF65-F5344CB8AC3E}">
        <p14:creationId xmlns:p14="http://schemas.microsoft.com/office/powerpoint/2010/main" val="2409068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9">
          <a:extLst>
            <a:ext uri="{FF2B5EF4-FFF2-40B4-BE49-F238E27FC236}">
              <a16:creationId xmlns:a16="http://schemas.microsoft.com/office/drawing/2014/main" id="{200480D6-4AC5-FA2A-978B-D170079A3277}"/>
            </a:ext>
          </a:extLst>
        </p:cNvPr>
        <p:cNvGrpSpPr/>
        <p:nvPr/>
      </p:nvGrpSpPr>
      <p:grpSpPr>
        <a:xfrm>
          <a:off x="0" y="0"/>
          <a:ext cx="0" cy="0"/>
          <a:chOff x="0" y="0"/>
          <a:chExt cx="0" cy="0"/>
        </a:xfrm>
      </p:grpSpPr>
      <p:sp>
        <p:nvSpPr>
          <p:cNvPr id="1950" name="Google Shape;1950;gedba893947_0_707:notes">
            <a:extLst>
              <a:ext uri="{FF2B5EF4-FFF2-40B4-BE49-F238E27FC236}">
                <a16:creationId xmlns:a16="http://schemas.microsoft.com/office/drawing/2014/main" id="{889BD63B-6FAE-5F8A-7C3C-13AB635F9D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1" name="Google Shape;1951;gedba893947_0_707:notes">
            <a:extLst>
              <a:ext uri="{FF2B5EF4-FFF2-40B4-BE49-F238E27FC236}">
                <a16:creationId xmlns:a16="http://schemas.microsoft.com/office/drawing/2014/main" id="{21138165-5C19-C92A-31BF-48034F02F1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extLst>
      <p:ext uri="{BB962C8B-B14F-4D97-AF65-F5344CB8AC3E}">
        <p14:creationId xmlns:p14="http://schemas.microsoft.com/office/powerpoint/2010/main" val="3325333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7"/>
        <p:cNvGrpSpPr/>
        <p:nvPr/>
      </p:nvGrpSpPr>
      <p:grpSpPr>
        <a:xfrm>
          <a:off x="0" y="0"/>
          <a:ext cx="0" cy="0"/>
          <a:chOff x="0" y="0"/>
          <a:chExt cx="0" cy="0"/>
        </a:xfrm>
      </p:grpSpPr>
      <p:sp>
        <p:nvSpPr>
          <p:cNvPr id="2818" name="Google Shape;2818;g157e905fa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9" name="Google Shape;2819;g157e905fa7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5"/>
        <p:cNvGrpSpPr/>
        <p:nvPr/>
      </p:nvGrpSpPr>
      <p:grpSpPr>
        <a:xfrm>
          <a:off x="0" y="0"/>
          <a:ext cx="0" cy="0"/>
          <a:chOff x="0" y="0"/>
          <a:chExt cx="0" cy="0"/>
        </a:xfrm>
      </p:grpSpPr>
      <p:sp>
        <p:nvSpPr>
          <p:cNvPr id="4456" name="Google Shape;4456;g158bbe8c53e_0_10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7" name="Google Shape;4457;g158bbe8c53e_0_1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err="1"/>
              <a:t>zoe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3"/>
        <p:cNvGrpSpPr/>
        <p:nvPr/>
      </p:nvGrpSpPr>
      <p:grpSpPr>
        <a:xfrm>
          <a:off x="0" y="0"/>
          <a:ext cx="0" cy="0"/>
          <a:chOff x="0" y="0"/>
          <a:chExt cx="0" cy="0"/>
        </a:xfrm>
      </p:grpSpPr>
      <p:sp>
        <p:nvSpPr>
          <p:cNvPr id="2364" name="Google Shape;2364;gedba893947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5" name="Google Shape;2365;gedba893947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Vanshika</a:t>
            </a:r>
          </a:p>
          <a:p>
            <a:pPr marL="0" lvl="0" indent="0" algn="l" rtl="0">
              <a:spcBef>
                <a:spcPts val="0"/>
              </a:spcBef>
              <a:spcAft>
                <a:spcPts val="0"/>
              </a:spcAft>
              <a:buNone/>
            </a:pPr>
            <a:endParaRPr lang="en-US"/>
          </a:p>
          <a:p>
            <a:pPr marL="0" lvl="0" indent="0" algn="l" rtl="0">
              <a:spcBef>
                <a:spcPts val="0"/>
              </a:spcBef>
              <a:spcAft>
                <a:spcPts val="0"/>
              </a:spcAft>
              <a:buNone/>
            </a:pPr>
            <a:r>
              <a:rPr lang="en-US"/>
              <a:t>Coef -&gt; Statistically, coefficient means the estimated size and direction of a predictor’s effect on the outcome. </a:t>
            </a:r>
          </a:p>
          <a:p>
            <a:pPr marL="0" lvl="0" indent="0" algn="l" rtl="0">
              <a:spcBef>
                <a:spcPts val="0"/>
              </a:spcBef>
              <a:spcAft>
                <a:spcPts val="0"/>
              </a:spcAft>
              <a:buNone/>
            </a:pPr>
            <a:r>
              <a:rPr lang="en-US"/>
              <a:t>P-value -&gt; P-value is the probability of observing an effect at least as extreme as the one estimated, assuming the null hypothesis is true. </a:t>
            </a:r>
          </a:p>
          <a:p>
            <a:pPr marL="0" lvl="0" indent="0" algn="l" rtl="0">
              <a:spcBef>
                <a:spcPts val="0"/>
              </a:spcBef>
              <a:spcAft>
                <a:spcPts val="0"/>
              </a:spcAft>
              <a:buNone/>
            </a:pPr>
            <a:r>
              <a:rPr lang="en-US" err="1"/>
              <a:t>Interacation</a:t>
            </a:r>
            <a:r>
              <a:rPr lang="en-US"/>
              <a:t> term -&gt; </a:t>
            </a:r>
            <a:r>
              <a:rPr lang="en-CA"/>
              <a:t>In statistics, interaction terms are used to capture how the effect of one predictor changes depending on the level of another predictor.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7">
          <a:extLst>
            <a:ext uri="{FF2B5EF4-FFF2-40B4-BE49-F238E27FC236}">
              <a16:creationId xmlns:a16="http://schemas.microsoft.com/office/drawing/2014/main" id="{4EF4C8E9-CA29-9448-6198-CDF56A81F2E7}"/>
            </a:ext>
          </a:extLst>
        </p:cNvPr>
        <p:cNvGrpSpPr/>
        <p:nvPr/>
      </p:nvGrpSpPr>
      <p:grpSpPr>
        <a:xfrm>
          <a:off x="0" y="0"/>
          <a:ext cx="0" cy="0"/>
          <a:chOff x="0" y="0"/>
          <a:chExt cx="0" cy="0"/>
        </a:xfrm>
      </p:grpSpPr>
      <p:sp>
        <p:nvSpPr>
          <p:cNvPr id="4328" name="Google Shape;4328;g157e905fa79_0_1449:notes">
            <a:extLst>
              <a:ext uri="{FF2B5EF4-FFF2-40B4-BE49-F238E27FC236}">
                <a16:creationId xmlns:a16="http://schemas.microsoft.com/office/drawing/2014/main" id="{F921A9D9-C107-FE99-D2EA-C4ED86BBB3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9" name="Google Shape;4329;g157e905fa79_0_1449:notes">
            <a:extLst>
              <a:ext uri="{FF2B5EF4-FFF2-40B4-BE49-F238E27FC236}">
                <a16:creationId xmlns:a16="http://schemas.microsoft.com/office/drawing/2014/main" id="{72FBD2F8-0D8C-0FC4-5DED-203D78C77E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Vanshika </a:t>
            </a:r>
            <a:endParaRPr/>
          </a:p>
        </p:txBody>
      </p:sp>
    </p:spTree>
    <p:extLst>
      <p:ext uri="{BB962C8B-B14F-4D97-AF65-F5344CB8AC3E}">
        <p14:creationId xmlns:p14="http://schemas.microsoft.com/office/powerpoint/2010/main" val="2735264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5">
          <a:extLst>
            <a:ext uri="{FF2B5EF4-FFF2-40B4-BE49-F238E27FC236}">
              <a16:creationId xmlns:a16="http://schemas.microsoft.com/office/drawing/2014/main" id="{ECD55C78-5518-A8E7-8EEE-9EB801791D4C}"/>
            </a:ext>
          </a:extLst>
        </p:cNvPr>
        <p:cNvGrpSpPr/>
        <p:nvPr/>
      </p:nvGrpSpPr>
      <p:grpSpPr>
        <a:xfrm>
          <a:off x="0" y="0"/>
          <a:ext cx="0" cy="0"/>
          <a:chOff x="0" y="0"/>
          <a:chExt cx="0" cy="0"/>
        </a:xfrm>
      </p:grpSpPr>
      <p:sp>
        <p:nvSpPr>
          <p:cNvPr id="4186" name="Google Shape;4186;g157e905fa79_0_1440:notes">
            <a:extLst>
              <a:ext uri="{FF2B5EF4-FFF2-40B4-BE49-F238E27FC236}">
                <a16:creationId xmlns:a16="http://schemas.microsoft.com/office/drawing/2014/main" id="{E3A448FD-D947-B210-DD03-D2DA126D01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7" name="Google Shape;4187;g157e905fa79_0_1440:notes">
            <a:extLst>
              <a:ext uri="{FF2B5EF4-FFF2-40B4-BE49-F238E27FC236}">
                <a16:creationId xmlns:a16="http://schemas.microsoft.com/office/drawing/2014/main" id="{ECCA89C4-E1B5-D0A6-D409-467006D644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0048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2400" indent="0">
              <a:buNone/>
            </a:pPr>
            <a:r>
              <a:rPr lang="en-CA" sz="1100"/>
              <a:t>- This variable likely reflects a consequence of having diabetes, as individuals with the condition tend to seek medical checkups more frequently.</a:t>
            </a:r>
          </a:p>
          <a:p>
            <a:pPr marL="15240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CA" sz="1100"/>
              <a:t>- Engaging in regular physical activity appears to reduce the risk of diabetes, consistent with established evidence.</a:t>
            </a:r>
          </a:p>
          <a:p>
            <a:pPr marL="152400" indent="0">
              <a:buNone/>
            </a:pPr>
            <a:endParaRPr lang="en-CA" sz="1100"/>
          </a:p>
        </p:txBody>
      </p:sp>
    </p:spTree>
    <p:extLst>
      <p:ext uri="{BB962C8B-B14F-4D97-AF65-F5344CB8AC3E}">
        <p14:creationId xmlns:p14="http://schemas.microsoft.com/office/powerpoint/2010/main" val="13622106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976A8-3862-23F1-ADEA-1C6C7D32B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CF5B7-4C86-17D2-8182-3B4263657D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5CB0BA2-D4D2-4563-F272-C46E83F7E0F7}"/>
              </a:ext>
            </a:extLst>
          </p:cNvPr>
          <p:cNvSpPr>
            <a:spLocks noGrp="1"/>
          </p:cNvSpPr>
          <p:nvPr>
            <p:ph type="body" idx="1"/>
          </p:nvPr>
        </p:nvSpPr>
        <p:spPr/>
        <p:txBody>
          <a:bodyPr/>
          <a:lstStyle/>
          <a:p>
            <a:r>
              <a:rPr lang="en-US" err="1"/>
              <a:t>monica</a:t>
            </a:r>
            <a:endParaRPr lang="en-US"/>
          </a:p>
        </p:txBody>
      </p:sp>
    </p:spTree>
    <p:extLst>
      <p:ext uri="{BB962C8B-B14F-4D97-AF65-F5344CB8AC3E}">
        <p14:creationId xmlns:p14="http://schemas.microsoft.com/office/powerpoint/2010/main" val="42091618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4F17F-B9A4-7663-477F-E68D2BE81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2B6D7-A3EE-1638-B0CC-69AAAE1DDDC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93AD0B5-DD96-AD3C-7CE7-E7B62929B020}"/>
              </a:ext>
            </a:extLst>
          </p:cNvPr>
          <p:cNvSpPr>
            <a:spLocks noGrp="1"/>
          </p:cNvSpPr>
          <p:nvPr>
            <p:ph type="body" idx="1"/>
          </p:nvPr>
        </p:nvSpPr>
        <p:spPr/>
        <p:txBody>
          <a:bodyPr/>
          <a:lstStyle/>
          <a:p>
            <a:r>
              <a:rPr lang="en-US" err="1"/>
              <a:t>monica</a:t>
            </a:r>
            <a:endParaRPr lang="en-US"/>
          </a:p>
        </p:txBody>
      </p:sp>
    </p:spTree>
    <p:extLst>
      <p:ext uri="{BB962C8B-B14F-4D97-AF65-F5344CB8AC3E}">
        <p14:creationId xmlns:p14="http://schemas.microsoft.com/office/powerpoint/2010/main" val="1842881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edba893947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edba893947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7375" y="1519975"/>
            <a:ext cx="5460600" cy="20148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5200">
                <a:latin typeface="Bungee"/>
                <a:ea typeface="Bungee"/>
                <a:cs typeface="Bungee"/>
                <a:sym typeface="Bunge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7375" y="3515600"/>
            <a:ext cx="4373100" cy="424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latin typeface="Cairo"/>
                <a:ea typeface="Cairo"/>
                <a:cs typeface="Cairo"/>
                <a:sym typeface="Cai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1431371" y="4365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74175" y="31986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305726" y="6011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550824" y="41790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rot="-6220424">
            <a:off x="191876" y="474628"/>
            <a:ext cx="602495" cy="353003"/>
            <a:chOff x="-1131628" y="1250953"/>
            <a:chExt cx="695437" cy="407447"/>
          </a:xfrm>
        </p:grpSpPr>
        <p:sp>
          <p:nvSpPr>
            <p:cNvPr id="16" name="Google Shape;16;p2"/>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81925" y="2105025"/>
            <a:ext cx="3114900" cy="14382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881925" y="709175"/>
            <a:ext cx="15756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2" name="Google Shape;22;p3"/>
          <p:cNvSpPr txBox="1">
            <a:spLocks noGrp="1"/>
          </p:cNvSpPr>
          <p:nvPr>
            <p:ph type="subTitle" idx="1"/>
          </p:nvPr>
        </p:nvSpPr>
        <p:spPr>
          <a:xfrm>
            <a:off x="881925" y="3722725"/>
            <a:ext cx="2775600" cy="7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 name="Google Shape;23;p3"/>
          <p:cNvSpPr/>
          <p:nvPr/>
        </p:nvSpPr>
        <p:spPr>
          <a:xfrm>
            <a:off x="278846" y="23655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412600" y="222392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319451" y="30935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 name="Google Shape;26;p3"/>
          <p:cNvGrpSpPr/>
          <p:nvPr/>
        </p:nvGrpSpPr>
        <p:grpSpPr>
          <a:xfrm rot="-6220424">
            <a:off x="169276" y="4392378"/>
            <a:ext cx="602495" cy="353003"/>
            <a:chOff x="-1131628" y="1250953"/>
            <a:chExt cx="695437" cy="407447"/>
          </a:xfrm>
        </p:grpSpPr>
        <p:sp>
          <p:nvSpPr>
            <p:cNvPr id="27" name="Google Shape;27;p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body" idx="1"/>
          </p:nvPr>
        </p:nvSpPr>
        <p:spPr>
          <a:xfrm>
            <a:off x="713225" y="1266775"/>
            <a:ext cx="7721400" cy="33021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rgbClr val="D99C9C"/>
              </a:buClr>
              <a:buSzPts val="1200"/>
              <a:buAutoNum type="arabicPeriod"/>
              <a:defRPr sz="1050"/>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sp>
        <p:nvSpPr>
          <p:cNvPr id="32" name="Google Shape;32;p4"/>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4"/>
          <p:cNvSpPr/>
          <p:nvPr/>
        </p:nvSpPr>
        <p:spPr>
          <a:xfrm>
            <a:off x="8803396" y="88312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237876" y="46961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8673074" y="469617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4"/>
          <p:cNvGrpSpPr/>
          <p:nvPr/>
        </p:nvGrpSpPr>
        <p:grpSpPr>
          <a:xfrm>
            <a:off x="8609810" y="308150"/>
            <a:ext cx="357775" cy="295791"/>
            <a:chOff x="-783927" y="2108838"/>
            <a:chExt cx="357775" cy="295791"/>
          </a:xfrm>
        </p:grpSpPr>
        <p:sp>
          <p:nvSpPr>
            <p:cNvPr id="37" name="Google Shape;37;p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4"/>
          <p:cNvGrpSpPr/>
          <p:nvPr/>
        </p:nvGrpSpPr>
        <p:grpSpPr>
          <a:xfrm rot="7025802">
            <a:off x="123100" y="540913"/>
            <a:ext cx="643537" cy="377039"/>
            <a:chOff x="-1131628" y="1250953"/>
            <a:chExt cx="695437" cy="407447"/>
          </a:xfrm>
        </p:grpSpPr>
        <p:sp>
          <p:nvSpPr>
            <p:cNvPr id="40" name="Google Shape;40;p4"/>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3"/>
        <p:cNvGrpSpPr/>
        <p:nvPr/>
      </p:nvGrpSpPr>
      <p:grpSpPr>
        <a:xfrm>
          <a:off x="0" y="0"/>
          <a:ext cx="0" cy="0"/>
          <a:chOff x="0" y="0"/>
          <a:chExt cx="0" cy="0"/>
        </a:xfrm>
      </p:grpSpPr>
      <p:sp>
        <p:nvSpPr>
          <p:cNvPr id="44" name="Google Shape;44;p5"/>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5" name="Google Shape;45;p5"/>
          <p:cNvSpPr txBox="1">
            <a:spLocks noGrp="1"/>
          </p:cNvSpPr>
          <p:nvPr>
            <p:ph type="title" idx="2"/>
          </p:nvPr>
        </p:nvSpPr>
        <p:spPr>
          <a:xfrm>
            <a:off x="1368100" y="2950397"/>
            <a:ext cx="27426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500"/>
              <a:buNone/>
              <a:defRPr sz="2500" b="0">
                <a:solidFill>
                  <a:schemeClr val="dk2"/>
                </a:solidFill>
              </a:defRPr>
            </a:lvl1pPr>
            <a:lvl2pPr lvl="1" rtl="0">
              <a:spcBef>
                <a:spcPts val="0"/>
              </a:spcBef>
              <a:spcAft>
                <a:spcPts val="0"/>
              </a:spcAft>
              <a:buClr>
                <a:schemeClr val="dk2"/>
              </a:buClr>
              <a:buSzPts val="2500"/>
              <a:buNone/>
              <a:defRPr sz="2500">
                <a:solidFill>
                  <a:schemeClr val="dk2"/>
                </a:solidFill>
              </a:defRPr>
            </a:lvl2pPr>
            <a:lvl3pPr lvl="2" rtl="0">
              <a:spcBef>
                <a:spcPts val="0"/>
              </a:spcBef>
              <a:spcAft>
                <a:spcPts val="0"/>
              </a:spcAft>
              <a:buClr>
                <a:schemeClr val="dk2"/>
              </a:buClr>
              <a:buSzPts val="2500"/>
              <a:buNone/>
              <a:defRPr sz="2500">
                <a:solidFill>
                  <a:schemeClr val="dk2"/>
                </a:solidFill>
              </a:defRPr>
            </a:lvl3pPr>
            <a:lvl4pPr lvl="3" rtl="0">
              <a:spcBef>
                <a:spcPts val="0"/>
              </a:spcBef>
              <a:spcAft>
                <a:spcPts val="0"/>
              </a:spcAft>
              <a:buClr>
                <a:schemeClr val="dk2"/>
              </a:buClr>
              <a:buSzPts val="2500"/>
              <a:buNone/>
              <a:defRPr sz="2500">
                <a:solidFill>
                  <a:schemeClr val="dk2"/>
                </a:solidFill>
              </a:defRPr>
            </a:lvl4pPr>
            <a:lvl5pPr lvl="4" rtl="0">
              <a:spcBef>
                <a:spcPts val="0"/>
              </a:spcBef>
              <a:spcAft>
                <a:spcPts val="0"/>
              </a:spcAft>
              <a:buClr>
                <a:schemeClr val="dk2"/>
              </a:buClr>
              <a:buSzPts val="2500"/>
              <a:buNone/>
              <a:defRPr sz="2500">
                <a:solidFill>
                  <a:schemeClr val="dk2"/>
                </a:solidFill>
              </a:defRPr>
            </a:lvl5pPr>
            <a:lvl6pPr lvl="5" rtl="0">
              <a:spcBef>
                <a:spcPts val="0"/>
              </a:spcBef>
              <a:spcAft>
                <a:spcPts val="0"/>
              </a:spcAft>
              <a:buClr>
                <a:schemeClr val="dk2"/>
              </a:buClr>
              <a:buSzPts val="2500"/>
              <a:buNone/>
              <a:defRPr sz="2500">
                <a:solidFill>
                  <a:schemeClr val="dk2"/>
                </a:solidFill>
              </a:defRPr>
            </a:lvl6pPr>
            <a:lvl7pPr lvl="6" rtl="0">
              <a:spcBef>
                <a:spcPts val="0"/>
              </a:spcBef>
              <a:spcAft>
                <a:spcPts val="0"/>
              </a:spcAft>
              <a:buClr>
                <a:schemeClr val="dk2"/>
              </a:buClr>
              <a:buSzPts val="2500"/>
              <a:buNone/>
              <a:defRPr sz="2500">
                <a:solidFill>
                  <a:schemeClr val="dk2"/>
                </a:solidFill>
              </a:defRPr>
            </a:lvl7pPr>
            <a:lvl8pPr lvl="7" rtl="0">
              <a:spcBef>
                <a:spcPts val="0"/>
              </a:spcBef>
              <a:spcAft>
                <a:spcPts val="0"/>
              </a:spcAft>
              <a:buClr>
                <a:schemeClr val="dk2"/>
              </a:buClr>
              <a:buSzPts val="2500"/>
              <a:buNone/>
              <a:defRPr sz="2500">
                <a:solidFill>
                  <a:schemeClr val="dk2"/>
                </a:solidFill>
              </a:defRPr>
            </a:lvl8pPr>
            <a:lvl9pPr lvl="8" rtl="0">
              <a:spcBef>
                <a:spcPts val="0"/>
              </a:spcBef>
              <a:spcAft>
                <a:spcPts val="0"/>
              </a:spcAft>
              <a:buClr>
                <a:schemeClr val="dk2"/>
              </a:buClr>
              <a:buSzPts val="2500"/>
              <a:buNone/>
              <a:defRPr sz="2500">
                <a:solidFill>
                  <a:schemeClr val="dk2"/>
                </a:solidFill>
              </a:defRPr>
            </a:lvl9pPr>
          </a:lstStyle>
          <a:p>
            <a:endParaRPr/>
          </a:p>
        </p:txBody>
      </p:sp>
      <p:sp>
        <p:nvSpPr>
          <p:cNvPr id="46" name="Google Shape;46;p5"/>
          <p:cNvSpPr txBox="1">
            <a:spLocks noGrp="1"/>
          </p:cNvSpPr>
          <p:nvPr>
            <p:ph type="title" idx="3"/>
          </p:nvPr>
        </p:nvSpPr>
        <p:spPr>
          <a:xfrm>
            <a:off x="4957148" y="2950397"/>
            <a:ext cx="27426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2500"/>
              <a:buNone/>
              <a:defRPr sz="2500" b="0">
                <a:solidFill>
                  <a:schemeClr val="dk2"/>
                </a:solidFill>
              </a:defRPr>
            </a:lvl1pPr>
            <a:lvl2pPr lvl="1" rtl="0">
              <a:spcBef>
                <a:spcPts val="0"/>
              </a:spcBef>
              <a:spcAft>
                <a:spcPts val="0"/>
              </a:spcAft>
              <a:buClr>
                <a:schemeClr val="dk2"/>
              </a:buClr>
              <a:buSzPts val="2500"/>
              <a:buNone/>
              <a:defRPr sz="2500">
                <a:solidFill>
                  <a:schemeClr val="dk2"/>
                </a:solidFill>
              </a:defRPr>
            </a:lvl2pPr>
            <a:lvl3pPr lvl="2" rtl="0">
              <a:spcBef>
                <a:spcPts val="0"/>
              </a:spcBef>
              <a:spcAft>
                <a:spcPts val="0"/>
              </a:spcAft>
              <a:buClr>
                <a:schemeClr val="dk2"/>
              </a:buClr>
              <a:buSzPts val="2500"/>
              <a:buNone/>
              <a:defRPr sz="2500">
                <a:solidFill>
                  <a:schemeClr val="dk2"/>
                </a:solidFill>
              </a:defRPr>
            </a:lvl3pPr>
            <a:lvl4pPr lvl="3" rtl="0">
              <a:spcBef>
                <a:spcPts val="0"/>
              </a:spcBef>
              <a:spcAft>
                <a:spcPts val="0"/>
              </a:spcAft>
              <a:buClr>
                <a:schemeClr val="dk2"/>
              </a:buClr>
              <a:buSzPts val="2500"/>
              <a:buNone/>
              <a:defRPr sz="2500">
                <a:solidFill>
                  <a:schemeClr val="dk2"/>
                </a:solidFill>
              </a:defRPr>
            </a:lvl4pPr>
            <a:lvl5pPr lvl="4" rtl="0">
              <a:spcBef>
                <a:spcPts val="0"/>
              </a:spcBef>
              <a:spcAft>
                <a:spcPts val="0"/>
              </a:spcAft>
              <a:buClr>
                <a:schemeClr val="dk2"/>
              </a:buClr>
              <a:buSzPts val="2500"/>
              <a:buNone/>
              <a:defRPr sz="2500">
                <a:solidFill>
                  <a:schemeClr val="dk2"/>
                </a:solidFill>
              </a:defRPr>
            </a:lvl5pPr>
            <a:lvl6pPr lvl="5" rtl="0">
              <a:spcBef>
                <a:spcPts val="0"/>
              </a:spcBef>
              <a:spcAft>
                <a:spcPts val="0"/>
              </a:spcAft>
              <a:buClr>
                <a:schemeClr val="dk2"/>
              </a:buClr>
              <a:buSzPts val="2500"/>
              <a:buNone/>
              <a:defRPr sz="2500">
                <a:solidFill>
                  <a:schemeClr val="dk2"/>
                </a:solidFill>
              </a:defRPr>
            </a:lvl6pPr>
            <a:lvl7pPr lvl="6" rtl="0">
              <a:spcBef>
                <a:spcPts val="0"/>
              </a:spcBef>
              <a:spcAft>
                <a:spcPts val="0"/>
              </a:spcAft>
              <a:buClr>
                <a:schemeClr val="dk2"/>
              </a:buClr>
              <a:buSzPts val="2500"/>
              <a:buNone/>
              <a:defRPr sz="2500">
                <a:solidFill>
                  <a:schemeClr val="dk2"/>
                </a:solidFill>
              </a:defRPr>
            </a:lvl7pPr>
            <a:lvl8pPr lvl="7" rtl="0">
              <a:spcBef>
                <a:spcPts val="0"/>
              </a:spcBef>
              <a:spcAft>
                <a:spcPts val="0"/>
              </a:spcAft>
              <a:buClr>
                <a:schemeClr val="dk2"/>
              </a:buClr>
              <a:buSzPts val="2500"/>
              <a:buNone/>
              <a:defRPr sz="2500">
                <a:solidFill>
                  <a:schemeClr val="dk2"/>
                </a:solidFill>
              </a:defRPr>
            </a:lvl8pPr>
            <a:lvl9pPr lvl="8" rtl="0">
              <a:spcBef>
                <a:spcPts val="0"/>
              </a:spcBef>
              <a:spcAft>
                <a:spcPts val="0"/>
              </a:spcAft>
              <a:buClr>
                <a:schemeClr val="dk2"/>
              </a:buClr>
              <a:buSzPts val="2500"/>
              <a:buNone/>
              <a:defRPr sz="2500">
                <a:solidFill>
                  <a:schemeClr val="dk2"/>
                </a:solidFill>
              </a:defRPr>
            </a:lvl9pPr>
          </a:lstStyle>
          <a:p>
            <a:endParaRPr/>
          </a:p>
        </p:txBody>
      </p:sp>
      <p:sp>
        <p:nvSpPr>
          <p:cNvPr id="47" name="Google Shape;47;p5"/>
          <p:cNvSpPr txBox="1">
            <a:spLocks noGrp="1"/>
          </p:cNvSpPr>
          <p:nvPr>
            <p:ph type="subTitle" idx="1"/>
          </p:nvPr>
        </p:nvSpPr>
        <p:spPr>
          <a:xfrm>
            <a:off x="4957148" y="3514225"/>
            <a:ext cx="27426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b="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48" name="Google Shape;48;p5"/>
          <p:cNvSpPr txBox="1">
            <a:spLocks noGrp="1"/>
          </p:cNvSpPr>
          <p:nvPr>
            <p:ph type="subTitle" idx="4"/>
          </p:nvPr>
        </p:nvSpPr>
        <p:spPr>
          <a:xfrm>
            <a:off x="1368100" y="3514225"/>
            <a:ext cx="2742600" cy="1010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b="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49" name="Google Shape;49;p5"/>
          <p:cNvSpPr/>
          <p:nvPr/>
        </p:nvSpPr>
        <p:spPr>
          <a:xfrm flipH="1">
            <a:off x="753375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flipH="1">
            <a:off x="8545229" y="309771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73229"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flipH="1">
            <a:off x="580337" y="4642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 name="Google Shape;53;p5"/>
          <p:cNvGrpSpPr/>
          <p:nvPr/>
        </p:nvGrpSpPr>
        <p:grpSpPr>
          <a:xfrm flipH="1">
            <a:off x="145590" y="4105000"/>
            <a:ext cx="357775" cy="295791"/>
            <a:chOff x="-783927" y="2108838"/>
            <a:chExt cx="357775" cy="295791"/>
          </a:xfrm>
        </p:grpSpPr>
        <p:sp>
          <p:nvSpPr>
            <p:cNvPr id="54" name="Google Shape;54;p5"/>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5"/>
          <p:cNvGrpSpPr/>
          <p:nvPr/>
        </p:nvGrpSpPr>
        <p:grpSpPr>
          <a:xfrm rot="6220639" flipH="1">
            <a:off x="8403879" y="350985"/>
            <a:ext cx="643516" cy="377027"/>
            <a:chOff x="-1131628" y="1250953"/>
            <a:chExt cx="695437" cy="407447"/>
          </a:xfrm>
        </p:grpSpPr>
        <p:sp>
          <p:nvSpPr>
            <p:cNvPr id="57" name="Google Shape;57;p5"/>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6"/>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2" name="Google Shape;62;p6"/>
          <p:cNvSpPr/>
          <p:nvPr/>
        </p:nvSpPr>
        <p:spPr>
          <a:xfrm flipH="1">
            <a:off x="662665" y="1820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flipH="1">
            <a:off x="210336" y="470290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6"/>
          <p:cNvGrpSpPr/>
          <p:nvPr/>
        </p:nvGrpSpPr>
        <p:grpSpPr>
          <a:xfrm flipH="1">
            <a:off x="147050" y="539488"/>
            <a:ext cx="357775" cy="295791"/>
            <a:chOff x="-783927" y="2108838"/>
            <a:chExt cx="357775" cy="295791"/>
          </a:xfrm>
        </p:grpSpPr>
        <p:sp>
          <p:nvSpPr>
            <p:cNvPr id="65" name="Google Shape;65;p6"/>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6"/>
          <p:cNvGrpSpPr/>
          <p:nvPr/>
        </p:nvGrpSpPr>
        <p:grpSpPr>
          <a:xfrm rot="-4467977" flipH="1">
            <a:off x="8309169" y="4499639"/>
            <a:ext cx="632709" cy="411772"/>
            <a:chOff x="-6156016" y="2887633"/>
            <a:chExt cx="683789" cy="445016"/>
          </a:xfrm>
        </p:grpSpPr>
        <p:sp>
          <p:nvSpPr>
            <p:cNvPr id="68" name="Google Shape;68;p6"/>
            <p:cNvSpPr/>
            <p:nvPr/>
          </p:nvSpPr>
          <p:spPr>
            <a:xfrm>
              <a:off x="-6156016" y="2887633"/>
              <a:ext cx="683789" cy="445016"/>
            </a:xfrm>
            <a:custGeom>
              <a:avLst/>
              <a:gdLst/>
              <a:ahLst/>
              <a:cxnLst/>
              <a:rect l="l" t="t" r="r" b="b"/>
              <a:pathLst>
                <a:path w="19548" h="12722" extrusionOk="0">
                  <a:moveTo>
                    <a:pt x="15192" y="1"/>
                  </a:moveTo>
                  <a:cubicBezTo>
                    <a:pt x="14649" y="1"/>
                    <a:pt x="14098" y="117"/>
                    <a:pt x="13577" y="364"/>
                  </a:cubicBezTo>
                  <a:lnTo>
                    <a:pt x="2736" y="5435"/>
                  </a:lnTo>
                  <a:cubicBezTo>
                    <a:pt x="834" y="6335"/>
                    <a:pt x="0" y="8604"/>
                    <a:pt x="901" y="10505"/>
                  </a:cubicBezTo>
                  <a:cubicBezTo>
                    <a:pt x="1557" y="11914"/>
                    <a:pt x="2938" y="12721"/>
                    <a:pt x="4374" y="12721"/>
                  </a:cubicBezTo>
                  <a:cubicBezTo>
                    <a:pt x="4910" y="12721"/>
                    <a:pt x="5454" y="12609"/>
                    <a:pt x="5971" y="12373"/>
                  </a:cubicBezTo>
                  <a:lnTo>
                    <a:pt x="16812" y="7269"/>
                  </a:lnTo>
                  <a:cubicBezTo>
                    <a:pt x="18714" y="6402"/>
                    <a:pt x="19548" y="4100"/>
                    <a:pt x="18647" y="2199"/>
                  </a:cubicBezTo>
                  <a:cubicBezTo>
                    <a:pt x="18017" y="819"/>
                    <a:pt x="16632" y="1"/>
                    <a:pt x="15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a:off x="-6156016" y="2989040"/>
              <a:ext cx="397932" cy="343154"/>
            </a:xfrm>
            <a:custGeom>
              <a:avLst/>
              <a:gdLst/>
              <a:ahLst/>
              <a:cxnLst/>
              <a:rect l="l" t="t" r="r" b="b"/>
              <a:pathLst>
                <a:path w="11376" h="9810" extrusionOk="0">
                  <a:moveTo>
                    <a:pt x="8139" y="0"/>
                  </a:moveTo>
                  <a:lnTo>
                    <a:pt x="2736" y="2536"/>
                  </a:lnTo>
                  <a:cubicBezTo>
                    <a:pt x="834" y="3436"/>
                    <a:pt x="0" y="5705"/>
                    <a:pt x="901" y="7606"/>
                  </a:cubicBezTo>
                  <a:cubicBezTo>
                    <a:pt x="1552" y="9004"/>
                    <a:pt x="2916" y="9809"/>
                    <a:pt x="4340" y="9809"/>
                  </a:cubicBezTo>
                  <a:cubicBezTo>
                    <a:pt x="4887" y="9809"/>
                    <a:pt x="5443" y="9691"/>
                    <a:pt x="5971" y="9441"/>
                  </a:cubicBezTo>
                  <a:lnTo>
                    <a:pt x="11375" y="6905"/>
                  </a:lnTo>
                  <a:lnTo>
                    <a:pt x="81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a:off x="-6060345" y="2943356"/>
              <a:ext cx="444596" cy="229084"/>
            </a:xfrm>
            <a:custGeom>
              <a:avLst/>
              <a:gdLst/>
              <a:ahLst/>
              <a:cxnLst/>
              <a:rect l="l" t="t" r="r" b="b"/>
              <a:pathLst>
                <a:path w="12710" h="6549" extrusionOk="0">
                  <a:moveTo>
                    <a:pt x="12036" y="0"/>
                  </a:moveTo>
                  <a:cubicBezTo>
                    <a:pt x="11940" y="0"/>
                    <a:pt x="11840" y="24"/>
                    <a:pt x="11742" y="72"/>
                  </a:cubicBezTo>
                  <a:lnTo>
                    <a:pt x="434" y="5343"/>
                  </a:lnTo>
                  <a:cubicBezTo>
                    <a:pt x="134" y="5509"/>
                    <a:pt x="1" y="5876"/>
                    <a:pt x="134" y="6177"/>
                  </a:cubicBezTo>
                  <a:cubicBezTo>
                    <a:pt x="228" y="6413"/>
                    <a:pt x="457" y="6549"/>
                    <a:pt x="688" y="6549"/>
                  </a:cubicBezTo>
                  <a:cubicBezTo>
                    <a:pt x="784" y="6549"/>
                    <a:pt x="880" y="6526"/>
                    <a:pt x="968" y="6477"/>
                  </a:cubicBezTo>
                  <a:lnTo>
                    <a:pt x="12276" y="1206"/>
                  </a:lnTo>
                  <a:cubicBezTo>
                    <a:pt x="12576" y="1040"/>
                    <a:pt x="12710" y="673"/>
                    <a:pt x="12576" y="372"/>
                  </a:cubicBezTo>
                  <a:cubicBezTo>
                    <a:pt x="12482" y="136"/>
                    <a:pt x="12270" y="0"/>
                    <a:pt x="12036"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6"/>
          <p:cNvSpPr/>
          <p:nvPr/>
        </p:nvSpPr>
        <p:spPr>
          <a:xfrm flipH="1">
            <a:off x="8601440" y="27037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5"/>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_3">
    <p:spTree>
      <p:nvGrpSpPr>
        <p:cNvPr id="1" name="Shape 126"/>
        <p:cNvGrpSpPr/>
        <p:nvPr/>
      </p:nvGrpSpPr>
      <p:grpSpPr>
        <a:xfrm>
          <a:off x="0" y="0"/>
          <a:ext cx="0" cy="0"/>
          <a:chOff x="0" y="0"/>
          <a:chExt cx="0" cy="0"/>
        </a:xfrm>
      </p:grpSpPr>
      <p:sp>
        <p:nvSpPr>
          <p:cNvPr id="127" name="Google Shape;127;p13"/>
          <p:cNvSpPr txBox="1">
            <a:spLocks noGrp="1"/>
          </p:cNvSpPr>
          <p:nvPr>
            <p:ph type="title"/>
          </p:nvPr>
        </p:nvSpPr>
        <p:spPr>
          <a:xfrm>
            <a:off x="1517352" y="1892900"/>
            <a:ext cx="25329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28" name="Google Shape;128;p13"/>
          <p:cNvSpPr txBox="1">
            <a:spLocks noGrp="1"/>
          </p:cNvSpPr>
          <p:nvPr>
            <p:ph type="title" idx="2" hasCustomPrompt="1"/>
          </p:nvPr>
        </p:nvSpPr>
        <p:spPr>
          <a:xfrm>
            <a:off x="2326602" y="1249800"/>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3"/>
          <p:cNvSpPr txBox="1">
            <a:spLocks noGrp="1"/>
          </p:cNvSpPr>
          <p:nvPr>
            <p:ph type="subTitle" idx="1"/>
          </p:nvPr>
        </p:nvSpPr>
        <p:spPr>
          <a:xfrm>
            <a:off x="1517352" y="2270900"/>
            <a:ext cx="25329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0" name="Google Shape;130;p13"/>
          <p:cNvSpPr txBox="1">
            <a:spLocks noGrp="1"/>
          </p:cNvSpPr>
          <p:nvPr>
            <p:ph type="title" idx="3"/>
          </p:nvPr>
        </p:nvSpPr>
        <p:spPr>
          <a:xfrm>
            <a:off x="5093748" y="1892900"/>
            <a:ext cx="25329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1" name="Google Shape;131;p13"/>
          <p:cNvSpPr txBox="1">
            <a:spLocks noGrp="1"/>
          </p:cNvSpPr>
          <p:nvPr>
            <p:ph type="title" idx="4" hasCustomPrompt="1"/>
          </p:nvPr>
        </p:nvSpPr>
        <p:spPr>
          <a:xfrm>
            <a:off x="5902998" y="1249813"/>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2" name="Google Shape;132;p13"/>
          <p:cNvSpPr txBox="1">
            <a:spLocks noGrp="1"/>
          </p:cNvSpPr>
          <p:nvPr>
            <p:ph type="subTitle" idx="5"/>
          </p:nvPr>
        </p:nvSpPr>
        <p:spPr>
          <a:xfrm>
            <a:off x="5093898" y="2270900"/>
            <a:ext cx="2532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3" name="Google Shape;133;p13"/>
          <p:cNvSpPr txBox="1">
            <a:spLocks noGrp="1"/>
          </p:cNvSpPr>
          <p:nvPr>
            <p:ph type="title" idx="6"/>
          </p:nvPr>
        </p:nvSpPr>
        <p:spPr>
          <a:xfrm>
            <a:off x="1518852" y="3681875"/>
            <a:ext cx="25299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4" name="Google Shape;134;p13"/>
          <p:cNvSpPr txBox="1">
            <a:spLocks noGrp="1"/>
          </p:cNvSpPr>
          <p:nvPr>
            <p:ph type="title" idx="7" hasCustomPrompt="1"/>
          </p:nvPr>
        </p:nvSpPr>
        <p:spPr>
          <a:xfrm>
            <a:off x="2326602" y="3038800"/>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5" name="Google Shape;135;p13"/>
          <p:cNvSpPr txBox="1">
            <a:spLocks noGrp="1"/>
          </p:cNvSpPr>
          <p:nvPr>
            <p:ph type="subTitle" idx="8"/>
          </p:nvPr>
        </p:nvSpPr>
        <p:spPr>
          <a:xfrm>
            <a:off x="1517352" y="4059888"/>
            <a:ext cx="25329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6" name="Google Shape;136;p13"/>
          <p:cNvSpPr txBox="1">
            <a:spLocks noGrp="1"/>
          </p:cNvSpPr>
          <p:nvPr>
            <p:ph type="title" idx="9"/>
          </p:nvPr>
        </p:nvSpPr>
        <p:spPr>
          <a:xfrm>
            <a:off x="5093898" y="3681872"/>
            <a:ext cx="2532600" cy="37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dk2"/>
                </a:solidFill>
              </a:defRPr>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a:endParaRPr/>
          </a:p>
        </p:txBody>
      </p:sp>
      <p:sp>
        <p:nvSpPr>
          <p:cNvPr id="137" name="Google Shape;137;p13"/>
          <p:cNvSpPr txBox="1">
            <a:spLocks noGrp="1"/>
          </p:cNvSpPr>
          <p:nvPr>
            <p:ph type="title" idx="13" hasCustomPrompt="1"/>
          </p:nvPr>
        </p:nvSpPr>
        <p:spPr>
          <a:xfrm>
            <a:off x="5902998" y="3038800"/>
            <a:ext cx="914400" cy="593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8" name="Google Shape;138;p13"/>
          <p:cNvSpPr txBox="1">
            <a:spLocks noGrp="1"/>
          </p:cNvSpPr>
          <p:nvPr>
            <p:ph type="subTitle" idx="14"/>
          </p:nvPr>
        </p:nvSpPr>
        <p:spPr>
          <a:xfrm>
            <a:off x="5093898" y="4059888"/>
            <a:ext cx="2532600" cy="54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9" name="Google Shape;139;p13"/>
          <p:cNvSpPr txBox="1">
            <a:spLocks noGrp="1"/>
          </p:cNvSpPr>
          <p:nvPr>
            <p:ph type="title" idx="15"/>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0" name="Google Shape;140;p13"/>
          <p:cNvSpPr/>
          <p:nvPr/>
        </p:nvSpPr>
        <p:spPr>
          <a:xfrm>
            <a:off x="378050" y="288436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3"/>
          <p:cNvSpPr/>
          <p:nvPr/>
        </p:nvSpPr>
        <p:spPr>
          <a:xfrm>
            <a:off x="8319451" y="23416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13"/>
          <p:cNvGrpSpPr/>
          <p:nvPr/>
        </p:nvGrpSpPr>
        <p:grpSpPr>
          <a:xfrm>
            <a:off x="8589735" y="316675"/>
            <a:ext cx="357775" cy="295791"/>
            <a:chOff x="-783927" y="2108838"/>
            <a:chExt cx="357775" cy="295791"/>
          </a:xfrm>
        </p:grpSpPr>
        <p:sp>
          <p:nvSpPr>
            <p:cNvPr id="143" name="Google Shape;143;p1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 name="Google Shape;145;p13"/>
          <p:cNvGrpSpPr/>
          <p:nvPr/>
        </p:nvGrpSpPr>
        <p:grpSpPr>
          <a:xfrm rot="-6220424">
            <a:off x="191876" y="474628"/>
            <a:ext cx="602495" cy="353003"/>
            <a:chOff x="-1131628" y="1250953"/>
            <a:chExt cx="695437" cy="407447"/>
          </a:xfrm>
        </p:grpSpPr>
        <p:sp>
          <p:nvSpPr>
            <p:cNvPr id="146" name="Google Shape;146;p1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13"/>
          <p:cNvGrpSpPr/>
          <p:nvPr/>
        </p:nvGrpSpPr>
        <p:grpSpPr>
          <a:xfrm rot="9651258">
            <a:off x="294452" y="4475444"/>
            <a:ext cx="643548" cy="377045"/>
            <a:chOff x="-1131628" y="1250953"/>
            <a:chExt cx="695437" cy="407447"/>
          </a:xfrm>
        </p:grpSpPr>
        <p:sp>
          <p:nvSpPr>
            <p:cNvPr id="150" name="Google Shape;150;p1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13"/>
          <p:cNvGrpSpPr/>
          <p:nvPr/>
        </p:nvGrpSpPr>
        <p:grpSpPr>
          <a:xfrm rot="-7140317">
            <a:off x="8304849" y="4386268"/>
            <a:ext cx="643533" cy="377037"/>
            <a:chOff x="-1131628" y="1250953"/>
            <a:chExt cx="695437" cy="407447"/>
          </a:xfrm>
        </p:grpSpPr>
        <p:sp>
          <p:nvSpPr>
            <p:cNvPr id="154" name="Google Shape;154;p1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Numbers and text 2">
  <p:cSld name="CUSTOM_9_1">
    <p:spTree>
      <p:nvGrpSpPr>
        <p:cNvPr id="1" name="Shape 233"/>
        <p:cNvGrpSpPr/>
        <p:nvPr/>
      </p:nvGrpSpPr>
      <p:grpSpPr>
        <a:xfrm>
          <a:off x="0" y="0"/>
          <a:ext cx="0" cy="0"/>
          <a:chOff x="0" y="0"/>
          <a:chExt cx="0" cy="0"/>
        </a:xfrm>
      </p:grpSpPr>
      <p:sp>
        <p:nvSpPr>
          <p:cNvPr id="234" name="Google Shape;234;p17"/>
          <p:cNvSpPr txBox="1">
            <a:spLocks noGrp="1"/>
          </p:cNvSpPr>
          <p:nvPr>
            <p:ph type="subTitle" idx="1"/>
          </p:nvPr>
        </p:nvSpPr>
        <p:spPr>
          <a:xfrm>
            <a:off x="956725" y="3542445"/>
            <a:ext cx="3318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35" name="Google Shape;235;p17"/>
          <p:cNvSpPr txBox="1">
            <a:spLocks noGrp="1"/>
          </p:cNvSpPr>
          <p:nvPr>
            <p:ph type="title" hasCustomPrompt="1"/>
          </p:nvPr>
        </p:nvSpPr>
        <p:spPr>
          <a:xfrm>
            <a:off x="956725" y="2830470"/>
            <a:ext cx="3318900" cy="843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3600"/>
              <a:buNone/>
              <a:defRPr sz="6000">
                <a:solidFill>
                  <a:schemeClr val="dk2"/>
                </a:solidFill>
              </a:defRPr>
            </a:lvl1pPr>
            <a:lvl2pPr lvl="1"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2pPr>
            <a:lvl3pPr lvl="2"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3pPr>
            <a:lvl4pPr lvl="3"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4pPr>
            <a:lvl5pPr lvl="4"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5pPr>
            <a:lvl6pPr lvl="5"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6pPr>
            <a:lvl7pPr lvl="6"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7pPr>
            <a:lvl8pPr lvl="7"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8pPr>
            <a:lvl9pPr lvl="8"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9pPr>
          </a:lstStyle>
          <a:p>
            <a:r>
              <a:t>xx%</a:t>
            </a:r>
          </a:p>
        </p:txBody>
      </p:sp>
      <p:sp>
        <p:nvSpPr>
          <p:cNvPr id="236" name="Google Shape;236;p17"/>
          <p:cNvSpPr txBox="1">
            <a:spLocks noGrp="1"/>
          </p:cNvSpPr>
          <p:nvPr>
            <p:ph type="subTitle" idx="2"/>
          </p:nvPr>
        </p:nvSpPr>
        <p:spPr>
          <a:xfrm>
            <a:off x="956725" y="1728220"/>
            <a:ext cx="3318900" cy="57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37" name="Google Shape;237;p17"/>
          <p:cNvSpPr txBox="1">
            <a:spLocks noGrp="1"/>
          </p:cNvSpPr>
          <p:nvPr>
            <p:ph type="title" idx="3" hasCustomPrompt="1"/>
          </p:nvPr>
        </p:nvSpPr>
        <p:spPr>
          <a:xfrm>
            <a:off x="956725" y="1016245"/>
            <a:ext cx="3318900" cy="843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dk2"/>
              </a:buClr>
              <a:buSzPts val="3600"/>
              <a:buNone/>
              <a:defRPr sz="6000">
                <a:solidFill>
                  <a:schemeClr val="dk2"/>
                </a:solidFill>
              </a:defRPr>
            </a:lvl1pPr>
            <a:lvl2pPr lvl="1"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2pPr>
            <a:lvl3pPr lvl="2"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3pPr>
            <a:lvl4pPr lvl="3"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4pPr>
            <a:lvl5pPr lvl="4"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5pPr>
            <a:lvl6pPr lvl="5"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6pPr>
            <a:lvl7pPr lvl="6"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7pPr>
            <a:lvl8pPr lvl="7"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8pPr>
            <a:lvl9pPr lvl="8" algn="ctr" rtl="0">
              <a:spcBef>
                <a:spcPts val="0"/>
              </a:spcBef>
              <a:spcAft>
                <a:spcPts val="0"/>
              </a:spcAft>
              <a:buClr>
                <a:schemeClr val="dk2"/>
              </a:buClr>
              <a:buSzPts val="3600"/>
              <a:buFont typeface="DM Sans"/>
              <a:buNone/>
              <a:defRPr sz="3600">
                <a:solidFill>
                  <a:schemeClr val="dk2"/>
                </a:solidFill>
                <a:latin typeface="DM Sans"/>
                <a:ea typeface="DM Sans"/>
                <a:cs typeface="DM Sans"/>
                <a:sym typeface="DM Sans"/>
              </a:defRPr>
            </a:lvl9pPr>
          </a:lstStyle>
          <a:p>
            <a:r>
              <a:t>xx%</a:t>
            </a:r>
          </a:p>
        </p:txBody>
      </p:sp>
      <p:sp>
        <p:nvSpPr>
          <p:cNvPr id="238" name="Google Shape;238;p17"/>
          <p:cNvSpPr/>
          <p:nvPr/>
        </p:nvSpPr>
        <p:spPr>
          <a:xfrm rot="10800000" flipH="1">
            <a:off x="404408" y="4557377"/>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17"/>
          <p:cNvGrpSpPr/>
          <p:nvPr/>
        </p:nvGrpSpPr>
        <p:grpSpPr>
          <a:xfrm rot="-4029500" flipH="1">
            <a:off x="30622" y="3669366"/>
            <a:ext cx="602483" cy="353018"/>
            <a:chOff x="-1131628" y="1250953"/>
            <a:chExt cx="695437" cy="407447"/>
          </a:xfrm>
        </p:grpSpPr>
        <p:sp>
          <p:nvSpPr>
            <p:cNvPr id="240" name="Google Shape;240;p17"/>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7"/>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7"/>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 name="Google Shape;243;p17"/>
          <p:cNvSpPr/>
          <p:nvPr/>
        </p:nvSpPr>
        <p:spPr>
          <a:xfrm rot="10800000" flipH="1">
            <a:off x="171376" y="1903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7"/>
          <p:cNvSpPr/>
          <p:nvPr/>
        </p:nvSpPr>
        <p:spPr>
          <a:xfrm rot="10800000" flipH="1">
            <a:off x="8779101" y="319497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2">
  <p:cSld name="CUSTOM_14_1">
    <p:spTree>
      <p:nvGrpSpPr>
        <p:cNvPr id="1" name="Shape 287"/>
        <p:cNvGrpSpPr/>
        <p:nvPr/>
      </p:nvGrpSpPr>
      <p:grpSpPr>
        <a:xfrm>
          <a:off x="0" y="0"/>
          <a:ext cx="0" cy="0"/>
          <a:chOff x="0" y="0"/>
          <a:chExt cx="0" cy="0"/>
        </a:xfrm>
      </p:grpSpPr>
      <p:sp>
        <p:nvSpPr>
          <p:cNvPr id="288" name="Google Shape;288;p21"/>
          <p:cNvSpPr txBox="1">
            <a:spLocks noGrp="1"/>
          </p:cNvSpPr>
          <p:nvPr>
            <p:ph type="title"/>
          </p:nvPr>
        </p:nvSpPr>
        <p:spPr>
          <a:xfrm>
            <a:off x="724575" y="2074733"/>
            <a:ext cx="4528200" cy="739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0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89" name="Google Shape;289;p21"/>
          <p:cNvSpPr txBox="1">
            <a:spLocks noGrp="1"/>
          </p:cNvSpPr>
          <p:nvPr>
            <p:ph type="title" idx="2" hasCustomPrompt="1"/>
          </p:nvPr>
        </p:nvSpPr>
        <p:spPr>
          <a:xfrm>
            <a:off x="724583" y="709175"/>
            <a:ext cx="15756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90" name="Google Shape;290;p21"/>
          <p:cNvSpPr txBox="1">
            <a:spLocks noGrp="1"/>
          </p:cNvSpPr>
          <p:nvPr>
            <p:ph type="subTitle" idx="1"/>
          </p:nvPr>
        </p:nvSpPr>
        <p:spPr>
          <a:xfrm>
            <a:off x="724583" y="2993883"/>
            <a:ext cx="2775600" cy="7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1" name="Google Shape;291;p21"/>
          <p:cNvSpPr/>
          <p:nvPr/>
        </p:nvSpPr>
        <p:spPr>
          <a:xfrm>
            <a:off x="8267626" y="3458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1"/>
          <p:cNvSpPr/>
          <p:nvPr/>
        </p:nvSpPr>
        <p:spPr>
          <a:xfrm>
            <a:off x="174175" y="31986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4">
  <p:cSld name="CUSTOM_14_1_1_1">
    <p:spTree>
      <p:nvGrpSpPr>
        <p:cNvPr id="1" name="Shape 308"/>
        <p:cNvGrpSpPr/>
        <p:nvPr/>
      </p:nvGrpSpPr>
      <p:grpSpPr>
        <a:xfrm>
          <a:off x="0" y="0"/>
          <a:ext cx="0" cy="0"/>
          <a:chOff x="0" y="0"/>
          <a:chExt cx="0" cy="0"/>
        </a:xfrm>
      </p:grpSpPr>
      <p:sp>
        <p:nvSpPr>
          <p:cNvPr id="309" name="Google Shape;309;p23"/>
          <p:cNvSpPr txBox="1">
            <a:spLocks noGrp="1"/>
          </p:cNvSpPr>
          <p:nvPr>
            <p:ph type="title"/>
          </p:nvPr>
        </p:nvSpPr>
        <p:spPr>
          <a:xfrm>
            <a:off x="712950" y="2074725"/>
            <a:ext cx="4071600" cy="739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50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10" name="Google Shape;310;p23"/>
          <p:cNvSpPr txBox="1">
            <a:spLocks noGrp="1"/>
          </p:cNvSpPr>
          <p:nvPr>
            <p:ph type="title" idx="2" hasCustomPrompt="1"/>
          </p:nvPr>
        </p:nvSpPr>
        <p:spPr>
          <a:xfrm>
            <a:off x="1960950" y="709175"/>
            <a:ext cx="1575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11" name="Google Shape;311;p23"/>
          <p:cNvSpPr txBox="1">
            <a:spLocks noGrp="1"/>
          </p:cNvSpPr>
          <p:nvPr>
            <p:ph type="subTitle" idx="1"/>
          </p:nvPr>
        </p:nvSpPr>
        <p:spPr>
          <a:xfrm>
            <a:off x="1360950" y="2993883"/>
            <a:ext cx="2775600" cy="739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23"/>
          <p:cNvSpPr/>
          <p:nvPr/>
        </p:nvSpPr>
        <p:spPr>
          <a:xfrm>
            <a:off x="8267626" y="3458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3"/>
          <p:cNvSpPr/>
          <p:nvPr/>
        </p:nvSpPr>
        <p:spPr>
          <a:xfrm>
            <a:off x="198374" y="344880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3"/>
          <p:cNvSpPr/>
          <p:nvPr/>
        </p:nvSpPr>
        <p:spPr>
          <a:xfrm>
            <a:off x="1431371" y="4365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5" name="Google Shape;315;p23"/>
          <p:cNvGrpSpPr/>
          <p:nvPr/>
        </p:nvGrpSpPr>
        <p:grpSpPr>
          <a:xfrm>
            <a:off x="8578360" y="4157975"/>
            <a:ext cx="357775" cy="295791"/>
            <a:chOff x="-783927" y="2108838"/>
            <a:chExt cx="357775" cy="295791"/>
          </a:xfrm>
        </p:grpSpPr>
        <p:sp>
          <p:nvSpPr>
            <p:cNvPr id="316" name="Google Shape;316;p2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3">
  <p:cSld name="CUSTOM_16_1_1">
    <p:spTree>
      <p:nvGrpSpPr>
        <p:cNvPr id="1" name="Shape 357"/>
        <p:cNvGrpSpPr/>
        <p:nvPr/>
      </p:nvGrpSpPr>
      <p:grpSpPr>
        <a:xfrm>
          <a:off x="0" y="0"/>
          <a:ext cx="0" cy="0"/>
          <a:chOff x="0" y="0"/>
          <a:chExt cx="0" cy="0"/>
        </a:xfrm>
      </p:grpSpPr>
      <p:sp>
        <p:nvSpPr>
          <p:cNvPr id="358" name="Google Shape;358;p27"/>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9" name="Google Shape;359;p27"/>
          <p:cNvSpPr/>
          <p:nvPr/>
        </p:nvSpPr>
        <p:spPr>
          <a:xfrm rot="10800000" flipH="1">
            <a:off x="404408" y="4557377"/>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7"/>
          <p:cNvGrpSpPr/>
          <p:nvPr/>
        </p:nvGrpSpPr>
        <p:grpSpPr>
          <a:xfrm rot="-4029500" flipH="1">
            <a:off x="30622" y="3669366"/>
            <a:ext cx="602483" cy="353018"/>
            <a:chOff x="-1131628" y="1250953"/>
            <a:chExt cx="695437" cy="407447"/>
          </a:xfrm>
        </p:grpSpPr>
        <p:sp>
          <p:nvSpPr>
            <p:cNvPr id="361" name="Google Shape;361;p27"/>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7"/>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7"/>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4" name="Google Shape;364;p27"/>
          <p:cNvSpPr/>
          <p:nvPr/>
        </p:nvSpPr>
        <p:spPr>
          <a:xfrm rot="10800000" flipH="1">
            <a:off x="8629576" y="39241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5" name="Google Shape;365;p27"/>
          <p:cNvGrpSpPr/>
          <p:nvPr/>
        </p:nvGrpSpPr>
        <p:grpSpPr>
          <a:xfrm rot="5032634" flipH="1">
            <a:off x="8514087" y="1463670"/>
            <a:ext cx="643543" cy="377043"/>
            <a:chOff x="-1131628" y="1250953"/>
            <a:chExt cx="695437" cy="407447"/>
          </a:xfrm>
        </p:grpSpPr>
        <p:sp>
          <p:nvSpPr>
            <p:cNvPr id="366" name="Google Shape;366;p27"/>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7"/>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7"/>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9" name="Google Shape;369;p27"/>
          <p:cNvSpPr/>
          <p:nvPr/>
        </p:nvSpPr>
        <p:spPr>
          <a:xfrm rot="10800000" flipH="1">
            <a:off x="171376" y="1903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5">
  <p:cSld name="CUSTOM_16_1_1_1_1">
    <p:spTree>
      <p:nvGrpSpPr>
        <p:cNvPr id="1" name="Shape 384"/>
        <p:cNvGrpSpPr/>
        <p:nvPr/>
      </p:nvGrpSpPr>
      <p:grpSpPr>
        <a:xfrm>
          <a:off x="0" y="0"/>
          <a:ext cx="0" cy="0"/>
          <a:chOff x="0" y="0"/>
          <a:chExt cx="0" cy="0"/>
        </a:xfrm>
      </p:grpSpPr>
      <p:sp>
        <p:nvSpPr>
          <p:cNvPr id="385" name="Google Shape;385;p29"/>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86" name="Google Shape;386;p29"/>
          <p:cNvSpPr/>
          <p:nvPr/>
        </p:nvSpPr>
        <p:spPr>
          <a:xfrm rot="10800000">
            <a:off x="8662963" y="158915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9"/>
          <p:cNvSpPr/>
          <p:nvPr/>
        </p:nvSpPr>
        <p:spPr>
          <a:xfrm rot="10800000" flipH="1">
            <a:off x="7168951" y="4708041"/>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8" name="Google Shape;388;p29"/>
          <p:cNvGrpSpPr/>
          <p:nvPr/>
        </p:nvGrpSpPr>
        <p:grpSpPr>
          <a:xfrm rot="10800000" flipH="1">
            <a:off x="8550835" y="4412267"/>
            <a:ext cx="357775" cy="295791"/>
            <a:chOff x="-783927" y="2108838"/>
            <a:chExt cx="357775" cy="295791"/>
          </a:xfrm>
        </p:grpSpPr>
        <p:sp>
          <p:nvSpPr>
            <p:cNvPr id="389" name="Google Shape;389;p29"/>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9"/>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1" name="Google Shape;391;p29"/>
          <p:cNvGrpSpPr/>
          <p:nvPr/>
        </p:nvGrpSpPr>
        <p:grpSpPr>
          <a:xfrm rot="6332023" flipH="1">
            <a:off x="113783" y="336134"/>
            <a:ext cx="632709" cy="411772"/>
            <a:chOff x="-6156016" y="2887633"/>
            <a:chExt cx="683789" cy="445016"/>
          </a:xfrm>
        </p:grpSpPr>
        <p:sp>
          <p:nvSpPr>
            <p:cNvPr id="392" name="Google Shape;392;p29"/>
            <p:cNvSpPr/>
            <p:nvPr/>
          </p:nvSpPr>
          <p:spPr>
            <a:xfrm>
              <a:off x="-6156016" y="2887633"/>
              <a:ext cx="683789" cy="445016"/>
            </a:xfrm>
            <a:custGeom>
              <a:avLst/>
              <a:gdLst/>
              <a:ahLst/>
              <a:cxnLst/>
              <a:rect l="l" t="t" r="r" b="b"/>
              <a:pathLst>
                <a:path w="19548" h="12722" extrusionOk="0">
                  <a:moveTo>
                    <a:pt x="15192" y="1"/>
                  </a:moveTo>
                  <a:cubicBezTo>
                    <a:pt x="14649" y="1"/>
                    <a:pt x="14098" y="117"/>
                    <a:pt x="13577" y="364"/>
                  </a:cubicBezTo>
                  <a:lnTo>
                    <a:pt x="2736" y="5435"/>
                  </a:lnTo>
                  <a:cubicBezTo>
                    <a:pt x="834" y="6335"/>
                    <a:pt x="0" y="8604"/>
                    <a:pt x="901" y="10505"/>
                  </a:cubicBezTo>
                  <a:cubicBezTo>
                    <a:pt x="1557" y="11914"/>
                    <a:pt x="2938" y="12721"/>
                    <a:pt x="4374" y="12721"/>
                  </a:cubicBezTo>
                  <a:cubicBezTo>
                    <a:pt x="4910" y="12721"/>
                    <a:pt x="5454" y="12609"/>
                    <a:pt x="5971" y="12373"/>
                  </a:cubicBezTo>
                  <a:lnTo>
                    <a:pt x="16812" y="7269"/>
                  </a:lnTo>
                  <a:cubicBezTo>
                    <a:pt x="18714" y="6402"/>
                    <a:pt x="19548" y="4100"/>
                    <a:pt x="18647" y="2199"/>
                  </a:cubicBezTo>
                  <a:cubicBezTo>
                    <a:pt x="18017" y="819"/>
                    <a:pt x="16632" y="1"/>
                    <a:pt x="151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9"/>
            <p:cNvSpPr/>
            <p:nvPr/>
          </p:nvSpPr>
          <p:spPr>
            <a:xfrm>
              <a:off x="-6156016" y="2989040"/>
              <a:ext cx="397932" cy="343154"/>
            </a:xfrm>
            <a:custGeom>
              <a:avLst/>
              <a:gdLst/>
              <a:ahLst/>
              <a:cxnLst/>
              <a:rect l="l" t="t" r="r" b="b"/>
              <a:pathLst>
                <a:path w="11376" h="9810" extrusionOk="0">
                  <a:moveTo>
                    <a:pt x="8139" y="0"/>
                  </a:moveTo>
                  <a:lnTo>
                    <a:pt x="2736" y="2536"/>
                  </a:lnTo>
                  <a:cubicBezTo>
                    <a:pt x="834" y="3436"/>
                    <a:pt x="0" y="5705"/>
                    <a:pt x="901" y="7606"/>
                  </a:cubicBezTo>
                  <a:cubicBezTo>
                    <a:pt x="1552" y="9004"/>
                    <a:pt x="2916" y="9809"/>
                    <a:pt x="4340" y="9809"/>
                  </a:cubicBezTo>
                  <a:cubicBezTo>
                    <a:pt x="4887" y="9809"/>
                    <a:pt x="5443" y="9691"/>
                    <a:pt x="5971" y="9441"/>
                  </a:cubicBezTo>
                  <a:lnTo>
                    <a:pt x="11375" y="6905"/>
                  </a:lnTo>
                  <a:lnTo>
                    <a:pt x="813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9"/>
            <p:cNvSpPr/>
            <p:nvPr/>
          </p:nvSpPr>
          <p:spPr>
            <a:xfrm>
              <a:off x="-6060345" y="2943356"/>
              <a:ext cx="444596" cy="229084"/>
            </a:xfrm>
            <a:custGeom>
              <a:avLst/>
              <a:gdLst/>
              <a:ahLst/>
              <a:cxnLst/>
              <a:rect l="l" t="t" r="r" b="b"/>
              <a:pathLst>
                <a:path w="12710" h="6549" extrusionOk="0">
                  <a:moveTo>
                    <a:pt x="12036" y="0"/>
                  </a:moveTo>
                  <a:cubicBezTo>
                    <a:pt x="11940" y="0"/>
                    <a:pt x="11840" y="24"/>
                    <a:pt x="11742" y="72"/>
                  </a:cubicBezTo>
                  <a:lnTo>
                    <a:pt x="434" y="5343"/>
                  </a:lnTo>
                  <a:cubicBezTo>
                    <a:pt x="134" y="5509"/>
                    <a:pt x="1" y="5876"/>
                    <a:pt x="134" y="6177"/>
                  </a:cubicBezTo>
                  <a:cubicBezTo>
                    <a:pt x="228" y="6413"/>
                    <a:pt x="457" y="6549"/>
                    <a:pt x="688" y="6549"/>
                  </a:cubicBezTo>
                  <a:cubicBezTo>
                    <a:pt x="784" y="6549"/>
                    <a:pt x="880" y="6526"/>
                    <a:pt x="968" y="6477"/>
                  </a:cubicBezTo>
                  <a:lnTo>
                    <a:pt x="12276" y="1206"/>
                  </a:lnTo>
                  <a:cubicBezTo>
                    <a:pt x="12576" y="1040"/>
                    <a:pt x="12710" y="673"/>
                    <a:pt x="12576" y="372"/>
                  </a:cubicBezTo>
                  <a:cubicBezTo>
                    <a:pt x="12482" y="136"/>
                    <a:pt x="12270" y="0"/>
                    <a:pt x="12036"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5" name="Google Shape;395;p29"/>
          <p:cNvSpPr/>
          <p:nvPr/>
        </p:nvSpPr>
        <p:spPr>
          <a:xfrm rot="10800000">
            <a:off x="250175" y="39241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398"/>
        <p:cNvGrpSpPr/>
        <p:nvPr/>
      </p:nvGrpSpPr>
      <p:grpSpPr>
        <a:xfrm>
          <a:off x="0" y="0"/>
          <a:ext cx="0" cy="0"/>
          <a:chOff x="0" y="0"/>
          <a:chExt cx="0" cy="0"/>
        </a:xfrm>
      </p:grpSpPr>
      <p:sp>
        <p:nvSpPr>
          <p:cNvPr id="399" name="Google Shape;399;p31"/>
          <p:cNvSpPr txBox="1">
            <a:spLocks noGrp="1"/>
          </p:cNvSpPr>
          <p:nvPr>
            <p:ph type="title"/>
          </p:nvPr>
        </p:nvSpPr>
        <p:spPr>
          <a:xfrm>
            <a:off x="2076450" y="1189100"/>
            <a:ext cx="6362700" cy="196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500"/>
              <a:buNone/>
              <a:defRPr sz="11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00" name="Google Shape;400;p31"/>
          <p:cNvSpPr txBox="1">
            <a:spLocks noGrp="1"/>
          </p:cNvSpPr>
          <p:nvPr>
            <p:ph type="subTitle" idx="1"/>
          </p:nvPr>
        </p:nvSpPr>
        <p:spPr>
          <a:xfrm>
            <a:off x="3621450" y="3153500"/>
            <a:ext cx="4817700" cy="8010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01" name="Google Shape;401;p31"/>
          <p:cNvSpPr/>
          <p:nvPr/>
        </p:nvSpPr>
        <p:spPr>
          <a:xfrm>
            <a:off x="2607696" y="28655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1"/>
          <p:cNvSpPr/>
          <p:nvPr/>
        </p:nvSpPr>
        <p:spPr>
          <a:xfrm>
            <a:off x="8305726" y="6011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1"/>
          <p:cNvSpPr/>
          <p:nvPr/>
        </p:nvSpPr>
        <p:spPr>
          <a:xfrm>
            <a:off x="8439149" y="45254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4" name="Google Shape;404;p31"/>
          <p:cNvGrpSpPr/>
          <p:nvPr/>
        </p:nvGrpSpPr>
        <p:grpSpPr>
          <a:xfrm>
            <a:off x="355460" y="1460025"/>
            <a:ext cx="357775" cy="295791"/>
            <a:chOff x="-783927" y="2108838"/>
            <a:chExt cx="357775" cy="295791"/>
          </a:xfrm>
        </p:grpSpPr>
        <p:sp>
          <p:nvSpPr>
            <p:cNvPr id="405" name="Google Shape;405;p31"/>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1"/>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5">
  <p:cSld name="CUSTOM_17_1_1_1">
    <p:spTree>
      <p:nvGrpSpPr>
        <p:cNvPr id="1" name="Shape 536"/>
        <p:cNvGrpSpPr/>
        <p:nvPr/>
      </p:nvGrpSpPr>
      <p:grpSpPr>
        <a:xfrm>
          <a:off x="0" y="0"/>
          <a:ext cx="0" cy="0"/>
          <a:chOff x="0" y="0"/>
          <a:chExt cx="0" cy="0"/>
        </a:xfrm>
      </p:grpSpPr>
      <p:sp>
        <p:nvSpPr>
          <p:cNvPr id="537" name="Google Shape;537;p41"/>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8" name="Google Shape;538;p41"/>
          <p:cNvSpPr/>
          <p:nvPr/>
        </p:nvSpPr>
        <p:spPr>
          <a:xfrm>
            <a:off x="8559313" y="30935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1"/>
          <p:cNvSpPr txBox="1">
            <a:spLocks noGrp="1"/>
          </p:cNvSpPr>
          <p:nvPr>
            <p:ph type="title" idx="2"/>
          </p:nvPr>
        </p:nvSpPr>
        <p:spPr>
          <a:xfrm>
            <a:off x="713225" y="1450902"/>
            <a:ext cx="2306100" cy="3108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40" name="Google Shape;540;p41"/>
          <p:cNvSpPr txBox="1">
            <a:spLocks noGrp="1"/>
          </p:cNvSpPr>
          <p:nvPr>
            <p:ph type="subTitle" idx="1"/>
          </p:nvPr>
        </p:nvSpPr>
        <p:spPr>
          <a:xfrm>
            <a:off x="713225" y="1797575"/>
            <a:ext cx="2306100" cy="572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41" name="Google Shape;541;p41"/>
          <p:cNvSpPr txBox="1">
            <a:spLocks noGrp="1"/>
          </p:cNvSpPr>
          <p:nvPr>
            <p:ph type="title" idx="3"/>
          </p:nvPr>
        </p:nvSpPr>
        <p:spPr>
          <a:xfrm>
            <a:off x="6133025" y="2804025"/>
            <a:ext cx="2306100" cy="310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42" name="Google Shape;542;p41"/>
          <p:cNvSpPr txBox="1">
            <a:spLocks noGrp="1"/>
          </p:cNvSpPr>
          <p:nvPr>
            <p:ph type="subTitle" idx="4"/>
          </p:nvPr>
        </p:nvSpPr>
        <p:spPr>
          <a:xfrm>
            <a:off x="6133025" y="3092573"/>
            <a:ext cx="2306100" cy="63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43" name="Google Shape;543;p41"/>
          <p:cNvSpPr/>
          <p:nvPr/>
        </p:nvSpPr>
        <p:spPr>
          <a:xfrm flipH="1">
            <a:off x="8688132" y="44537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1"/>
          <p:cNvSpPr/>
          <p:nvPr/>
        </p:nvSpPr>
        <p:spPr>
          <a:xfrm flipH="1">
            <a:off x="331506" y="41524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5" name="Google Shape;545;p41"/>
          <p:cNvGrpSpPr/>
          <p:nvPr/>
        </p:nvGrpSpPr>
        <p:grpSpPr>
          <a:xfrm flipH="1">
            <a:off x="407242" y="564425"/>
            <a:ext cx="357775" cy="295791"/>
            <a:chOff x="-783927" y="2108838"/>
            <a:chExt cx="357775" cy="295791"/>
          </a:xfrm>
        </p:grpSpPr>
        <p:sp>
          <p:nvSpPr>
            <p:cNvPr id="546" name="Google Shape;546;p41"/>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1"/>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566"/>
        <p:cNvGrpSpPr/>
        <p:nvPr/>
      </p:nvGrpSpPr>
      <p:grpSpPr>
        <a:xfrm>
          <a:off x="0" y="0"/>
          <a:ext cx="0" cy="0"/>
          <a:chOff x="0" y="0"/>
          <a:chExt cx="0" cy="0"/>
        </a:xfrm>
      </p:grpSpPr>
      <p:sp>
        <p:nvSpPr>
          <p:cNvPr id="567" name="Google Shape;567;p43"/>
          <p:cNvSpPr txBox="1">
            <a:spLocks noGrp="1"/>
          </p:cNvSpPr>
          <p:nvPr>
            <p:ph type="title"/>
          </p:nvPr>
        </p:nvSpPr>
        <p:spPr>
          <a:xfrm>
            <a:off x="937700" y="2937950"/>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500">
                <a:solidFill>
                  <a:schemeClr val="dk2"/>
                </a:solidFill>
              </a:defRPr>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568" name="Google Shape;568;p43"/>
          <p:cNvSpPr txBox="1">
            <a:spLocks noGrp="1"/>
          </p:cNvSpPr>
          <p:nvPr>
            <p:ph type="subTitle" idx="1"/>
          </p:nvPr>
        </p:nvSpPr>
        <p:spPr>
          <a:xfrm>
            <a:off x="937700" y="3560725"/>
            <a:ext cx="21753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69" name="Google Shape;569;p43"/>
          <p:cNvSpPr txBox="1">
            <a:spLocks noGrp="1"/>
          </p:cNvSpPr>
          <p:nvPr>
            <p:ph type="title" idx="2"/>
          </p:nvPr>
        </p:nvSpPr>
        <p:spPr>
          <a:xfrm>
            <a:off x="3484420" y="2937950"/>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500">
                <a:solidFill>
                  <a:schemeClr val="dk2"/>
                </a:solidFill>
              </a:defRPr>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570" name="Google Shape;570;p43"/>
          <p:cNvSpPr txBox="1">
            <a:spLocks noGrp="1"/>
          </p:cNvSpPr>
          <p:nvPr>
            <p:ph type="subTitle" idx="3"/>
          </p:nvPr>
        </p:nvSpPr>
        <p:spPr>
          <a:xfrm>
            <a:off x="3484420" y="3560725"/>
            <a:ext cx="21753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71" name="Google Shape;571;p43"/>
          <p:cNvSpPr txBox="1">
            <a:spLocks noGrp="1"/>
          </p:cNvSpPr>
          <p:nvPr>
            <p:ph type="title" idx="4"/>
          </p:nvPr>
        </p:nvSpPr>
        <p:spPr>
          <a:xfrm>
            <a:off x="6031147" y="2937950"/>
            <a:ext cx="2175300" cy="52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500">
                <a:solidFill>
                  <a:schemeClr val="dk2"/>
                </a:solidFill>
              </a:defRPr>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572" name="Google Shape;572;p43"/>
          <p:cNvSpPr txBox="1">
            <a:spLocks noGrp="1"/>
          </p:cNvSpPr>
          <p:nvPr>
            <p:ph type="subTitle" idx="5"/>
          </p:nvPr>
        </p:nvSpPr>
        <p:spPr>
          <a:xfrm>
            <a:off x="6031147" y="3560725"/>
            <a:ext cx="2175300" cy="869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573" name="Google Shape;573;p43"/>
          <p:cNvSpPr txBox="1">
            <a:spLocks noGrp="1"/>
          </p:cNvSpPr>
          <p:nvPr>
            <p:ph type="title" idx="6"/>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74" name="Google Shape;574;p43"/>
          <p:cNvSpPr/>
          <p:nvPr/>
        </p:nvSpPr>
        <p:spPr>
          <a:xfrm>
            <a:off x="138967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3"/>
          <p:cNvSpPr/>
          <p:nvPr/>
        </p:nvSpPr>
        <p:spPr>
          <a:xfrm>
            <a:off x="355100" y="309771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3"/>
          <p:cNvSpPr/>
          <p:nvPr/>
        </p:nvSpPr>
        <p:spPr>
          <a:xfrm>
            <a:off x="8627101"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3"/>
          <p:cNvSpPr/>
          <p:nvPr/>
        </p:nvSpPr>
        <p:spPr>
          <a:xfrm>
            <a:off x="8318911" y="4642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8" name="Google Shape;578;p43"/>
          <p:cNvGrpSpPr/>
          <p:nvPr/>
        </p:nvGrpSpPr>
        <p:grpSpPr>
          <a:xfrm>
            <a:off x="8627110" y="4105000"/>
            <a:ext cx="357775" cy="295791"/>
            <a:chOff x="-783927" y="2108838"/>
            <a:chExt cx="357775" cy="295791"/>
          </a:xfrm>
        </p:grpSpPr>
        <p:sp>
          <p:nvSpPr>
            <p:cNvPr id="579" name="Google Shape;579;p4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 name="Google Shape;581;p43"/>
          <p:cNvGrpSpPr/>
          <p:nvPr/>
        </p:nvGrpSpPr>
        <p:grpSpPr>
          <a:xfrm rot="-6220639">
            <a:off x="83080" y="350985"/>
            <a:ext cx="643516" cy="377027"/>
            <a:chOff x="-1131628" y="1250953"/>
            <a:chExt cx="695437" cy="407447"/>
          </a:xfrm>
        </p:grpSpPr>
        <p:sp>
          <p:nvSpPr>
            <p:cNvPr id="582" name="Google Shape;582;p4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CUSTOM_1_1">
    <p:spTree>
      <p:nvGrpSpPr>
        <p:cNvPr id="1" name="Shape 585"/>
        <p:cNvGrpSpPr/>
        <p:nvPr/>
      </p:nvGrpSpPr>
      <p:grpSpPr>
        <a:xfrm>
          <a:off x="0" y="0"/>
          <a:ext cx="0" cy="0"/>
          <a:chOff x="0" y="0"/>
          <a:chExt cx="0" cy="0"/>
        </a:xfrm>
      </p:grpSpPr>
      <p:sp>
        <p:nvSpPr>
          <p:cNvPr id="586" name="Google Shape;586;p44"/>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87" name="Google Shape;587;p44"/>
          <p:cNvSpPr txBox="1">
            <a:spLocks noGrp="1"/>
          </p:cNvSpPr>
          <p:nvPr>
            <p:ph type="title" idx="2"/>
          </p:nvPr>
        </p:nvSpPr>
        <p:spPr>
          <a:xfrm>
            <a:off x="943932" y="1376303"/>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88" name="Google Shape;588;p44"/>
          <p:cNvSpPr txBox="1">
            <a:spLocks noGrp="1"/>
          </p:cNvSpPr>
          <p:nvPr>
            <p:ph type="subTitle" idx="1"/>
          </p:nvPr>
        </p:nvSpPr>
        <p:spPr>
          <a:xfrm>
            <a:off x="947832" y="1654318"/>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89" name="Google Shape;589;p44"/>
          <p:cNvSpPr txBox="1">
            <a:spLocks noGrp="1"/>
          </p:cNvSpPr>
          <p:nvPr>
            <p:ph type="title" idx="3"/>
          </p:nvPr>
        </p:nvSpPr>
        <p:spPr>
          <a:xfrm>
            <a:off x="5900379" y="2352555"/>
            <a:ext cx="2317200" cy="420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90" name="Google Shape;590;p44"/>
          <p:cNvSpPr txBox="1">
            <a:spLocks noGrp="1"/>
          </p:cNvSpPr>
          <p:nvPr>
            <p:ph type="subTitle" idx="4"/>
          </p:nvPr>
        </p:nvSpPr>
        <p:spPr>
          <a:xfrm>
            <a:off x="5900379" y="2633280"/>
            <a:ext cx="23133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1" name="Google Shape;591;p44"/>
          <p:cNvSpPr txBox="1">
            <a:spLocks noGrp="1"/>
          </p:cNvSpPr>
          <p:nvPr>
            <p:ph type="title" idx="5"/>
          </p:nvPr>
        </p:nvSpPr>
        <p:spPr>
          <a:xfrm>
            <a:off x="943932" y="3297565"/>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592" name="Google Shape;592;p44"/>
          <p:cNvSpPr txBox="1">
            <a:spLocks noGrp="1"/>
          </p:cNvSpPr>
          <p:nvPr>
            <p:ph type="subTitle" idx="6"/>
          </p:nvPr>
        </p:nvSpPr>
        <p:spPr>
          <a:xfrm>
            <a:off x="947832" y="3578315"/>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93" name="Google Shape;593;p44"/>
          <p:cNvSpPr/>
          <p:nvPr/>
        </p:nvSpPr>
        <p:spPr>
          <a:xfrm>
            <a:off x="281300" y="221536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4"/>
          <p:cNvSpPr/>
          <p:nvPr/>
        </p:nvSpPr>
        <p:spPr>
          <a:xfrm>
            <a:off x="8627101"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4"/>
          <p:cNvSpPr/>
          <p:nvPr/>
        </p:nvSpPr>
        <p:spPr>
          <a:xfrm>
            <a:off x="6943361" y="462640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6" name="Google Shape;596;p44"/>
          <p:cNvGrpSpPr/>
          <p:nvPr/>
        </p:nvGrpSpPr>
        <p:grpSpPr>
          <a:xfrm>
            <a:off x="8563298" y="3255300"/>
            <a:ext cx="357775" cy="295791"/>
            <a:chOff x="-783927" y="2108838"/>
            <a:chExt cx="357775" cy="295791"/>
          </a:xfrm>
        </p:grpSpPr>
        <p:sp>
          <p:nvSpPr>
            <p:cNvPr id="597" name="Google Shape;597;p4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 name="Google Shape;599;p44"/>
          <p:cNvGrpSpPr/>
          <p:nvPr/>
        </p:nvGrpSpPr>
        <p:grpSpPr>
          <a:xfrm rot="-1810867">
            <a:off x="249246" y="708188"/>
            <a:ext cx="643515" cy="377026"/>
            <a:chOff x="-1131628" y="1250953"/>
            <a:chExt cx="695437" cy="407447"/>
          </a:xfrm>
        </p:grpSpPr>
        <p:sp>
          <p:nvSpPr>
            <p:cNvPr id="600" name="Google Shape;600;p44"/>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4"/>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4"/>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44"/>
          <p:cNvGrpSpPr/>
          <p:nvPr/>
        </p:nvGrpSpPr>
        <p:grpSpPr>
          <a:xfrm>
            <a:off x="355448" y="4420975"/>
            <a:ext cx="357775" cy="295791"/>
            <a:chOff x="-783927" y="2108838"/>
            <a:chExt cx="357775" cy="295791"/>
          </a:xfrm>
        </p:grpSpPr>
        <p:sp>
          <p:nvSpPr>
            <p:cNvPr id="604" name="Google Shape;604;p4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6" name="Google Shape;606;p44"/>
          <p:cNvSpPr/>
          <p:nvPr/>
        </p:nvSpPr>
        <p:spPr>
          <a:xfrm>
            <a:off x="138967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4">
    <p:spTree>
      <p:nvGrpSpPr>
        <p:cNvPr id="1" name="Shape 607"/>
        <p:cNvGrpSpPr/>
        <p:nvPr/>
      </p:nvGrpSpPr>
      <p:grpSpPr>
        <a:xfrm>
          <a:off x="0" y="0"/>
          <a:ext cx="0" cy="0"/>
          <a:chOff x="0" y="0"/>
          <a:chExt cx="0" cy="0"/>
        </a:xfrm>
      </p:grpSpPr>
      <p:sp>
        <p:nvSpPr>
          <p:cNvPr id="608" name="Google Shape;608;p45"/>
          <p:cNvSpPr txBox="1">
            <a:spLocks noGrp="1"/>
          </p:cNvSpPr>
          <p:nvPr>
            <p:ph type="title"/>
          </p:nvPr>
        </p:nvSpPr>
        <p:spPr>
          <a:xfrm>
            <a:off x="2000848" y="1466850"/>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09" name="Google Shape;609;p45"/>
          <p:cNvSpPr txBox="1">
            <a:spLocks noGrp="1"/>
          </p:cNvSpPr>
          <p:nvPr>
            <p:ph type="subTitle" idx="1"/>
          </p:nvPr>
        </p:nvSpPr>
        <p:spPr>
          <a:xfrm>
            <a:off x="2002798" y="220477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0" name="Google Shape;610;p45"/>
          <p:cNvSpPr txBox="1">
            <a:spLocks noGrp="1"/>
          </p:cNvSpPr>
          <p:nvPr>
            <p:ph type="title" idx="2"/>
          </p:nvPr>
        </p:nvSpPr>
        <p:spPr>
          <a:xfrm>
            <a:off x="5936247" y="1466850"/>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11" name="Google Shape;611;p45"/>
          <p:cNvSpPr txBox="1">
            <a:spLocks noGrp="1"/>
          </p:cNvSpPr>
          <p:nvPr>
            <p:ph type="subTitle" idx="3"/>
          </p:nvPr>
        </p:nvSpPr>
        <p:spPr>
          <a:xfrm>
            <a:off x="5938197" y="220477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2" name="Google Shape;612;p45"/>
          <p:cNvSpPr txBox="1">
            <a:spLocks noGrp="1"/>
          </p:cNvSpPr>
          <p:nvPr>
            <p:ph type="title" idx="4"/>
          </p:nvPr>
        </p:nvSpPr>
        <p:spPr>
          <a:xfrm>
            <a:off x="2000848" y="3147875"/>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13" name="Google Shape;613;p45"/>
          <p:cNvSpPr txBox="1">
            <a:spLocks noGrp="1"/>
          </p:cNvSpPr>
          <p:nvPr>
            <p:ph type="subTitle" idx="5"/>
          </p:nvPr>
        </p:nvSpPr>
        <p:spPr>
          <a:xfrm>
            <a:off x="2002798" y="388582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4" name="Google Shape;614;p45"/>
          <p:cNvSpPr txBox="1">
            <a:spLocks noGrp="1"/>
          </p:cNvSpPr>
          <p:nvPr>
            <p:ph type="title" idx="6"/>
          </p:nvPr>
        </p:nvSpPr>
        <p:spPr>
          <a:xfrm>
            <a:off x="5936247" y="3147875"/>
            <a:ext cx="2317200" cy="78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15" name="Google Shape;615;p45"/>
          <p:cNvSpPr txBox="1">
            <a:spLocks noGrp="1"/>
          </p:cNvSpPr>
          <p:nvPr>
            <p:ph type="subTitle" idx="7"/>
          </p:nvPr>
        </p:nvSpPr>
        <p:spPr>
          <a:xfrm>
            <a:off x="5938197" y="3885825"/>
            <a:ext cx="2313300" cy="6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6" name="Google Shape;616;p45"/>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7" name="Google Shape;617;p45"/>
          <p:cNvSpPr/>
          <p:nvPr/>
        </p:nvSpPr>
        <p:spPr>
          <a:xfrm>
            <a:off x="1450421" y="22702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5"/>
          <p:cNvSpPr/>
          <p:nvPr/>
        </p:nvSpPr>
        <p:spPr>
          <a:xfrm>
            <a:off x="174175" y="3198689"/>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5"/>
          <p:cNvSpPr/>
          <p:nvPr/>
        </p:nvSpPr>
        <p:spPr>
          <a:xfrm>
            <a:off x="8610526" y="36883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5"/>
          <p:cNvSpPr/>
          <p:nvPr/>
        </p:nvSpPr>
        <p:spPr>
          <a:xfrm>
            <a:off x="8655599" y="3617053"/>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45"/>
          <p:cNvGrpSpPr/>
          <p:nvPr/>
        </p:nvGrpSpPr>
        <p:grpSpPr>
          <a:xfrm>
            <a:off x="7895685" y="4700325"/>
            <a:ext cx="357775" cy="295791"/>
            <a:chOff x="-783927" y="2108838"/>
            <a:chExt cx="357775" cy="295791"/>
          </a:xfrm>
        </p:grpSpPr>
        <p:sp>
          <p:nvSpPr>
            <p:cNvPr id="622" name="Google Shape;622;p45"/>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5"/>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45"/>
          <p:cNvGrpSpPr/>
          <p:nvPr/>
        </p:nvGrpSpPr>
        <p:grpSpPr>
          <a:xfrm rot="-6220424">
            <a:off x="191876" y="474628"/>
            <a:ext cx="602495" cy="353003"/>
            <a:chOff x="-1131628" y="1250953"/>
            <a:chExt cx="695437" cy="407447"/>
          </a:xfrm>
        </p:grpSpPr>
        <p:sp>
          <p:nvSpPr>
            <p:cNvPr id="625" name="Google Shape;625;p45"/>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5"/>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5"/>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1">
  <p:cSld name="CUSTOM_4_1">
    <p:spTree>
      <p:nvGrpSpPr>
        <p:cNvPr id="1" name="Shape 628"/>
        <p:cNvGrpSpPr/>
        <p:nvPr/>
      </p:nvGrpSpPr>
      <p:grpSpPr>
        <a:xfrm>
          <a:off x="0" y="0"/>
          <a:ext cx="0" cy="0"/>
          <a:chOff x="0" y="0"/>
          <a:chExt cx="0" cy="0"/>
        </a:xfrm>
      </p:grpSpPr>
      <p:sp>
        <p:nvSpPr>
          <p:cNvPr id="629" name="Google Shape;629;p46"/>
          <p:cNvSpPr txBox="1">
            <a:spLocks noGrp="1"/>
          </p:cNvSpPr>
          <p:nvPr>
            <p:ph type="title"/>
          </p:nvPr>
        </p:nvSpPr>
        <p:spPr>
          <a:xfrm>
            <a:off x="893716" y="1781534"/>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0" name="Google Shape;630;p46"/>
          <p:cNvSpPr txBox="1">
            <a:spLocks noGrp="1"/>
          </p:cNvSpPr>
          <p:nvPr>
            <p:ph type="subTitle" idx="1"/>
          </p:nvPr>
        </p:nvSpPr>
        <p:spPr>
          <a:xfrm>
            <a:off x="895666" y="2059549"/>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1" name="Google Shape;631;p46"/>
          <p:cNvSpPr txBox="1">
            <a:spLocks noGrp="1"/>
          </p:cNvSpPr>
          <p:nvPr>
            <p:ph type="title" idx="2"/>
          </p:nvPr>
        </p:nvSpPr>
        <p:spPr>
          <a:xfrm>
            <a:off x="5936247" y="1781534"/>
            <a:ext cx="2317200" cy="420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2" name="Google Shape;632;p46"/>
          <p:cNvSpPr txBox="1">
            <a:spLocks noGrp="1"/>
          </p:cNvSpPr>
          <p:nvPr>
            <p:ph type="subTitle" idx="3"/>
          </p:nvPr>
        </p:nvSpPr>
        <p:spPr>
          <a:xfrm>
            <a:off x="5936247" y="2059549"/>
            <a:ext cx="23133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3" name="Google Shape;633;p46"/>
          <p:cNvSpPr txBox="1">
            <a:spLocks noGrp="1"/>
          </p:cNvSpPr>
          <p:nvPr>
            <p:ph type="title" idx="4"/>
          </p:nvPr>
        </p:nvSpPr>
        <p:spPr>
          <a:xfrm>
            <a:off x="893716" y="3183743"/>
            <a:ext cx="2317200" cy="4206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4" name="Google Shape;634;p46"/>
          <p:cNvSpPr txBox="1">
            <a:spLocks noGrp="1"/>
          </p:cNvSpPr>
          <p:nvPr>
            <p:ph type="subTitle" idx="5"/>
          </p:nvPr>
        </p:nvSpPr>
        <p:spPr>
          <a:xfrm>
            <a:off x="895666" y="3464493"/>
            <a:ext cx="2313300" cy="665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5" name="Google Shape;635;p46"/>
          <p:cNvSpPr txBox="1">
            <a:spLocks noGrp="1"/>
          </p:cNvSpPr>
          <p:nvPr>
            <p:ph type="title" idx="6"/>
          </p:nvPr>
        </p:nvSpPr>
        <p:spPr>
          <a:xfrm>
            <a:off x="5936247" y="3183743"/>
            <a:ext cx="2317200" cy="420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700"/>
              <a:buNone/>
              <a:defRPr sz="2500">
                <a:solidFill>
                  <a:schemeClr val="dk2"/>
                </a:solidFill>
              </a:defRPr>
            </a:lvl1pPr>
            <a:lvl2pPr lvl="1" algn="ctr" rtl="0">
              <a:spcBef>
                <a:spcPts val="0"/>
              </a:spcBef>
              <a:spcAft>
                <a:spcPts val="0"/>
              </a:spcAft>
              <a:buClr>
                <a:schemeClr val="dk2"/>
              </a:buClr>
              <a:buSzPts val="2700"/>
              <a:buNone/>
              <a:defRPr sz="2700">
                <a:solidFill>
                  <a:schemeClr val="dk2"/>
                </a:solidFill>
              </a:defRPr>
            </a:lvl2pPr>
            <a:lvl3pPr lvl="2" algn="ctr" rtl="0">
              <a:spcBef>
                <a:spcPts val="0"/>
              </a:spcBef>
              <a:spcAft>
                <a:spcPts val="0"/>
              </a:spcAft>
              <a:buClr>
                <a:schemeClr val="dk2"/>
              </a:buClr>
              <a:buSzPts val="2700"/>
              <a:buNone/>
              <a:defRPr sz="2700">
                <a:solidFill>
                  <a:schemeClr val="dk2"/>
                </a:solidFill>
              </a:defRPr>
            </a:lvl3pPr>
            <a:lvl4pPr lvl="3" algn="ctr" rtl="0">
              <a:spcBef>
                <a:spcPts val="0"/>
              </a:spcBef>
              <a:spcAft>
                <a:spcPts val="0"/>
              </a:spcAft>
              <a:buClr>
                <a:schemeClr val="dk2"/>
              </a:buClr>
              <a:buSzPts val="2700"/>
              <a:buNone/>
              <a:defRPr sz="2700">
                <a:solidFill>
                  <a:schemeClr val="dk2"/>
                </a:solidFill>
              </a:defRPr>
            </a:lvl4pPr>
            <a:lvl5pPr lvl="4" algn="ctr" rtl="0">
              <a:spcBef>
                <a:spcPts val="0"/>
              </a:spcBef>
              <a:spcAft>
                <a:spcPts val="0"/>
              </a:spcAft>
              <a:buClr>
                <a:schemeClr val="dk2"/>
              </a:buClr>
              <a:buSzPts val="2700"/>
              <a:buNone/>
              <a:defRPr sz="2700">
                <a:solidFill>
                  <a:schemeClr val="dk2"/>
                </a:solidFill>
              </a:defRPr>
            </a:lvl5pPr>
            <a:lvl6pPr lvl="5" algn="ctr" rtl="0">
              <a:spcBef>
                <a:spcPts val="0"/>
              </a:spcBef>
              <a:spcAft>
                <a:spcPts val="0"/>
              </a:spcAft>
              <a:buClr>
                <a:schemeClr val="dk2"/>
              </a:buClr>
              <a:buSzPts val="2700"/>
              <a:buNone/>
              <a:defRPr sz="2700">
                <a:solidFill>
                  <a:schemeClr val="dk2"/>
                </a:solidFill>
              </a:defRPr>
            </a:lvl6pPr>
            <a:lvl7pPr lvl="6" algn="ctr" rtl="0">
              <a:spcBef>
                <a:spcPts val="0"/>
              </a:spcBef>
              <a:spcAft>
                <a:spcPts val="0"/>
              </a:spcAft>
              <a:buClr>
                <a:schemeClr val="dk2"/>
              </a:buClr>
              <a:buSzPts val="2700"/>
              <a:buNone/>
              <a:defRPr sz="2700">
                <a:solidFill>
                  <a:schemeClr val="dk2"/>
                </a:solidFill>
              </a:defRPr>
            </a:lvl7pPr>
            <a:lvl8pPr lvl="7" algn="ctr" rtl="0">
              <a:spcBef>
                <a:spcPts val="0"/>
              </a:spcBef>
              <a:spcAft>
                <a:spcPts val="0"/>
              </a:spcAft>
              <a:buClr>
                <a:schemeClr val="dk2"/>
              </a:buClr>
              <a:buSzPts val="2700"/>
              <a:buNone/>
              <a:defRPr sz="2700">
                <a:solidFill>
                  <a:schemeClr val="dk2"/>
                </a:solidFill>
              </a:defRPr>
            </a:lvl8pPr>
            <a:lvl9pPr lvl="8" algn="ctr" rtl="0">
              <a:spcBef>
                <a:spcPts val="0"/>
              </a:spcBef>
              <a:spcAft>
                <a:spcPts val="0"/>
              </a:spcAft>
              <a:buClr>
                <a:schemeClr val="dk2"/>
              </a:buClr>
              <a:buSzPts val="2700"/>
              <a:buNone/>
              <a:defRPr sz="2700">
                <a:solidFill>
                  <a:schemeClr val="dk2"/>
                </a:solidFill>
              </a:defRPr>
            </a:lvl9pPr>
          </a:lstStyle>
          <a:p>
            <a:endParaRPr/>
          </a:p>
        </p:txBody>
      </p:sp>
      <p:sp>
        <p:nvSpPr>
          <p:cNvPr id="636" name="Google Shape;636;p46"/>
          <p:cNvSpPr txBox="1">
            <a:spLocks noGrp="1"/>
          </p:cNvSpPr>
          <p:nvPr>
            <p:ph type="subTitle" idx="7"/>
          </p:nvPr>
        </p:nvSpPr>
        <p:spPr>
          <a:xfrm>
            <a:off x="5936247" y="3464493"/>
            <a:ext cx="2313300" cy="66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7" name="Google Shape;637;p46"/>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38" name="Google Shape;638;p46"/>
          <p:cNvSpPr/>
          <p:nvPr/>
        </p:nvSpPr>
        <p:spPr>
          <a:xfrm>
            <a:off x="791846" y="23420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6"/>
          <p:cNvSpPr/>
          <p:nvPr/>
        </p:nvSpPr>
        <p:spPr>
          <a:xfrm>
            <a:off x="166975" y="175537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6"/>
          <p:cNvSpPr/>
          <p:nvPr/>
        </p:nvSpPr>
        <p:spPr>
          <a:xfrm>
            <a:off x="8610526" y="36883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6"/>
          <p:cNvSpPr/>
          <p:nvPr/>
        </p:nvSpPr>
        <p:spPr>
          <a:xfrm>
            <a:off x="8434624" y="4700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2" name="Google Shape;642;p46"/>
          <p:cNvGrpSpPr/>
          <p:nvPr/>
        </p:nvGrpSpPr>
        <p:grpSpPr>
          <a:xfrm>
            <a:off x="8546723" y="3279925"/>
            <a:ext cx="357775" cy="295791"/>
            <a:chOff x="-783927" y="2108838"/>
            <a:chExt cx="357775" cy="295791"/>
          </a:xfrm>
        </p:grpSpPr>
        <p:sp>
          <p:nvSpPr>
            <p:cNvPr id="643" name="Google Shape;643;p46"/>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6"/>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 name="Google Shape;645;p46"/>
          <p:cNvGrpSpPr/>
          <p:nvPr/>
        </p:nvGrpSpPr>
        <p:grpSpPr>
          <a:xfrm rot="-6220424">
            <a:off x="594126" y="4331928"/>
            <a:ext cx="602495" cy="353003"/>
            <a:chOff x="-1131628" y="1250953"/>
            <a:chExt cx="695437" cy="407447"/>
          </a:xfrm>
        </p:grpSpPr>
        <p:sp>
          <p:nvSpPr>
            <p:cNvPr id="646" name="Google Shape;646;p46"/>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6"/>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6"/>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18">
    <p:spTree>
      <p:nvGrpSpPr>
        <p:cNvPr id="1" name="Shape 707"/>
        <p:cNvGrpSpPr/>
        <p:nvPr/>
      </p:nvGrpSpPr>
      <p:grpSpPr>
        <a:xfrm>
          <a:off x="0" y="0"/>
          <a:ext cx="0" cy="0"/>
          <a:chOff x="0" y="0"/>
          <a:chExt cx="0" cy="0"/>
        </a:xfrm>
      </p:grpSpPr>
      <p:sp>
        <p:nvSpPr>
          <p:cNvPr id="708" name="Google Shape;708;p50"/>
          <p:cNvSpPr/>
          <p:nvPr/>
        </p:nvSpPr>
        <p:spPr>
          <a:xfrm flipH="1">
            <a:off x="7533751" y="1878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50"/>
          <p:cNvSpPr/>
          <p:nvPr/>
        </p:nvSpPr>
        <p:spPr>
          <a:xfrm flipH="1">
            <a:off x="8545229" y="309771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50"/>
          <p:cNvSpPr/>
          <p:nvPr/>
        </p:nvSpPr>
        <p:spPr>
          <a:xfrm flipH="1">
            <a:off x="273229" y="11367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50"/>
          <p:cNvSpPr/>
          <p:nvPr/>
        </p:nvSpPr>
        <p:spPr>
          <a:xfrm flipH="1">
            <a:off x="580337" y="46423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2" name="Google Shape;712;p50"/>
          <p:cNvGrpSpPr/>
          <p:nvPr/>
        </p:nvGrpSpPr>
        <p:grpSpPr>
          <a:xfrm flipH="1">
            <a:off x="145590" y="4105000"/>
            <a:ext cx="357775" cy="295791"/>
            <a:chOff x="-783927" y="2108838"/>
            <a:chExt cx="357775" cy="295791"/>
          </a:xfrm>
        </p:grpSpPr>
        <p:sp>
          <p:nvSpPr>
            <p:cNvPr id="713" name="Google Shape;713;p50"/>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50"/>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 name="Google Shape;715;p50"/>
          <p:cNvGrpSpPr/>
          <p:nvPr/>
        </p:nvGrpSpPr>
        <p:grpSpPr>
          <a:xfrm rot="6220639" flipH="1">
            <a:off x="8403879" y="350985"/>
            <a:ext cx="643516" cy="377027"/>
            <a:chOff x="-1131628" y="1250953"/>
            <a:chExt cx="695437" cy="407447"/>
          </a:xfrm>
        </p:grpSpPr>
        <p:sp>
          <p:nvSpPr>
            <p:cNvPr id="716" name="Google Shape;716;p50"/>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50"/>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50"/>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719"/>
        <p:cNvGrpSpPr/>
        <p:nvPr/>
      </p:nvGrpSpPr>
      <p:grpSpPr>
        <a:xfrm>
          <a:off x="0" y="0"/>
          <a:ext cx="0" cy="0"/>
          <a:chOff x="0" y="0"/>
          <a:chExt cx="0" cy="0"/>
        </a:xfrm>
      </p:grpSpPr>
      <p:sp>
        <p:nvSpPr>
          <p:cNvPr id="720" name="Google Shape;720;p51"/>
          <p:cNvSpPr/>
          <p:nvPr/>
        </p:nvSpPr>
        <p:spPr>
          <a:xfrm rot="10800000">
            <a:off x="8023831" y="4722682"/>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1"/>
          <p:cNvSpPr/>
          <p:nvPr/>
        </p:nvSpPr>
        <p:spPr>
          <a:xfrm rot="10800000">
            <a:off x="8724584" y="80899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1"/>
          <p:cNvSpPr/>
          <p:nvPr/>
        </p:nvSpPr>
        <p:spPr>
          <a:xfrm rot="10800000">
            <a:off x="387021" y="465538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51"/>
          <p:cNvSpPr/>
          <p:nvPr/>
        </p:nvSpPr>
        <p:spPr>
          <a:xfrm rot="10800000">
            <a:off x="8023830" y="182290"/>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4" name="Google Shape;724;p51"/>
          <p:cNvGrpSpPr/>
          <p:nvPr/>
        </p:nvGrpSpPr>
        <p:grpSpPr>
          <a:xfrm rot="10800000">
            <a:off x="216069" y="1157911"/>
            <a:ext cx="357775" cy="295791"/>
            <a:chOff x="-783927" y="2108838"/>
            <a:chExt cx="357775" cy="295791"/>
          </a:xfrm>
        </p:grpSpPr>
        <p:sp>
          <p:nvSpPr>
            <p:cNvPr id="725" name="Google Shape;725;p51"/>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51"/>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 name="Google Shape;727;p51"/>
          <p:cNvGrpSpPr/>
          <p:nvPr/>
        </p:nvGrpSpPr>
        <p:grpSpPr>
          <a:xfrm rot="9499021">
            <a:off x="180325" y="326389"/>
            <a:ext cx="643542" cy="377042"/>
            <a:chOff x="-1131628" y="1250953"/>
            <a:chExt cx="695437" cy="407447"/>
          </a:xfrm>
        </p:grpSpPr>
        <p:sp>
          <p:nvSpPr>
            <p:cNvPr id="728" name="Google Shape;728;p5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5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5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 name="Google Shape;731;p51"/>
          <p:cNvGrpSpPr/>
          <p:nvPr/>
        </p:nvGrpSpPr>
        <p:grpSpPr>
          <a:xfrm rot="4579361">
            <a:off x="8462034" y="4466877"/>
            <a:ext cx="643516" cy="377027"/>
            <a:chOff x="-1131628" y="1250953"/>
            <a:chExt cx="695437" cy="407447"/>
          </a:xfrm>
        </p:grpSpPr>
        <p:sp>
          <p:nvSpPr>
            <p:cNvPr id="732" name="Google Shape;732;p5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5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5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2">
  <p:cSld name="CUSTOM_20">
    <p:spTree>
      <p:nvGrpSpPr>
        <p:cNvPr id="1" name="Shape 735"/>
        <p:cNvGrpSpPr/>
        <p:nvPr/>
      </p:nvGrpSpPr>
      <p:grpSpPr>
        <a:xfrm>
          <a:off x="0" y="0"/>
          <a:ext cx="0" cy="0"/>
          <a:chOff x="0" y="0"/>
          <a:chExt cx="0" cy="0"/>
        </a:xfrm>
      </p:grpSpPr>
      <p:sp>
        <p:nvSpPr>
          <p:cNvPr id="736" name="Google Shape;736;p52"/>
          <p:cNvSpPr/>
          <p:nvPr/>
        </p:nvSpPr>
        <p:spPr>
          <a:xfrm>
            <a:off x="1393271" y="451327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52"/>
          <p:cNvSpPr/>
          <p:nvPr/>
        </p:nvSpPr>
        <p:spPr>
          <a:xfrm>
            <a:off x="8553376" y="44262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 name="Google Shape;738;p52"/>
          <p:cNvGrpSpPr/>
          <p:nvPr/>
        </p:nvGrpSpPr>
        <p:grpSpPr>
          <a:xfrm>
            <a:off x="4935935" y="4656350"/>
            <a:ext cx="357775" cy="295791"/>
            <a:chOff x="-783927" y="2108838"/>
            <a:chExt cx="357775" cy="295791"/>
          </a:xfrm>
        </p:grpSpPr>
        <p:sp>
          <p:nvSpPr>
            <p:cNvPr id="739" name="Google Shape;739;p52"/>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2"/>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52"/>
          <p:cNvGrpSpPr/>
          <p:nvPr/>
        </p:nvGrpSpPr>
        <p:grpSpPr>
          <a:xfrm rot="-6220424">
            <a:off x="153776" y="4551328"/>
            <a:ext cx="602495" cy="353003"/>
            <a:chOff x="-1131628" y="1250953"/>
            <a:chExt cx="695437" cy="407447"/>
          </a:xfrm>
        </p:grpSpPr>
        <p:sp>
          <p:nvSpPr>
            <p:cNvPr id="742" name="Google Shape;742;p52"/>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2"/>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2"/>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5" name="Google Shape;745;p52"/>
          <p:cNvSpPr/>
          <p:nvPr/>
        </p:nvSpPr>
        <p:spPr>
          <a:xfrm>
            <a:off x="307421" y="646125"/>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2"/>
          <p:cNvSpPr/>
          <p:nvPr/>
        </p:nvSpPr>
        <p:spPr>
          <a:xfrm>
            <a:off x="8705776" y="2352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3">
  <p:cSld name="CUSTOM_21">
    <p:spTree>
      <p:nvGrpSpPr>
        <p:cNvPr id="1" name="Shape 747"/>
        <p:cNvGrpSpPr/>
        <p:nvPr/>
      </p:nvGrpSpPr>
      <p:grpSpPr>
        <a:xfrm>
          <a:off x="0" y="0"/>
          <a:ext cx="0" cy="0"/>
          <a:chOff x="0" y="0"/>
          <a:chExt cx="0" cy="0"/>
        </a:xfrm>
      </p:grpSpPr>
      <p:sp>
        <p:nvSpPr>
          <p:cNvPr id="748" name="Google Shape;748;p53"/>
          <p:cNvSpPr/>
          <p:nvPr/>
        </p:nvSpPr>
        <p:spPr>
          <a:xfrm flipH="1">
            <a:off x="8589732" y="2884364"/>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3"/>
          <p:cNvSpPr/>
          <p:nvPr/>
        </p:nvSpPr>
        <p:spPr>
          <a:xfrm flipH="1">
            <a:off x="648331" y="2341609"/>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0" name="Google Shape;750;p53"/>
          <p:cNvGrpSpPr/>
          <p:nvPr/>
        </p:nvGrpSpPr>
        <p:grpSpPr>
          <a:xfrm flipH="1">
            <a:off x="250417" y="316675"/>
            <a:ext cx="357775" cy="295791"/>
            <a:chOff x="-783927" y="2108838"/>
            <a:chExt cx="357775" cy="295791"/>
          </a:xfrm>
        </p:grpSpPr>
        <p:sp>
          <p:nvSpPr>
            <p:cNvPr id="751" name="Google Shape;751;p53"/>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3"/>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53"/>
          <p:cNvGrpSpPr/>
          <p:nvPr/>
        </p:nvGrpSpPr>
        <p:grpSpPr>
          <a:xfrm rot="6220424" flipH="1">
            <a:off x="8403556" y="474628"/>
            <a:ext cx="602495" cy="353003"/>
            <a:chOff x="-1131628" y="1250953"/>
            <a:chExt cx="695437" cy="407447"/>
          </a:xfrm>
        </p:grpSpPr>
        <p:sp>
          <p:nvSpPr>
            <p:cNvPr id="754" name="Google Shape;754;p5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5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 name="Google Shape;757;p53"/>
          <p:cNvGrpSpPr/>
          <p:nvPr/>
        </p:nvGrpSpPr>
        <p:grpSpPr>
          <a:xfrm rot="-9651258" flipH="1">
            <a:off x="8259928" y="4475444"/>
            <a:ext cx="643548" cy="377045"/>
            <a:chOff x="-1131628" y="1250953"/>
            <a:chExt cx="695437" cy="407447"/>
          </a:xfrm>
        </p:grpSpPr>
        <p:sp>
          <p:nvSpPr>
            <p:cNvPr id="758" name="Google Shape;758;p5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5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761;p53"/>
          <p:cNvGrpSpPr/>
          <p:nvPr/>
        </p:nvGrpSpPr>
        <p:grpSpPr>
          <a:xfrm rot="7140317" flipH="1">
            <a:off x="249546" y="4386268"/>
            <a:ext cx="643533" cy="377037"/>
            <a:chOff x="-1131628" y="1250953"/>
            <a:chExt cx="695437" cy="407447"/>
          </a:xfrm>
        </p:grpSpPr>
        <p:sp>
          <p:nvSpPr>
            <p:cNvPr id="762" name="Google Shape;762;p53"/>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3"/>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3"/>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FCA4E85-8311-1046-BD78-50CB7B70E21D}"/>
              </a:ext>
            </a:extLst>
          </p:cNvPr>
          <p:cNvGraphicFramePr>
            <a:graphicFrameLocks/>
          </p:cNvGraphicFramePr>
          <p:nvPr userDrawn="1">
            <p:custDataLst>
              <p:tags r:id="rId24"/>
            </p:custDataLst>
            <p:extLst>
              <p:ext uri="{D42A27DB-BD31-4B8C-83A1-F6EECF244321}">
                <p14:modId xmlns:p14="http://schemas.microsoft.com/office/powerpoint/2010/main" val="23637096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25" imgW="7772400" imgH="10058400" progId="TCLayout.ActiveDocument.1">
                  <p:embed/>
                </p:oleObj>
              </mc:Choice>
              <mc:Fallback>
                <p:oleObj name="think-cell Slide" r:id="rId25" imgW="7772400" imgH="10058400" progId="TCLayout.ActiveDocument.1">
                  <p:embed/>
                  <p:pic>
                    <p:nvPicPr>
                      <p:cNvPr id="2" name="think-cell data - do not delete" hidden="1">
                        <a:extLst>
                          <a:ext uri="{FF2B5EF4-FFF2-40B4-BE49-F238E27FC236}">
                            <a16:creationId xmlns:a16="http://schemas.microsoft.com/office/drawing/2014/main" id="{4FCA4E85-8311-1046-BD78-50CB7B70E21D}"/>
                          </a:ext>
                        </a:extLst>
                      </p:cNvPr>
                      <p:cNvPicPr/>
                      <p:nvPr/>
                    </p:nvPicPr>
                    <p:blipFill>
                      <a:blip r:embed="rId26"/>
                      <a:stretch>
                        <a:fillRect/>
                      </a:stretch>
                    </p:blipFill>
                    <p:spPr>
                      <a:xfrm>
                        <a:off x="1588" y="1588"/>
                        <a:ext cx="1227" cy="1588"/>
                      </a:xfrm>
                      <a:prstGeom prst="rect">
                        <a:avLst/>
                      </a:prstGeom>
                    </p:spPr>
                  </p:pic>
                </p:oleObj>
              </mc:Fallback>
            </mc:AlternateContent>
          </a:graphicData>
        </a:graphic>
      </p:graphicFrame>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Bungee"/>
              <a:buNone/>
              <a:defRPr sz="3500">
                <a:solidFill>
                  <a:schemeClr val="dk1"/>
                </a:solidFill>
                <a:latin typeface="Bungee"/>
                <a:ea typeface="Bungee"/>
                <a:cs typeface="Bungee"/>
                <a:sym typeface="Bungee"/>
              </a:defRPr>
            </a:lvl1pPr>
            <a:lvl2pPr lvl="1">
              <a:spcBef>
                <a:spcPts val="0"/>
              </a:spcBef>
              <a:spcAft>
                <a:spcPts val="0"/>
              </a:spcAft>
              <a:buClr>
                <a:schemeClr val="dk1"/>
              </a:buClr>
              <a:buSzPts val="3500"/>
              <a:buNone/>
              <a:defRPr sz="3500">
                <a:solidFill>
                  <a:schemeClr val="dk1"/>
                </a:solidFill>
              </a:defRPr>
            </a:lvl2pPr>
            <a:lvl3pPr lvl="2">
              <a:spcBef>
                <a:spcPts val="0"/>
              </a:spcBef>
              <a:spcAft>
                <a:spcPts val="0"/>
              </a:spcAft>
              <a:buClr>
                <a:schemeClr val="dk1"/>
              </a:buClr>
              <a:buSzPts val="3500"/>
              <a:buNone/>
              <a:defRPr sz="3500">
                <a:solidFill>
                  <a:schemeClr val="dk1"/>
                </a:solidFill>
              </a:defRPr>
            </a:lvl3pPr>
            <a:lvl4pPr lvl="3">
              <a:spcBef>
                <a:spcPts val="0"/>
              </a:spcBef>
              <a:spcAft>
                <a:spcPts val="0"/>
              </a:spcAft>
              <a:buClr>
                <a:schemeClr val="dk1"/>
              </a:buClr>
              <a:buSzPts val="3500"/>
              <a:buNone/>
              <a:defRPr sz="3500">
                <a:solidFill>
                  <a:schemeClr val="dk1"/>
                </a:solidFill>
              </a:defRPr>
            </a:lvl4pPr>
            <a:lvl5pPr lvl="4">
              <a:spcBef>
                <a:spcPts val="0"/>
              </a:spcBef>
              <a:spcAft>
                <a:spcPts val="0"/>
              </a:spcAft>
              <a:buClr>
                <a:schemeClr val="dk1"/>
              </a:buClr>
              <a:buSzPts val="3500"/>
              <a:buNone/>
              <a:defRPr sz="3500">
                <a:solidFill>
                  <a:schemeClr val="dk1"/>
                </a:solidFill>
              </a:defRPr>
            </a:lvl5pPr>
            <a:lvl6pPr lvl="5">
              <a:spcBef>
                <a:spcPts val="0"/>
              </a:spcBef>
              <a:spcAft>
                <a:spcPts val="0"/>
              </a:spcAft>
              <a:buClr>
                <a:schemeClr val="dk1"/>
              </a:buClr>
              <a:buSzPts val="3500"/>
              <a:buNone/>
              <a:defRPr sz="3500">
                <a:solidFill>
                  <a:schemeClr val="dk1"/>
                </a:solidFill>
              </a:defRPr>
            </a:lvl6pPr>
            <a:lvl7pPr lvl="6">
              <a:spcBef>
                <a:spcPts val="0"/>
              </a:spcBef>
              <a:spcAft>
                <a:spcPts val="0"/>
              </a:spcAft>
              <a:buClr>
                <a:schemeClr val="dk1"/>
              </a:buClr>
              <a:buSzPts val="3500"/>
              <a:buNone/>
              <a:defRPr sz="3500">
                <a:solidFill>
                  <a:schemeClr val="dk1"/>
                </a:solidFill>
              </a:defRPr>
            </a:lvl7pPr>
            <a:lvl8pPr lvl="7">
              <a:spcBef>
                <a:spcPts val="0"/>
              </a:spcBef>
              <a:spcAft>
                <a:spcPts val="0"/>
              </a:spcAft>
              <a:buClr>
                <a:schemeClr val="dk1"/>
              </a:buClr>
              <a:buSzPts val="3500"/>
              <a:buNone/>
              <a:defRPr sz="3500">
                <a:solidFill>
                  <a:schemeClr val="dk1"/>
                </a:solidFill>
              </a:defRPr>
            </a:lvl8pPr>
            <a:lvl9pPr lvl="8">
              <a:spcBef>
                <a:spcPts val="0"/>
              </a:spcBef>
              <a:spcAft>
                <a:spcPts val="0"/>
              </a:spcAft>
              <a:buClr>
                <a:schemeClr val="dk1"/>
              </a:buClr>
              <a:buSzPts val="3500"/>
              <a:buNone/>
              <a:defRPr sz="35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Cairo"/>
              <a:buChar char="●"/>
              <a:defRPr sz="1800">
                <a:solidFill>
                  <a:schemeClr val="dk1"/>
                </a:solidFill>
                <a:latin typeface="Cairo"/>
                <a:ea typeface="Cairo"/>
                <a:cs typeface="Cairo"/>
                <a:sym typeface="Cairo"/>
              </a:defRPr>
            </a:lvl1pPr>
            <a:lvl2pPr marL="914400" lvl="1"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2pPr>
            <a:lvl3pPr marL="1371600" lvl="2"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3pPr>
            <a:lvl4pPr marL="1828800" lvl="3"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4pPr>
            <a:lvl5pPr marL="2286000" lvl="4"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5pPr>
            <a:lvl6pPr marL="2743200" lvl="5"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6pPr>
            <a:lvl7pPr marL="3200400" lvl="6"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7pPr>
            <a:lvl8pPr marL="3657600" lvl="7"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8pPr>
            <a:lvl9pPr marL="4114800" lvl="8" indent="-317500">
              <a:lnSpc>
                <a:spcPct val="115000"/>
              </a:lnSpc>
              <a:spcBef>
                <a:spcPts val="0"/>
              </a:spcBef>
              <a:spcAft>
                <a:spcPts val="0"/>
              </a:spcAft>
              <a:buClr>
                <a:schemeClr val="dk1"/>
              </a:buClr>
              <a:buSzPts val="1400"/>
              <a:buFont typeface="Cairo"/>
              <a:buChar char="■"/>
              <a:defRPr>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8" r:id="rId6"/>
    <p:sldLayoutId id="2147483659" r:id="rId7"/>
    <p:sldLayoutId id="2147483663" r:id="rId8"/>
    <p:sldLayoutId id="2147483667" r:id="rId9"/>
    <p:sldLayoutId id="2147483669" r:id="rId10"/>
    <p:sldLayoutId id="2147483673" r:id="rId11"/>
    <p:sldLayoutId id="2147483675" r:id="rId12"/>
    <p:sldLayoutId id="2147483677" r:id="rId13"/>
    <p:sldLayoutId id="2147483687" r:id="rId14"/>
    <p:sldLayoutId id="2147483689" r:id="rId15"/>
    <p:sldLayoutId id="2147483690" r:id="rId16"/>
    <p:sldLayoutId id="2147483691" r:id="rId17"/>
    <p:sldLayoutId id="2147483692" r:id="rId18"/>
    <p:sldLayoutId id="2147483696" r:id="rId19"/>
    <p:sldLayoutId id="2147483697" r:id="rId20"/>
    <p:sldLayoutId id="2147483698" r:id="rId21"/>
    <p:sldLayoutId id="214748369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ags" Target="../tags/tag2.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4.e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notesSlide" Target="../notesSlides/notesSlide16.xml"/><Relationship Id="rId7" Type="http://schemas.openxmlformats.org/officeDocument/2006/relationships/image" Target="../media/image7.png"/><Relationship Id="rId2" Type="http://schemas.openxmlformats.org/officeDocument/2006/relationships/slideLayout" Target="../slideLayouts/slideLayout14.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oleObject" Target="../embeddings/oleObject5.bin"/><Relationship Id="rId9"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microsoft.com/office/2018/10/relationships/comments" Target="../comments/modernComment_15A_224E7F3B.xm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11.emf"/><Relationship Id="rId5" Type="http://schemas.openxmlformats.org/officeDocument/2006/relationships/oleObject" Target="../embeddings/oleObject6.bin"/><Relationship Id="rId4" Type="http://schemas.microsoft.com/office/2018/10/relationships/comments" Target="../comments/modernComment_162_274475B2.xml"/></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notesSlide" Target="../notesSlides/notesSlide19.xml"/><Relationship Id="rId7"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7.xml"/><Relationship Id="rId6" Type="http://schemas.openxmlformats.org/officeDocument/2006/relationships/image" Target="../media/image13.png"/><Relationship Id="rId5" Type="http://schemas.openxmlformats.org/officeDocument/2006/relationships/image" Target="../media/image12.emf"/><Relationship Id="rId4"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8"/>
        <p:cNvGrpSpPr/>
        <p:nvPr/>
      </p:nvGrpSpPr>
      <p:grpSpPr>
        <a:xfrm>
          <a:off x="0" y="0"/>
          <a:ext cx="0" cy="0"/>
          <a:chOff x="0" y="0"/>
          <a:chExt cx="0" cy="0"/>
        </a:xfrm>
      </p:grpSpPr>
      <p:sp>
        <p:nvSpPr>
          <p:cNvPr id="779" name="Google Shape;779;p59"/>
          <p:cNvSpPr txBox="1">
            <a:spLocks noGrp="1"/>
          </p:cNvSpPr>
          <p:nvPr>
            <p:ph type="ctrTitle"/>
          </p:nvPr>
        </p:nvSpPr>
        <p:spPr>
          <a:xfrm>
            <a:off x="717375" y="1519975"/>
            <a:ext cx="5460600" cy="2014800"/>
          </a:xfrm>
          <a:prstGeom prst="rect">
            <a:avLst/>
          </a:prstGeom>
        </p:spPr>
        <p:txBody>
          <a:bodyPr spcFirstLastPara="1" wrap="square" lIns="91425" tIns="91425" rIns="91425" bIns="91425" anchor="ctr" anchorCtr="0">
            <a:noAutofit/>
          </a:bodyPr>
          <a:lstStyle/>
          <a:p>
            <a:r>
              <a:rPr lang="en" sz="3600" dirty="0"/>
              <a:t>MODELING </a:t>
            </a:r>
            <a:r>
              <a:rPr lang="en" sz="3600" dirty="0">
                <a:solidFill>
                  <a:schemeClr val="bg2"/>
                </a:solidFill>
              </a:rPr>
              <a:t>DIABETES</a:t>
            </a:r>
            <a:r>
              <a:rPr lang="en" sz="3600" dirty="0">
                <a:solidFill>
                  <a:srgbClr val="F6EFE4"/>
                </a:solidFill>
              </a:rPr>
              <a:t> RISK </a:t>
            </a:r>
            <a:r>
              <a:rPr lang="en" sz="3600" dirty="0">
                <a:solidFill>
                  <a:schemeClr val="tx1"/>
                </a:solidFill>
              </a:rPr>
              <a:t>INDICATORS</a:t>
            </a:r>
            <a:endParaRPr lang="en-US" sz="3600" dirty="0">
              <a:solidFill>
                <a:schemeClr val="tx1"/>
              </a:solidFill>
            </a:endParaRPr>
          </a:p>
        </p:txBody>
      </p:sp>
      <p:sp>
        <p:nvSpPr>
          <p:cNvPr id="780" name="Google Shape;780;p59"/>
          <p:cNvSpPr txBox="1">
            <a:spLocks noGrp="1"/>
          </p:cNvSpPr>
          <p:nvPr>
            <p:ph type="subTitle" idx="1"/>
          </p:nvPr>
        </p:nvSpPr>
        <p:spPr>
          <a:xfrm>
            <a:off x="784421" y="3740007"/>
            <a:ext cx="1662681" cy="1038681"/>
          </a:xfrm>
          <a:prstGeom prst="rect">
            <a:avLst/>
          </a:prstGeom>
        </p:spPr>
        <p:txBody>
          <a:bodyPr spcFirstLastPara="1" wrap="square" lIns="91425" tIns="91425" rIns="91425" bIns="91425" anchor="t" anchorCtr="0">
            <a:noAutofit/>
          </a:bodyPr>
          <a:lstStyle/>
          <a:p>
            <a:pPr marL="0" indent="0"/>
            <a:r>
              <a:rPr lang="en">
                <a:solidFill>
                  <a:schemeClr val="accent3"/>
                </a:solidFill>
              </a:rPr>
              <a:t>Zoë Levings </a:t>
            </a:r>
          </a:p>
          <a:p>
            <a:pPr marL="0" indent="0"/>
            <a:r>
              <a:rPr lang="en">
                <a:solidFill>
                  <a:schemeClr val="accent3"/>
                </a:solidFill>
              </a:rPr>
              <a:t>Vanshika Sapra</a:t>
            </a:r>
          </a:p>
          <a:p>
            <a:pPr marL="0" indent="0"/>
            <a:r>
              <a:rPr lang="en">
                <a:solidFill>
                  <a:schemeClr val="accent3"/>
                </a:solidFill>
              </a:rPr>
              <a:t>Monica Jang</a:t>
            </a:r>
          </a:p>
          <a:p>
            <a:pPr marL="0" indent="0"/>
            <a:r>
              <a:rPr lang="en">
                <a:solidFill>
                  <a:schemeClr val="accent3"/>
                </a:solidFill>
              </a:rPr>
              <a:t>Tina Faraji</a:t>
            </a:r>
          </a:p>
        </p:txBody>
      </p:sp>
      <p:grpSp>
        <p:nvGrpSpPr>
          <p:cNvPr id="781" name="Google Shape;781;p59"/>
          <p:cNvGrpSpPr/>
          <p:nvPr/>
        </p:nvGrpSpPr>
        <p:grpSpPr>
          <a:xfrm rot="1083497">
            <a:off x="5142418" y="113509"/>
            <a:ext cx="1361691" cy="1675062"/>
            <a:chOff x="-6040512" y="733529"/>
            <a:chExt cx="1401404" cy="1723744"/>
          </a:xfrm>
        </p:grpSpPr>
        <p:sp>
          <p:nvSpPr>
            <p:cNvPr id="782" name="Google Shape;782;p59"/>
            <p:cNvSpPr/>
            <p:nvPr/>
          </p:nvSpPr>
          <p:spPr>
            <a:xfrm>
              <a:off x="-5035046" y="1440650"/>
              <a:ext cx="28404" cy="21198"/>
            </a:xfrm>
            <a:custGeom>
              <a:avLst/>
              <a:gdLst/>
              <a:ahLst/>
              <a:cxnLst/>
              <a:rect l="l" t="t" r="r" b="b"/>
              <a:pathLst>
                <a:path w="812" h="606" extrusionOk="0">
                  <a:moveTo>
                    <a:pt x="444" y="0"/>
                  </a:moveTo>
                  <a:cubicBezTo>
                    <a:pt x="0" y="32"/>
                    <a:pt x="69" y="606"/>
                    <a:pt x="305" y="606"/>
                  </a:cubicBezTo>
                  <a:cubicBezTo>
                    <a:pt x="318" y="606"/>
                    <a:pt x="331" y="604"/>
                    <a:pt x="344" y="601"/>
                  </a:cubicBezTo>
                  <a:cubicBezTo>
                    <a:pt x="511" y="601"/>
                    <a:pt x="811" y="67"/>
                    <a:pt x="511"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9"/>
            <p:cNvSpPr/>
            <p:nvPr/>
          </p:nvSpPr>
          <p:spPr>
            <a:xfrm>
              <a:off x="-4985690" y="1246966"/>
              <a:ext cx="59536" cy="38513"/>
            </a:xfrm>
            <a:custGeom>
              <a:avLst/>
              <a:gdLst/>
              <a:ahLst/>
              <a:cxnLst/>
              <a:rect l="l" t="t" r="r" b="b"/>
              <a:pathLst>
                <a:path w="1702" h="1101" extrusionOk="0">
                  <a:moveTo>
                    <a:pt x="734" y="0"/>
                  </a:moveTo>
                  <a:cubicBezTo>
                    <a:pt x="467" y="34"/>
                    <a:pt x="0" y="467"/>
                    <a:pt x="267" y="867"/>
                  </a:cubicBezTo>
                  <a:cubicBezTo>
                    <a:pt x="334" y="1001"/>
                    <a:pt x="501" y="1101"/>
                    <a:pt x="668" y="1101"/>
                  </a:cubicBezTo>
                  <a:cubicBezTo>
                    <a:pt x="901" y="1068"/>
                    <a:pt x="1168" y="1001"/>
                    <a:pt x="1401" y="934"/>
                  </a:cubicBezTo>
                  <a:cubicBezTo>
                    <a:pt x="1702" y="867"/>
                    <a:pt x="1635" y="434"/>
                    <a:pt x="1468" y="200"/>
                  </a:cubicBezTo>
                  <a:cubicBezTo>
                    <a:pt x="1368" y="67"/>
                    <a:pt x="1201" y="0"/>
                    <a:pt x="1068"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9"/>
            <p:cNvSpPr/>
            <p:nvPr/>
          </p:nvSpPr>
          <p:spPr>
            <a:xfrm>
              <a:off x="-5170034" y="1329798"/>
              <a:ext cx="135373" cy="84057"/>
            </a:xfrm>
            <a:custGeom>
              <a:avLst/>
              <a:gdLst/>
              <a:ahLst/>
              <a:cxnLst/>
              <a:rect l="l" t="t" r="r" b="b"/>
              <a:pathLst>
                <a:path w="3870" h="2403" extrusionOk="0">
                  <a:moveTo>
                    <a:pt x="1234" y="1"/>
                  </a:moveTo>
                  <a:cubicBezTo>
                    <a:pt x="934" y="1"/>
                    <a:pt x="701" y="201"/>
                    <a:pt x="701" y="501"/>
                  </a:cubicBezTo>
                  <a:cubicBezTo>
                    <a:pt x="667" y="935"/>
                    <a:pt x="434" y="834"/>
                    <a:pt x="567" y="1235"/>
                  </a:cubicBezTo>
                  <a:cubicBezTo>
                    <a:pt x="667" y="1668"/>
                    <a:pt x="0" y="1768"/>
                    <a:pt x="100" y="1969"/>
                  </a:cubicBezTo>
                  <a:cubicBezTo>
                    <a:pt x="100" y="2035"/>
                    <a:pt x="133" y="2069"/>
                    <a:pt x="200" y="2069"/>
                  </a:cubicBezTo>
                  <a:cubicBezTo>
                    <a:pt x="211" y="2072"/>
                    <a:pt x="224" y="2074"/>
                    <a:pt x="239" y="2074"/>
                  </a:cubicBezTo>
                  <a:cubicBezTo>
                    <a:pt x="359" y="2074"/>
                    <a:pt x="589" y="1969"/>
                    <a:pt x="767" y="1969"/>
                  </a:cubicBezTo>
                  <a:cubicBezTo>
                    <a:pt x="1067" y="1969"/>
                    <a:pt x="701" y="2369"/>
                    <a:pt x="1067" y="2402"/>
                  </a:cubicBezTo>
                  <a:cubicBezTo>
                    <a:pt x="1434" y="2369"/>
                    <a:pt x="1768" y="2169"/>
                    <a:pt x="2001" y="1902"/>
                  </a:cubicBezTo>
                  <a:cubicBezTo>
                    <a:pt x="2068" y="1768"/>
                    <a:pt x="2202" y="1702"/>
                    <a:pt x="2368" y="1702"/>
                  </a:cubicBezTo>
                  <a:cubicBezTo>
                    <a:pt x="2468" y="1735"/>
                    <a:pt x="2602" y="1768"/>
                    <a:pt x="2702" y="1869"/>
                  </a:cubicBezTo>
                  <a:cubicBezTo>
                    <a:pt x="2902" y="2002"/>
                    <a:pt x="3136" y="2069"/>
                    <a:pt x="3369" y="2069"/>
                  </a:cubicBezTo>
                  <a:cubicBezTo>
                    <a:pt x="3603" y="2069"/>
                    <a:pt x="3803" y="2002"/>
                    <a:pt x="3836" y="1902"/>
                  </a:cubicBezTo>
                  <a:cubicBezTo>
                    <a:pt x="3869" y="1635"/>
                    <a:pt x="3036" y="1535"/>
                    <a:pt x="3069" y="1268"/>
                  </a:cubicBezTo>
                  <a:cubicBezTo>
                    <a:pt x="3136" y="1001"/>
                    <a:pt x="2268" y="801"/>
                    <a:pt x="2001" y="634"/>
                  </a:cubicBezTo>
                  <a:cubicBezTo>
                    <a:pt x="1735" y="468"/>
                    <a:pt x="1301" y="401"/>
                    <a:pt x="1301" y="134"/>
                  </a:cubicBezTo>
                  <a:cubicBezTo>
                    <a:pt x="1334" y="67"/>
                    <a:pt x="1268" y="1"/>
                    <a:pt x="1234"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9"/>
            <p:cNvSpPr/>
            <p:nvPr/>
          </p:nvSpPr>
          <p:spPr>
            <a:xfrm>
              <a:off x="-5111198" y="1419592"/>
              <a:ext cx="48377" cy="24801"/>
            </a:xfrm>
            <a:custGeom>
              <a:avLst/>
              <a:gdLst/>
              <a:ahLst/>
              <a:cxnLst/>
              <a:rect l="l" t="t" r="r" b="b"/>
              <a:pathLst>
                <a:path w="1383" h="709" extrusionOk="0">
                  <a:moveTo>
                    <a:pt x="1218" y="0"/>
                  </a:moveTo>
                  <a:cubicBezTo>
                    <a:pt x="884" y="0"/>
                    <a:pt x="1" y="412"/>
                    <a:pt x="386" y="669"/>
                  </a:cubicBezTo>
                  <a:cubicBezTo>
                    <a:pt x="420" y="703"/>
                    <a:pt x="486" y="703"/>
                    <a:pt x="553" y="703"/>
                  </a:cubicBezTo>
                  <a:cubicBezTo>
                    <a:pt x="574" y="706"/>
                    <a:pt x="596" y="708"/>
                    <a:pt x="618" y="708"/>
                  </a:cubicBezTo>
                  <a:cubicBezTo>
                    <a:pt x="973" y="708"/>
                    <a:pt x="1383" y="226"/>
                    <a:pt x="1320" y="69"/>
                  </a:cubicBezTo>
                  <a:cubicBezTo>
                    <a:pt x="1320" y="35"/>
                    <a:pt x="1287" y="2"/>
                    <a:pt x="1253" y="2"/>
                  </a:cubicBezTo>
                  <a:cubicBezTo>
                    <a:pt x="1242" y="1"/>
                    <a:pt x="1231" y="0"/>
                    <a:pt x="1218"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9"/>
            <p:cNvSpPr/>
            <p:nvPr/>
          </p:nvSpPr>
          <p:spPr>
            <a:xfrm>
              <a:off x="-6040512" y="972128"/>
              <a:ext cx="1401404" cy="1485146"/>
            </a:xfrm>
            <a:custGeom>
              <a:avLst/>
              <a:gdLst/>
              <a:ahLst/>
              <a:cxnLst/>
              <a:rect l="l" t="t" r="r" b="b"/>
              <a:pathLst>
                <a:path w="40063" h="42457" extrusionOk="0">
                  <a:moveTo>
                    <a:pt x="12136" y="0"/>
                  </a:moveTo>
                  <a:cubicBezTo>
                    <a:pt x="11156" y="0"/>
                    <a:pt x="10239" y="625"/>
                    <a:pt x="9908" y="1619"/>
                  </a:cubicBezTo>
                  <a:lnTo>
                    <a:pt x="368" y="30707"/>
                  </a:lnTo>
                  <a:cubicBezTo>
                    <a:pt x="1" y="31874"/>
                    <a:pt x="568" y="33142"/>
                    <a:pt x="1735" y="33609"/>
                  </a:cubicBezTo>
                  <a:lnTo>
                    <a:pt x="22850" y="42282"/>
                  </a:lnTo>
                  <a:cubicBezTo>
                    <a:pt x="23146" y="42400"/>
                    <a:pt x="23451" y="42456"/>
                    <a:pt x="23749" y="42456"/>
                  </a:cubicBezTo>
                  <a:cubicBezTo>
                    <a:pt x="24628" y="42456"/>
                    <a:pt x="25454" y="41969"/>
                    <a:pt x="25852" y="41148"/>
                  </a:cubicBezTo>
                  <a:lnTo>
                    <a:pt x="39462" y="13728"/>
                  </a:lnTo>
                  <a:cubicBezTo>
                    <a:pt x="40063" y="12494"/>
                    <a:pt x="39495" y="11026"/>
                    <a:pt x="38228" y="10492"/>
                  </a:cubicBezTo>
                  <a:lnTo>
                    <a:pt x="13043" y="185"/>
                  </a:lnTo>
                  <a:cubicBezTo>
                    <a:pt x="12745" y="59"/>
                    <a:pt x="12437" y="0"/>
                    <a:pt x="121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9"/>
            <p:cNvSpPr/>
            <p:nvPr/>
          </p:nvSpPr>
          <p:spPr>
            <a:xfrm>
              <a:off x="-5760462" y="1183232"/>
              <a:ext cx="927670" cy="754169"/>
            </a:xfrm>
            <a:custGeom>
              <a:avLst/>
              <a:gdLst/>
              <a:ahLst/>
              <a:cxnLst/>
              <a:rect l="l" t="t" r="r" b="b"/>
              <a:pathLst>
                <a:path w="26520" h="21560" extrusionOk="0">
                  <a:moveTo>
                    <a:pt x="5634" y="0"/>
                  </a:moveTo>
                  <a:cubicBezTo>
                    <a:pt x="4898" y="0"/>
                    <a:pt x="4203" y="464"/>
                    <a:pt x="3970" y="1188"/>
                  </a:cubicBezTo>
                  <a:lnTo>
                    <a:pt x="301" y="12096"/>
                  </a:lnTo>
                  <a:cubicBezTo>
                    <a:pt x="0" y="12963"/>
                    <a:pt x="434" y="13897"/>
                    <a:pt x="1268" y="14264"/>
                  </a:cubicBezTo>
                  <a:lnTo>
                    <a:pt x="18814" y="21436"/>
                  </a:lnTo>
                  <a:cubicBezTo>
                    <a:pt x="19022" y="21520"/>
                    <a:pt x="19239" y="21559"/>
                    <a:pt x="19453" y="21559"/>
                  </a:cubicBezTo>
                  <a:cubicBezTo>
                    <a:pt x="20096" y="21559"/>
                    <a:pt x="20715" y="21203"/>
                    <a:pt x="21015" y="20602"/>
                  </a:cubicBezTo>
                  <a:lnTo>
                    <a:pt x="26052" y="10262"/>
                  </a:lnTo>
                  <a:cubicBezTo>
                    <a:pt x="26519" y="9328"/>
                    <a:pt x="26086" y="8260"/>
                    <a:pt x="25152" y="7860"/>
                  </a:cubicBezTo>
                  <a:lnTo>
                    <a:pt x="6271" y="121"/>
                  </a:lnTo>
                  <a:cubicBezTo>
                    <a:pt x="6062" y="39"/>
                    <a:pt x="5846" y="0"/>
                    <a:pt x="5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9"/>
            <p:cNvSpPr/>
            <p:nvPr/>
          </p:nvSpPr>
          <p:spPr>
            <a:xfrm>
              <a:off x="-5649610" y="1299471"/>
              <a:ext cx="550760" cy="479611"/>
            </a:xfrm>
            <a:custGeom>
              <a:avLst/>
              <a:gdLst/>
              <a:ahLst/>
              <a:cxnLst/>
              <a:rect l="l" t="t" r="r" b="b"/>
              <a:pathLst>
                <a:path w="15745" h="13711" extrusionOk="0">
                  <a:moveTo>
                    <a:pt x="10875" y="0"/>
                  </a:moveTo>
                  <a:lnTo>
                    <a:pt x="0" y="11709"/>
                  </a:lnTo>
                  <a:lnTo>
                    <a:pt x="4870" y="13710"/>
                  </a:lnTo>
                  <a:lnTo>
                    <a:pt x="15745" y="2002"/>
                  </a:lnTo>
                  <a:lnTo>
                    <a:pt x="108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9"/>
            <p:cNvSpPr/>
            <p:nvPr/>
          </p:nvSpPr>
          <p:spPr>
            <a:xfrm>
              <a:off x="-5408073" y="1398639"/>
              <a:ext cx="490105" cy="453935"/>
            </a:xfrm>
            <a:custGeom>
              <a:avLst/>
              <a:gdLst/>
              <a:ahLst/>
              <a:cxnLst/>
              <a:rect l="l" t="t" r="r" b="b"/>
              <a:pathLst>
                <a:path w="14011" h="12977" extrusionOk="0">
                  <a:moveTo>
                    <a:pt x="10875" y="1"/>
                  </a:moveTo>
                  <a:lnTo>
                    <a:pt x="0" y="11709"/>
                  </a:lnTo>
                  <a:lnTo>
                    <a:pt x="3136" y="12977"/>
                  </a:lnTo>
                  <a:lnTo>
                    <a:pt x="14010" y="1268"/>
                  </a:lnTo>
                  <a:lnTo>
                    <a:pt x="1087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9"/>
            <p:cNvSpPr/>
            <p:nvPr/>
          </p:nvSpPr>
          <p:spPr>
            <a:xfrm>
              <a:off x="-5632120" y="1905044"/>
              <a:ext cx="262560" cy="252066"/>
            </a:xfrm>
            <a:custGeom>
              <a:avLst/>
              <a:gdLst/>
              <a:ahLst/>
              <a:cxnLst/>
              <a:rect l="l" t="t" r="r" b="b"/>
              <a:pathLst>
                <a:path w="7506" h="7206" extrusionOk="0">
                  <a:moveTo>
                    <a:pt x="2035" y="1"/>
                  </a:moveTo>
                  <a:lnTo>
                    <a:pt x="1" y="4971"/>
                  </a:lnTo>
                  <a:lnTo>
                    <a:pt x="5471" y="7206"/>
                  </a:lnTo>
                  <a:lnTo>
                    <a:pt x="7506" y="2236"/>
                  </a:lnTo>
                  <a:lnTo>
                    <a:pt x="203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9"/>
            <p:cNvSpPr/>
            <p:nvPr/>
          </p:nvSpPr>
          <p:spPr>
            <a:xfrm>
              <a:off x="-5385931" y="2006556"/>
              <a:ext cx="271935" cy="248988"/>
            </a:xfrm>
            <a:custGeom>
              <a:avLst/>
              <a:gdLst/>
              <a:ahLst/>
              <a:cxnLst/>
              <a:rect l="l" t="t" r="r" b="b"/>
              <a:pathLst>
                <a:path w="7774" h="7118" extrusionOk="0">
                  <a:moveTo>
                    <a:pt x="2036" y="1"/>
                  </a:moveTo>
                  <a:lnTo>
                    <a:pt x="1" y="4938"/>
                  </a:lnTo>
                  <a:lnTo>
                    <a:pt x="5171" y="7072"/>
                  </a:lnTo>
                  <a:cubicBezTo>
                    <a:pt x="5255" y="7103"/>
                    <a:pt x="5344" y="7118"/>
                    <a:pt x="5433" y="7118"/>
                  </a:cubicBezTo>
                  <a:cubicBezTo>
                    <a:pt x="5734" y="7118"/>
                    <a:pt x="6036" y="6948"/>
                    <a:pt x="6139" y="6639"/>
                  </a:cubicBezTo>
                  <a:lnTo>
                    <a:pt x="7606" y="3070"/>
                  </a:lnTo>
                  <a:cubicBezTo>
                    <a:pt x="7773" y="2703"/>
                    <a:pt x="7573" y="2269"/>
                    <a:pt x="7206" y="2102"/>
                  </a:cubicBezTo>
                  <a:lnTo>
                    <a:pt x="20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9"/>
            <p:cNvSpPr/>
            <p:nvPr/>
          </p:nvSpPr>
          <p:spPr>
            <a:xfrm>
              <a:off x="-5886495" y="1807135"/>
              <a:ext cx="270745" cy="249652"/>
            </a:xfrm>
            <a:custGeom>
              <a:avLst/>
              <a:gdLst/>
              <a:ahLst/>
              <a:cxnLst/>
              <a:rect l="l" t="t" r="r" b="b"/>
              <a:pathLst>
                <a:path w="7740" h="7137" extrusionOk="0">
                  <a:moveTo>
                    <a:pt x="2289" y="0"/>
                  </a:moveTo>
                  <a:cubicBezTo>
                    <a:pt x="1995" y="0"/>
                    <a:pt x="1725" y="168"/>
                    <a:pt x="1602" y="465"/>
                  </a:cubicBezTo>
                  <a:lnTo>
                    <a:pt x="134" y="4034"/>
                  </a:lnTo>
                  <a:cubicBezTo>
                    <a:pt x="1" y="4401"/>
                    <a:pt x="168" y="4868"/>
                    <a:pt x="568" y="5001"/>
                  </a:cubicBezTo>
                  <a:lnTo>
                    <a:pt x="5738" y="7136"/>
                  </a:lnTo>
                  <a:lnTo>
                    <a:pt x="7740" y="2166"/>
                  </a:lnTo>
                  <a:lnTo>
                    <a:pt x="2603" y="64"/>
                  </a:lnTo>
                  <a:cubicBezTo>
                    <a:pt x="2498" y="21"/>
                    <a:pt x="2392" y="0"/>
                    <a:pt x="2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9"/>
            <p:cNvSpPr/>
            <p:nvPr/>
          </p:nvSpPr>
          <p:spPr>
            <a:xfrm>
              <a:off x="-5305407" y="1103443"/>
              <a:ext cx="297575" cy="175040"/>
            </a:xfrm>
            <a:custGeom>
              <a:avLst/>
              <a:gdLst/>
              <a:ahLst/>
              <a:cxnLst/>
              <a:rect l="l" t="t" r="r" b="b"/>
              <a:pathLst>
                <a:path w="8507" h="5004" extrusionOk="0">
                  <a:moveTo>
                    <a:pt x="734" y="0"/>
                  </a:moveTo>
                  <a:lnTo>
                    <a:pt x="1" y="1802"/>
                  </a:lnTo>
                  <a:lnTo>
                    <a:pt x="7773" y="5004"/>
                  </a:lnTo>
                  <a:lnTo>
                    <a:pt x="8507" y="3203"/>
                  </a:lnTo>
                  <a:lnTo>
                    <a:pt x="73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9"/>
            <p:cNvSpPr/>
            <p:nvPr/>
          </p:nvSpPr>
          <p:spPr>
            <a:xfrm>
              <a:off x="-5238910" y="733529"/>
              <a:ext cx="350115" cy="464464"/>
            </a:xfrm>
            <a:custGeom>
              <a:avLst/>
              <a:gdLst/>
              <a:ahLst/>
              <a:cxnLst/>
              <a:rect l="l" t="t" r="r" b="b"/>
              <a:pathLst>
                <a:path w="10009" h="13278" extrusionOk="0">
                  <a:moveTo>
                    <a:pt x="4538" y="1"/>
                  </a:moveTo>
                  <a:lnTo>
                    <a:pt x="1" y="11042"/>
                  </a:lnTo>
                  <a:lnTo>
                    <a:pt x="5472" y="13277"/>
                  </a:lnTo>
                  <a:lnTo>
                    <a:pt x="10008" y="2236"/>
                  </a:lnTo>
                  <a:lnTo>
                    <a:pt x="45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59"/>
          <p:cNvGrpSpPr/>
          <p:nvPr/>
        </p:nvGrpSpPr>
        <p:grpSpPr>
          <a:xfrm>
            <a:off x="8255635" y="2423850"/>
            <a:ext cx="357775" cy="295791"/>
            <a:chOff x="-783927" y="2108838"/>
            <a:chExt cx="357775" cy="295791"/>
          </a:xfrm>
        </p:grpSpPr>
        <p:sp>
          <p:nvSpPr>
            <p:cNvPr id="796" name="Google Shape;796;p59"/>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9"/>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8" name="Google Shape;798;p59"/>
          <p:cNvSpPr/>
          <p:nvPr/>
        </p:nvSpPr>
        <p:spPr>
          <a:xfrm>
            <a:off x="4105700" y="1501452"/>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9" name="Google Shape;799;p59"/>
          <p:cNvGrpSpPr/>
          <p:nvPr/>
        </p:nvGrpSpPr>
        <p:grpSpPr>
          <a:xfrm rot="9651258">
            <a:off x="30220" y="4669982"/>
            <a:ext cx="643548" cy="377045"/>
            <a:chOff x="-1131628" y="1250953"/>
            <a:chExt cx="695437" cy="407447"/>
          </a:xfrm>
        </p:grpSpPr>
        <p:sp>
          <p:nvSpPr>
            <p:cNvPr id="800" name="Google Shape;800;p59"/>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9"/>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9"/>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 name="Google Shape;803;p59"/>
          <p:cNvGrpSpPr/>
          <p:nvPr/>
        </p:nvGrpSpPr>
        <p:grpSpPr>
          <a:xfrm rot="-7140317">
            <a:off x="5329549" y="3847843"/>
            <a:ext cx="643533" cy="377037"/>
            <a:chOff x="-1131628" y="1250953"/>
            <a:chExt cx="695437" cy="407447"/>
          </a:xfrm>
        </p:grpSpPr>
        <p:sp>
          <p:nvSpPr>
            <p:cNvPr id="804" name="Google Shape;804;p59"/>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9"/>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9"/>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 name="Google Shape;807;p59"/>
          <p:cNvGrpSpPr/>
          <p:nvPr/>
        </p:nvGrpSpPr>
        <p:grpSpPr>
          <a:xfrm>
            <a:off x="6358316" y="756641"/>
            <a:ext cx="1667923" cy="4618010"/>
            <a:chOff x="6358316" y="756641"/>
            <a:chExt cx="1667923" cy="4618010"/>
          </a:xfrm>
        </p:grpSpPr>
        <p:grpSp>
          <p:nvGrpSpPr>
            <p:cNvPr id="808" name="Google Shape;808;p59"/>
            <p:cNvGrpSpPr/>
            <p:nvPr/>
          </p:nvGrpSpPr>
          <p:grpSpPr>
            <a:xfrm flipH="1">
              <a:off x="6363558" y="756641"/>
              <a:ext cx="1662681" cy="4618010"/>
              <a:chOff x="1183630" y="885542"/>
              <a:chExt cx="1787637" cy="4965068"/>
            </a:xfrm>
          </p:grpSpPr>
          <p:sp>
            <p:nvSpPr>
              <p:cNvPr id="809" name="Google Shape;809;p59"/>
              <p:cNvSpPr/>
              <p:nvPr/>
            </p:nvSpPr>
            <p:spPr>
              <a:xfrm>
                <a:off x="2034070" y="2216492"/>
                <a:ext cx="21870" cy="32758"/>
              </a:xfrm>
              <a:custGeom>
                <a:avLst/>
                <a:gdLst/>
                <a:ahLst/>
                <a:cxnLst/>
                <a:rect l="l" t="t" r="r" b="b"/>
                <a:pathLst>
                  <a:path w="695" h="1041" extrusionOk="0">
                    <a:moveTo>
                      <a:pt x="537" y="1"/>
                    </a:moveTo>
                    <a:cubicBezTo>
                      <a:pt x="459" y="1"/>
                      <a:pt x="441" y="153"/>
                      <a:pt x="228" y="305"/>
                    </a:cubicBezTo>
                    <a:cubicBezTo>
                      <a:pt x="0" y="435"/>
                      <a:pt x="216" y="1040"/>
                      <a:pt x="443" y="1040"/>
                    </a:cubicBezTo>
                    <a:cubicBezTo>
                      <a:pt x="449" y="1040"/>
                      <a:pt x="455" y="1040"/>
                      <a:pt x="461" y="1039"/>
                    </a:cubicBezTo>
                    <a:cubicBezTo>
                      <a:pt x="695" y="972"/>
                      <a:pt x="661" y="5"/>
                      <a:pt x="561" y="5"/>
                    </a:cubicBezTo>
                    <a:cubicBezTo>
                      <a:pt x="552" y="2"/>
                      <a:pt x="545" y="1"/>
                      <a:pt x="537"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9"/>
              <p:cNvSpPr/>
              <p:nvPr/>
            </p:nvSpPr>
            <p:spPr>
              <a:xfrm>
                <a:off x="1927616" y="2281850"/>
                <a:ext cx="18755" cy="11423"/>
              </a:xfrm>
              <a:custGeom>
                <a:avLst/>
                <a:gdLst/>
                <a:ahLst/>
                <a:cxnLst/>
                <a:rect l="l" t="t" r="r" b="b"/>
                <a:pathLst>
                  <a:path w="596" h="363" extrusionOk="0">
                    <a:moveTo>
                      <a:pt x="447" y="0"/>
                    </a:moveTo>
                    <a:cubicBezTo>
                      <a:pt x="273" y="0"/>
                      <a:pt x="1" y="214"/>
                      <a:pt x="75" y="263"/>
                    </a:cubicBezTo>
                    <a:cubicBezTo>
                      <a:pt x="179" y="328"/>
                      <a:pt x="284" y="363"/>
                      <a:pt x="370" y="363"/>
                    </a:cubicBezTo>
                    <a:cubicBezTo>
                      <a:pt x="504" y="363"/>
                      <a:pt x="595" y="279"/>
                      <a:pt x="575" y="96"/>
                    </a:cubicBezTo>
                    <a:cubicBezTo>
                      <a:pt x="558" y="27"/>
                      <a:pt x="509" y="0"/>
                      <a:pt x="447"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9"/>
              <p:cNvSpPr/>
              <p:nvPr/>
            </p:nvSpPr>
            <p:spPr>
              <a:xfrm>
                <a:off x="2284615" y="2367536"/>
                <a:ext cx="52551" cy="11958"/>
              </a:xfrm>
              <a:custGeom>
                <a:avLst/>
                <a:gdLst/>
                <a:ahLst/>
                <a:cxnLst/>
                <a:rect l="l" t="t" r="r" b="b"/>
                <a:pathLst>
                  <a:path w="1670" h="380" extrusionOk="0">
                    <a:moveTo>
                      <a:pt x="315" y="1"/>
                    </a:moveTo>
                    <a:cubicBezTo>
                      <a:pt x="161" y="1"/>
                      <a:pt x="0" y="149"/>
                      <a:pt x="105" y="175"/>
                    </a:cubicBezTo>
                    <a:cubicBezTo>
                      <a:pt x="371" y="275"/>
                      <a:pt x="638" y="342"/>
                      <a:pt x="905" y="375"/>
                    </a:cubicBezTo>
                    <a:cubicBezTo>
                      <a:pt x="935" y="378"/>
                      <a:pt x="966" y="380"/>
                      <a:pt x="996" y="380"/>
                    </a:cubicBezTo>
                    <a:cubicBezTo>
                      <a:pt x="1312" y="380"/>
                      <a:pt x="1669" y="236"/>
                      <a:pt x="1639" y="175"/>
                    </a:cubicBezTo>
                    <a:cubicBezTo>
                      <a:pt x="1639" y="146"/>
                      <a:pt x="1622" y="136"/>
                      <a:pt x="1594" y="136"/>
                    </a:cubicBezTo>
                    <a:cubicBezTo>
                      <a:pt x="1547" y="136"/>
                      <a:pt x="1472" y="161"/>
                      <a:pt x="1400" y="161"/>
                    </a:cubicBezTo>
                    <a:cubicBezTo>
                      <a:pt x="1367" y="161"/>
                      <a:pt x="1335" y="156"/>
                      <a:pt x="1305" y="142"/>
                    </a:cubicBezTo>
                    <a:cubicBezTo>
                      <a:pt x="1261" y="108"/>
                      <a:pt x="1168" y="101"/>
                      <a:pt x="1058" y="101"/>
                    </a:cubicBezTo>
                    <a:cubicBezTo>
                      <a:pt x="970" y="101"/>
                      <a:pt x="871" y="106"/>
                      <a:pt x="777" y="106"/>
                    </a:cubicBezTo>
                    <a:cubicBezTo>
                      <a:pt x="636" y="106"/>
                      <a:pt x="505" y="95"/>
                      <a:pt x="438" y="42"/>
                    </a:cubicBezTo>
                    <a:cubicBezTo>
                      <a:pt x="402" y="13"/>
                      <a:pt x="359" y="1"/>
                      <a:pt x="315"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9"/>
              <p:cNvSpPr/>
              <p:nvPr/>
            </p:nvSpPr>
            <p:spPr>
              <a:xfrm>
                <a:off x="2435879" y="2363508"/>
                <a:ext cx="44652" cy="22814"/>
              </a:xfrm>
              <a:custGeom>
                <a:avLst/>
                <a:gdLst/>
                <a:ahLst/>
                <a:cxnLst/>
                <a:rect l="l" t="t" r="r" b="b"/>
                <a:pathLst>
                  <a:path w="1419" h="725" extrusionOk="0">
                    <a:moveTo>
                      <a:pt x="1355" y="0"/>
                    </a:moveTo>
                    <a:cubicBezTo>
                      <a:pt x="1333" y="0"/>
                      <a:pt x="1303" y="11"/>
                      <a:pt x="1268" y="36"/>
                    </a:cubicBezTo>
                    <a:cubicBezTo>
                      <a:pt x="1035" y="203"/>
                      <a:pt x="768" y="270"/>
                      <a:pt x="501" y="270"/>
                    </a:cubicBezTo>
                    <a:cubicBezTo>
                      <a:pt x="134" y="270"/>
                      <a:pt x="1" y="537"/>
                      <a:pt x="234" y="670"/>
                    </a:cubicBezTo>
                    <a:cubicBezTo>
                      <a:pt x="304" y="709"/>
                      <a:pt x="382" y="724"/>
                      <a:pt x="462" y="724"/>
                    </a:cubicBezTo>
                    <a:cubicBezTo>
                      <a:pt x="726" y="724"/>
                      <a:pt x="1002" y="555"/>
                      <a:pt x="1002" y="503"/>
                    </a:cubicBezTo>
                    <a:cubicBezTo>
                      <a:pt x="1002" y="403"/>
                      <a:pt x="1102" y="203"/>
                      <a:pt x="1268" y="136"/>
                    </a:cubicBezTo>
                    <a:cubicBezTo>
                      <a:pt x="1417" y="87"/>
                      <a:pt x="1419" y="0"/>
                      <a:pt x="1355"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9"/>
              <p:cNvSpPr/>
              <p:nvPr/>
            </p:nvSpPr>
            <p:spPr>
              <a:xfrm>
                <a:off x="1704259" y="1937501"/>
                <a:ext cx="88203" cy="90217"/>
              </a:xfrm>
              <a:custGeom>
                <a:avLst/>
                <a:gdLst/>
                <a:ahLst/>
                <a:cxnLst/>
                <a:rect l="l" t="t" r="r" b="b"/>
                <a:pathLst>
                  <a:path w="2803" h="2867" extrusionOk="0">
                    <a:moveTo>
                      <a:pt x="2208" y="1"/>
                    </a:moveTo>
                    <a:cubicBezTo>
                      <a:pt x="2028" y="1"/>
                      <a:pt x="1848" y="198"/>
                      <a:pt x="1669" y="198"/>
                    </a:cubicBezTo>
                    <a:lnTo>
                      <a:pt x="1602" y="198"/>
                    </a:lnTo>
                    <a:cubicBezTo>
                      <a:pt x="1505" y="157"/>
                      <a:pt x="1397" y="132"/>
                      <a:pt x="1301" y="132"/>
                    </a:cubicBezTo>
                    <a:cubicBezTo>
                      <a:pt x="1166" y="132"/>
                      <a:pt x="1055" y="181"/>
                      <a:pt x="1035" y="298"/>
                    </a:cubicBezTo>
                    <a:cubicBezTo>
                      <a:pt x="1035" y="498"/>
                      <a:pt x="1302" y="432"/>
                      <a:pt x="1302" y="565"/>
                    </a:cubicBezTo>
                    <a:cubicBezTo>
                      <a:pt x="1302" y="698"/>
                      <a:pt x="1035" y="665"/>
                      <a:pt x="868" y="798"/>
                    </a:cubicBezTo>
                    <a:cubicBezTo>
                      <a:pt x="821" y="830"/>
                      <a:pt x="775" y="841"/>
                      <a:pt x="728" y="841"/>
                    </a:cubicBezTo>
                    <a:cubicBezTo>
                      <a:pt x="612" y="841"/>
                      <a:pt x="496" y="773"/>
                      <a:pt x="380" y="773"/>
                    </a:cubicBezTo>
                    <a:cubicBezTo>
                      <a:pt x="342" y="773"/>
                      <a:pt x="305" y="780"/>
                      <a:pt x="268" y="798"/>
                    </a:cubicBezTo>
                    <a:cubicBezTo>
                      <a:pt x="68" y="865"/>
                      <a:pt x="468" y="999"/>
                      <a:pt x="335" y="1199"/>
                    </a:cubicBezTo>
                    <a:cubicBezTo>
                      <a:pt x="201" y="1399"/>
                      <a:pt x="335" y="1399"/>
                      <a:pt x="601" y="1599"/>
                    </a:cubicBezTo>
                    <a:cubicBezTo>
                      <a:pt x="835" y="1799"/>
                      <a:pt x="435" y="1833"/>
                      <a:pt x="435" y="2066"/>
                    </a:cubicBezTo>
                    <a:cubicBezTo>
                      <a:pt x="435" y="2300"/>
                      <a:pt x="134" y="2266"/>
                      <a:pt x="68" y="2433"/>
                    </a:cubicBezTo>
                    <a:cubicBezTo>
                      <a:pt x="1" y="2566"/>
                      <a:pt x="335" y="2867"/>
                      <a:pt x="635" y="2867"/>
                    </a:cubicBezTo>
                    <a:cubicBezTo>
                      <a:pt x="968" y="2833"/>
                      <a:pt x="1302" y="2700"/>
                      <a:pt x="1569" y="2466"/>
                    </a:cubicBezTo>
                    <a:cubicBezTo>
                      <a:pt x="1667" y="2368"/>
                      <a:pt x="1752" y="2342"/>
                      <a:pt x="1832" y="2342"/>
                    </a:cubicBezTo>
                    <a:cubicBezTo>
                      <a:pt x="1919" y="2342"/>
                      <a:pt x="2000" y="2373"/>
                      <a:pt x="2086" y="2373"/>
                    </a:cubicBezTo>
                    <a:cubicBezTo>
                      <a:pt x="2134" y="2373"/>
                      <a:pt x="2183" y="2363"/>
                      <a:pt x="2236" y="2333"/>
                    </a:cubicBezTo>
                    <a:cubicBezTo>
                      <a:pt x="2503" y="2199"/>
                      <a:pt x="2336" y="1232"/>
                      <a:pt x="2236" y="1032"/>
                    </a:cubicBezTo>
                    <a:cubicBezTo>
                      <a:pt x="2236" y="1032"/>
                      <a:pt x="2236" y="999"/>
                      <a:pt x="2236" y="965"/>
                    </a:cubicBezTo>
                    <a:cubicBezTo>
                      <a:pt x="2269" y="865"/>
                      <a:pt x="2536" y="832"/>
                      <a:pt x="2670" y="698"/>
                    </a:cubicBezTo>
                    <a:cubicBezTo>
                      <a:pt x="2803" y="565"/>
                      <a:pt x="2569" y="265"/>
                      <a:pt x="2369" y="65"/>
                    </a:cubicBezTo>
                    <a:cubicBezTo>
                      <a:pt x="2315" y="18"/>
                      <a:pt x="2262" y="1"/>
                      <a:pt x="2208"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9"/>
              <p:cNvSpPr/>
              <p:nvPr/>
            </p:nvSpPr>
            <p:spPr>
              <a:xfrm>
                <a:off x="1760303" y="1858329"/>
                <a:ext cx="18534" cy="16143"/>
              </a:xfrm>
              <a:custGeom>
                <a:avLst/>
                <a:gdLst/>
                <a:ahLst/>
                <a:cxnLst/>
                <a:rect l="l" t="t" r="r" b="b"/>
                <a:pathLst>
                  <a:path w="589" h="513" extrusionOk="0">
                    <a:moveTo>
                      <a:pt x="486" y="1"/>
                    </a:moveTo>
                    <a:cubicBezTo>
                      <a:pt x="330" y="1"/>
                      <a:pt x="1" y="512"/>
                      <a:pt x="155" y="512"/>
                    </a:cubicBezTo>
                    <a:cubicBezTo>
                      <a:pt x="288" y="512"/>
                      <a:pt x="588" y="112"/>
                      <a:pt x="522" y="12"/>
                    </a:cubicBezTo>
                    <a:cubicBezTo>
                      <a:pt x="511" y="4"/>
                      <a:pt x="500" y="1"/>
                      <a:pt x="486"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9"/>
              <p:cNvSpPr/>
              <p:nvPr/>
            </p:nvSpPr>
            <p:spPr>
              <a:xfrm>
                <a:off x="1766219" y="1847410"/>
                <a:ext cx="154065" cy="215710"/>
              </a:xfrm>
              <a:custGeom>
                <a:avLst/>
                <a:gdLst/>
                <a:ahLst/>
                <a:cxnLst/>
                <a:rect l="l" t="t" r="r" b="b"/>
                <a:pathLst>
                  <a:path w="4896" h="6855" extrusionOk="0">
                    <a:moveTo>
                      <a:pt x="2055" y="1"/>
                    </a:moveTo>
                    <a:cubicBezTo>
                      <a:pt x="1988" y="1"/>
                      <a:pt x="1951" y="170"/>
                      <a:pt x="1868" y="226"/>
                    </a:cubicBezTo>
                    <a:cubicBezTo>
                      <a:pt x="1768" y="259"/>
                      <a:pt x="1668" y="276"/>
                      <a:pt x="1568" y="276"/>
                    </a:cubicBezTo>
                    <a:cubicBezTo>
                      <a:pt x="1468" y="276"/>
                      <a:pt x="1368" y="259"/>
                      <a:pt x="1268" y="226"/>
                    </a:cubicBezTo>
                    <a:cubicBezTo>
                      <a:pt x="1256" y="224"/>
                      <a:pt x="1245" y="224"/>
                      <a:pt x="1234" y="224"/>
                    </a:cubicBezTo>
                    <a:cubicBezTo>
                      <a:pt x="992" y="224"/>
                      <a:pt x="902" y="565"/>
                      <a:pt x="934" y="693"/>
                    </a:cubicBezTo>
                    <a:cubicBezTo>
                      <a:pt x="934" y="859"/>
                      <a:pt x="634" y="960"/>
                      <a:pt x="667" y="1093"/>
                    </a:cubicBezTo>
                    <a:cubicBezTo>
                      <a:pt x="719" y="1170"/>
                      <a:pt x="670" y="1248"/>
                      <a:pt x="600" y="1248"/>
                    </a:cubicBezTo>
                    <a:cubicBezTo>
                      <a:pt x="579" y="1248"/>
                      <a:pt x="556" y="1241"/>
                      <a:pt x="534" y="1226"/>
                    </a:cubicBezTo>
                    <a:cubicBezTo>
                      <a:pt x="483" y="1176"/>
                      <a:pt x="394" y="1048"/>
                      <a:pt x="281" y="1048"/>
                    </a:cubicBezTo>
                    <a:cubicBezTo>
                      <a:pt x="245" y="1048"/>
                      <a:pt x="207" y="1061"/>
                      <a:pt x="167" y="1093"/>
                    </a:cubicBezTo>
                    <a:cubicBezTo>
                      <a:pt x="0" y="1226"/>
                      <a:pt x="367" y="1393"/>
                      <a:pt x="600" y="1427"/>
                    </a:cubicBezTo>
                    <a:cubicBezTo>
                      <a:pt x="801" y="1460"/>
                      <a:pt x="434" y="1593"/>
                      <a:pt x="367" y="1860"/>
                    </a:cubicBezTo>
                    <a:cubicBezTo>
                      <a:pt x="334" y="2094"/>
                      <a:pt x="667" y="1960"/>
                      <a:pt x="667" y="2127"/>
                    </a:cubicBezTo>
                    <a:cubicBezTo>
                      <a:pt x="667" y="2294"/>
                      <a:pt x="200" y="2327"/>
                      <a:pt x="200" y="2461"/>
                    </a:cubicBezTo>
                    <a:cubicBezTo>
                      <a:pt x="200" y="2503"/>
                      <a:pt x="217" y="2520"/>
                      <a:pt x="245" y="2520"/>
                    </a:cubicBezTo>
                    <a:cubicBezTo>
                      <a:pt x="327" y="2520"/>
                      <a:pt x="501" y="2377"/>
                      <a:pt x="600" y="2327"/>
                    </a:cubicBezTo>
                    <a:cubicBezTo>
                      <a:pt x="609" y="2323"/>
                      <a:pt x="617" y="2321"/>
                      <a:pt x="623" y="2321"/>
                    </a:cubicBezTo>
                    <a:cubicBezTo>
                      <a:pt x="703" y="2321"/>
                      <a:pt x="575" y="2667"/>
                      <a:pt x="780" y="2667"/>
                    </a:cubicBezTo>
                    <a:cubicBezTo>
                      <a:pt x="796" y="2667"/>
                      <a:pt x="814" y="2665"/>
                      <a:pt x="834" y="2661"/>
                    </a:cubicBezTo>
                    <a:cubicBezTo>
                      <a:pt x="1122" y="2629"/>
                      <a:pt x="1041" y="2258"/>
                      <a:pt x="1123" y="2258"/>
                    </a:cubicBezTo>
                    <a:cubicBezTo>
                      <a:pt x="1127" y="2258"/>
                      <a:pt x="1130" y="2259"/>
                      <a:pt x="1134" y="2260"/>
                    </a:cubicBezTo>
                    <a:cubicBezTo>
                      <a:pt x="1268" y="2294"/>
                      <a:pt x="1101" y="2461"/>
                      <a:pt x="1201" y="2627"/>
                    </a:cubicBezTo>
                    <a:cubicBezTo>
                      <a:pt x="1268" y="2794"/>
                      <a:pt x="967" y="3061"/>
                      <a:pt x="1001" y="3194"/>
                    </a:cubicBezTo>
                    <a:cubicBezTo>
                      <a:pt x="1001" y="3254"/>
                      <a:pt x="1122" y="3287"/>
                      <a:pt x="1274" y="3287"/>
                    </a:cubicBezTo>
                    <a:cubicBezTo>
                      <a:pt x="1460" y="3287"/>
                      <a:pt x="1691" y="3238"/>
                      <a:pt x="1801" y="3128"/>
                    </a:cubicBezTo>
                    <a:cubicBezTo>
                      <a:pt x="1851" y="3068"/>
                      <a:pt x="1895" y="3044"/>
                      <a:pt x="1928" y="3044"/>
                    </a:cubicBezTo>
                    <a:cubicBezTo>
                      <a:pt x="2007" y="3044"/>
                      <a:pt x="2028" y="3177"/>
                      <a:pt x="1935" y="3295"/>
                    </a:cubicBezTo>
                    <a:cubicBezTo>
                      <a:pt x="1801" y="3395"/>
                      <a:pt x="1868" y="3595"/>
                      <a:pt x="2035" y="3628"/>
                    </a:cubicBezTo>
                    <a:cubicBezTo>
                      <a:pt x="2202" y="3695"/>
                      <a:pt x="2235" y="3695"/>
                      <a:pt x="2168" y="3828"/>
                    </a:cubicBezTo>
                    <a:cubicBezTo>
                      <a:pt x="2102" y="3962"/>
                      <a:pt x="2168" y="4195"/>
                      <a:pt x="2135" y="4329"/>
                    </a:cubicBezTo>
                    <a:cubicBezTo>
                      <a:pt x="2098" y="4384"/>
                      <a:pt x="1930" y="4408"/>
                      <a:pt x="1786" y="4408"/>
                    </a:cubicBezTo>
                    <a:cubicBezTo>
                      <a:pt x="1669" y="4408"/>
                      <a:pt x="1568" y="4392"/>
                      <a:pt x="1568" y="4362"/>
                    </a:cubicBezTo>
                    <a:cubicBezTo>
                      <a:pt x="1556" y="4327"/>
                      <a:pt x="1524" y="4312"/>
                      <a:pt x="1491" y="4312"/>
                    </a:cubicBezTo>
                    <a:cubicBezTo>
                      <a:pt x="1427" y="4312"/>
                      <a:pt x="1358" y="4363"/>
                      <a:pt x="1401" y="4429"/>
                    </a:cubicBezTo>
                    <a:cubicBezTo>
                      <a:pt x="1434" y="4562"/>
                      <a:pt x="1201" y="4662"/>
                      <a:pt x="1234" y="4762"/>
                    </a:cubicBezTo>
                    <a:cubicBezTo>
                      <a:pt x="1234" y="4896"/>
                      <a:pt x="1534" y="4862"/>
                      <a:pt x="1534" y="4996"/>
                    </a:cubicBezTo>
                    <a:cubicBezTo>
                      <a:pt x="1568" y="5129"/>
                      <a:pt x="1334" y="5263"/>
                      <a:pt x="1034" y="5363"/>
                    </a:cubicBezTo>
                    <a:cubicBezTo>
                      <a:pt x="757" y="5446"/>
                      <a:pt x="986" y="5621"/>
                      <a:pt x="1148" y="5621"/>
                    </a:cubicBezTo>
                    <a:cubicBezTo>
                      <a:pt x="1181" y="5621"/>
                      <a:pt x="1212" y="5613"/>
                      <a:pt x="1234" y="5596"/>
                    </a:cubicBezTo>
                    <a:cubicBezTo>
                      <a:pt x="1265" y="5573"/>
                      <a:pt x="1287" y="5564"/>
                      <a:pt x="1305" y="5564"/>
                    </a:cubicBezTo>
                    <a:cubicBezTo>
                      <a:pt x="1366" y="5564"/>
                      <a:pt x="1388" y="5663"/>
                      <a:pt x="1568" y="5663"/>
                    </a:cubicBezTo>
                    <a:cubicBezTo>
                      <a:pt x="1735" y="5663"/>
                      <a:pt x="1855" y="5779"/>
                      <a:pt x="2026" y="5779"/>
                    </a:cubicBezTo>
                    <a:cubicBezTo>
                      <a:pt x="2060" y="5779"/>
                      <a:pt x="2096" y="5774"/>
                      <a:pt x="2135" y="5763"/>
                    </a:cubicBezTo>
                    <a:cubicBezTo>
                      <a:pt x="2201" y="5735"/>
                      <a:pt x="2249" y="5722"/>
                      <a:pt x="2279" y="5722"/>
                    </a:cubicBezTo>
                    <a:cubicBezTo>
                      <a:pt x="2355" y="5722"/>
                      <a:pt x="2321" y="5801"/>
                      <a:pt x="2202" y="5896"/>
                    </a:cubicBezTo>
                    <a:cubicBezTo>
                      <a:pt x="2128" y="5946"/>
                      <a:pt x="2045" y="5959"/>
                      <a:pt x="1961" y="5959"/>
                    </a:cubicBezTo>
                    <a:cubicBezTo>
                      <a:pt x="1869" y="5959"/>
                      <a:pt x="1777" y="5943"/>
                      <a:pt x="1695" y="5943"/>
                    </a:cubicBezTo>
                    <a:cubicBezTo>
                      <a:pt x="1649" y="5943"/>
                      <a:pt x="1606" y="5948"/>
                      <a:pt x="1568" y="5963"/>
                    </a:cubicBezTo>
                    <a:cubicBezTo>
                      <a:pt x="1401" y="6063"/>
                      <a:pt x="734" y="6697"/>
                      <a:pt x="867" y="6830"/>
                    </a:cubicBezTo>
                    <a:cubicBezTo>
                      <a:pt x="879" y="6847"/>
                      <a:pt x="891" y="6855"/>
                      <a:pt x="905" y="6855"/>
                    </a:cubicBezTo>
                    <a:cubicBezTo>
                      <a:pt x="973" y="6855"/>
                      <a:pt x="1080" y="6680"/>
                      <a:pt x="1301" y="6597"/>
                    </a:cubicBezTo>
                    <a:cubicBezTo>
                      <a:pt x="1354" y="6574"/>
                      <a:pt x="1396" y="6565"/>
                      <a:pt x="1432" y="6565"/>
                    </a:cubicBezTo>
                    <a:cubicBezTo>
                      <a:pt x="1555" y="6565"/>
                      <a:pt x="1598" y="6671"/>
                      <a:pt x="1701" y="6697"/>
                    </a:cubicBezTo>
                    <a:cubicBezTo>
                      <a:pt x="1827" y="6697"/>
                      <a:pt x="1834" y="6461"/>
                      <a:pt x="1946" y="6461"/>
                    </a:cubicBezTo>
                    <a:cubicBezTo>
                      <a:pt x="1953" y="6461"/>
                      <a:pt x="1960" y="6462"/>
                      <a:pt x="1968" y="6463"/>
                    </a:cubicBezTo>
                    <a:cubicBezTo>
                      <a:pt x="2054" y="6463"/>
                      <a:pt x="2140" y="6390"/>
                      <a:pt x="2288" y="6390"/>
                    </a:cubicBezTo>
                    <a:cubicBezTo>
                      <a:pt x="2313" y="6390"/>
                      <a:pt x="2340" y="6392"/>
                      <a:pt x="2368" y="6397"/>
                    </a:cubicBezTo>
                    <a:cubicBezTo>
                      <a:pt x="2398" y="6403"/>
                      <a:pt x="2426" y="6405"/>
                      <a:pt x="2454" y="6405"/>
                    </a:cubicBezTo>
                    <a:cubicBezTo>
                      <a:pt x="2582" y="6405"/>
                      <a:pt x="2692" y="6346"/>
                      <a:pt x="2802" y="6263"/>
                    </a:cubicBezTo>
                    <a:cubicBezTo>
                      <a:pt x="2815" y="6255"/>
                      <a:pt x="2830" y="6251"/>
                      <a:pt x="2846" y="6251"/>
                    </a:cubicBezTo>
                    <a:cubicBezTo>
                      <a:pt x="2943" y="6251"/>
                      <a:pt x="3095" y="6376"/>
                      <a:pt x="3192" y="6376"/>
                    </a:cubicBezTo>
                    <a:cubicBezTo>
                      <a:pt x="3208" y="6376"/>
                      <a:pt x="3223" y="6372"/>
                      <a:pt x="3236" y="6363"/>
                    </a:cubicBezTo>
                    <a:cubicBezTo>
                      <a:pt x="3436" y="6297"/>
                      <a:pt x="3636" y="6263"/>
                      <a:pt x="3836" y="6263"/>
                    </a:cubicBezTo>
                    <a:cubicBezTo>
                      <a:pt x="4136" y="6230"/>
                      <a:pt x="4403" y="6097"/>
                      <a:pt x="4603" y="5930"/>
                    </a:cubicBezTo>
                    <a:cubicBezTo>
                      <a:pt x="4703" y="5855"/>
                      <a:pt x="4616" y="5817"/>
                      <a:pt x="4495" y="5817"/>
                    </a:cubicBezTo>
                    <a:cubicBezTo>
                      <a:pt x="4455" y="5817"/>
                      <a:pt x="4412" y="5821"/>
                      <a:pt x="4370" y="5830"/>
                    </a:cubicBezTo>
                    <a:cubicBezTo>
                      <a:pt x="4360" y="5832"/>
                      <a:pt x="4351" y="5833"/>
                      <a:pt x="4342" y="5833"/>
                    </a:cubicBezTo>
                    <a:cubicBezTo>
                      <a:pt x="4238" y="5833"/>
                      <a:pt x="4251" y="5650"/>
                      <a:pt x="4437" y="5496"/>
                    </a:cubicBezTo>
                    <a:cubicBezTo>
                      <a:pt x="4603" y="5329"/>
                      <a:pt x="4870" y="5229"/>
                      <a:pt x="4870" y="4962"/>
                    </a:cubicBezTo>
                    <a:cubicBezTo>
                      <a:pt x="4895" y="4786"/>
                      <a:pt x="4598" y="4648"/>
                      <a:pt x="4422" y="4648"/>
                    </a:cubicBezTo>
                    <a:cubicBezTo>
                      <a:pt x="4364" y="4648"/>
                      <a:pt x="4320" y="4663"/>
                      <a:pt x="4303" y="4696"/>
                    </a:cubicBezTo>
                    <a:cubicBezTo>
                      <a:pt x="4274" y="4754"/>
                      <a:pt x="4238" y="4780"/>
                      <a:pt x="4199" y="4780"/>
                    </a:cubicBezTo>
                    <a:cubicBezTo>
                      <a:pt x="4149" y="4780"/>
                      <a:pt x="4092" y="4737"/>
                      <a:pt x="4036" y="4662"/>
                    </a:cubicBezTo>
                    <a:cubicBezTo>
                      <a:pt x="3936" y="4495"/>
                      <a:pt x="4103" y="4362"/>
                      <a:pt x="4036" y="4362"/>
                    </a:cubicBezTo>
                    <a:cubicBezTo>
                      <a:pt x="3936" y="4295"/>
                      <a:pt x="3836" y="4195"/>
                      <a:pt x="3836" y="4062"/>
                    </a:cubicBezTo>
                    <a:cubicBezTo>
                      <a:pt x="3869" y="3962"/>
                      <a:pt x="3703" y="3461"/>
                      <a:pt x="3436" y="3395"/>
                    </a:cubicBezTo>
                    <a:cubicBezTo>
                      <a:pt x="3169" y="3328"/>
                      <a:pt x="3102" y="2928"/>
                      <a:pt x="3069" y="2727"/>
                    </a:cubicBezTo>
                    <a:cubicBezTo>
                      <a:pt x="3002" y="2494"/>
                      <a:pt x="2835" y="2627"/>
                      <a:pt x="2702" y="2427"/>
                    </a:cubicBezTo>
                    <a:cubicBezTo>
                      <a:pt x="2635" y="2344"/>
                      <a:pt x="2544" y="2319"/>
                      <a:pt x="2452" y="2319"/>
                    </a:cubicBezTo>
                    <a:cubicBezTo>
                      <a:pt x="2360" y="2319"/>
                      <a:pt x="2268" y="2344"/>
                      <a:pt x="2202" y="2361"/>
                    </a:cubicBezTo>
                    <a:cubicBezTo>
                      <a:pt x="2068" y="2361"/>
                      <a:pt x="2202" y="2127"/>
                      <a:pt x="2402" y="1994"/>
                    </a:cubicBezTo>
                    <a:cubicBezTo>
                      <a:pt x="2635" y="1727"/>
                      <a:pt x="2769" y="1393"/>
                      <a:pt x="2802" y="1026"/>
                    </a:cubicBezTo>
                    <a:cubicBezTo>
                      <a:pt x="2802" y="955"/>
                      <a:pt x="2563" y="922"/>
                      <a:pt x="2315" y="922"/>
                    </a:cubicBezTo>
                    <a:cubicBezTo>
                      <a:pt x="2100" y="922"/>
                      <a:pt x="1879" y="946"/>
                      <a:pt x="1801" y="993"/>
                    </a:cubicBezTo>
                    <a:cubicBezTo>
                      <a:pt x="1778" y="1002"/>
                      <a:pt x="1755" y="1006"/>
                      <a:pt x="1732" y="1006"/>
                    </a:cubicBezTo>
                    <a:cubicBezTo>
                      <a:pt x="1594" y="1006"/>
                      <a:pt x="1486" y="850"/>
                      <a:pt x="1601" y="793"/>
                    </a:cubicBezTo>
                    <a:cubicBezTo>
                      <a:pt x="1735" y="726"/>
                      <a:pt x="2035" y="459"/>
                      <a:pt x="2035" y="326"/>
                    </a:cubicBezTo>
                    <a:cubicBezTo>
                      <a:pt x="2035" y="226"/>
                      <a:pt x="2235" y="126"/>
                      <a:pt x="2102" y="26"/>
                    </a:cubicBezTo>
                    <a:cubicBezTo>
                      <a:pt x="2084" y="8"/>
                      <a:pt x="2069" y="1"/>
                      <a:pt x="2055"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9"/>
              <p:cNvSpPr/>
              <p:nvPr/>
            </p:nvSpPr>
            <p:spPr>
              <a:xfrm>
                <a:off x="2621694" y="3229682"/>
                <a:ext cx="130181" cy="246422"/>
              </a:xfrm>
              <a:custGeom>
                <a:avLst/>
                <a:gdLst/>
                <a:ahLst/>
                <a:cxnLst/>
                <a:rect l="l" t="t" r="r" b="b"/>
                <a:pathLst>
                  <a:path w="4137" h="7831" extrusionOk="0">
                    <a:moveTo>
                      <a:pt x="3417" y="1"/>
                    </a:moveTo>
                    <a:cubicBezTo>
                      <a:pt x="3368" y="1"/>
                      <a:pt x="3318" y="214"/>
                      <a:pt x="3269" y="263"/>
                    </a:cubicBezTo>
                    <a:cubicBezTo>
                      <a:pt x="3202" y="364"/>
                      <a:pt x="3169" y="497"/>
                      <a:pt x="3202" y="664"/>
                    </a:cubicBezTo>
                    <a:cubicBezTo>
                      <a:pt x="3202" y="764"/>
                      <a:pt x="3002" y="897"/>
                      <a:pt x="2869" y="897"/>
                    </a:cubicBezTo>
                    <a:cubicBezTo>
                      <a:pt x="2852" y="893"/>
                      <a:pt x="2833" y="891"/>
                      <a:pt x="2815" y="891"/>
                    </a:cubicBezTo>
                    <a:cubicBezTo>
                      <a:pt x="2688" y="891"/>
                      <a:pt x="2544" y="986"/>
                      <a:pt x="2602" y="1131"/>
                    </a:cubicBezTo>
                    <a:cubicBezTo>
                      <a:pt x="2669" y="1331"/>
                      <a:pt x="2502" y="1298"/>
                      <a:pt x="2602" y="1431"/>
                    </a:cubicBezTo>
                    <a:cubicBezTo>
                      <a:pt x="2702" y="1564"/>
                      <a:pt x="2402" y="1765"/>
                      <a:pt x="2168" y="1765"/>
                    </a:cubicBezTo>
                    <a:cubicBezTo>
                      <a:pt x="1944" y="1797"/>
                      <a:pt x="1689" y="2167"/>
                      <a:pt x="1433" y="2167"/>
                    </a:cubicBezTo>
                    <a:cubicBezTo>
                      <a:pt x="1422" y="2167"/>
                      <a:pt x="1412" y="2166"/>
                      <a:pt x="1401" y="2165"/>
                    </a:cubicBezTo>
                    <a:cubicBezTo>
                      <a:pt x="1383" y="2162"/>
                      <a:pt x="1365" y="2161"/>
                      <a:pt x="1347" y="2161"/>
                    </a:cubicBezTo>
                    <a:cubicBezTo>
                      <a:pt x="1150" y="2161"/>
                      <a:pt x="952" y="2302"/>
                      <a:pt x="755" y="2302"/>
                    </a:cubicBezTo>
                    <a:cubicBezTo>
                      <a:pt x="737" y="2302"/>
                      <a:pt x="719" y="2301"/>
                      <a:pt x="701" y="2298"/>
                    </a:cubicBezTo>
                    <a:cubicBezTo>
                      <a:pt x="694" y="2297"/>
                      <a:pt x="687" y="2297"/>
                      <a:pt x="681" y="2297"/>
                    </a:cubicBezTo>
                    <a:cubicBezTo>
                      <a:pt x="509" y="2297"/>
                      <a:pt x="628" y="2742"/>
                      <a:pt x="467" y="3032"/>
                    </a:cubicBezTo>
                    <a:cubicBezTo>
                      <a:pt x="334" y="3366"/>
                      <a:pt x="367" y="3733"/>
                      <a:pt x="534" y="4033"/>
                    </a:cubicBezTo>
                    <a:cubicBezTo>
                      <a:pt x="767" y="4400"/>
                      <a:pt x="734" y="4867"/>
                      <a:pt x="434" y="5134"/>
                    </a:cubicBezTo>
                    <a:cubicBezTo>
                      <a:pt x="100" y="5501"/>
                      <a:pt x="0" y="6034"/>
                      <a:pt x="200" y="6468"/>
                    </a:cubicBezTo>
                    <a:cubicBezTo>
                      <a:pt x="367" y="6801"/>
                      <a:pt x="367" y="7302"/>
                      <a:pt x="567" y="7502"/>
                    </a:cubicBezTo>
                    <a:cubicBezTo>
                      <a:pt x="716" y="7675"/>
                      <a:pt x="1085" y="7830"/>
                      <a:pt x="1334" y="7830"/>
                    </a:cubicBezTo>
                    <a:cubicBezTo>
                      <a:pt x="1420" y="7830"/>
                      <a:pt x="1492" y="7812"/>
                      <a:pt x="1535" y="7769"/>
                    </a:cubicBezTo>
                    <a:cubicBezTo>
                      <a:pt x="1735" y="7602"/>
                      <a:pt x="1901" y="7802"/>
                      <a:pt x="2102" y="7535"/>
                    </a:cubicBezTo>
                    <a:cubicBezTo>
                      <a:pt x="2335" y="7302"/>
                      <a:pt x="2635" y="6068"/>
                      <a:pt x="2902" y="5234"/>
                    </a:cubicBezTo>
                    <a:cubicBezTo>
                      <a:pt x="3169" y="4533"/>
                      <a:pt x="3403" y="3799"/>
                      <a:pt x="3536" y="3065"/>
                    </a:cubicBezTo>
                    <a:cubicBezTo>
                      <a:pt x="3503" y="2832"/>
                      <a:pt x="3703" y="2699"/>
                      <a:pt x="3636" y="2465"/>
                    </a:cubicBezTo>
                    <a:cubicBezTo>
                      <a:pt x="3558" y="2256"/>
                      <a:pt x="3623" y="2046"/>
                      <a:pt x="3703" y="2046"/>
                    </a:cubicBezTo>
                    <a:cubicBezTo>
                      <a:pt x="3725" y="2046"/>
                      <a:pt x="3748" y="2062"/>
                      <a:pt x="3769" y="2098"/>
                    </a:cubicBezTo>
                    <a:cubicBezTo>
                      <a:pt x="3816" y="2191"/>
                      <a:pt x="3877" y="2241"/>
                      <a:pt x="3935" y="2241"/>
                    </a:cubicBezTo>
                    <a:cubicBezTo>
                      <a:pt x="4003" y="2241"/>
                      <a:pt x="4067" y="2174"/>
                      <a:pt x="4103" y="2031"/>
                    </a:cubicBezTo>
                    <a:cubicBezTo>
                      <a:pt x="4136" y="1798"/>
                      <a:pt x="3903" y="1364"/>
                      <a:pt x="3870" y="997"/>
                    </a:cubicBezTo>
                    <a:cubicBezTo>
                      <a:pt x="3870" y="630"/>
                      <a:pt x="3536" y="263"/>
                      <a:pt x="3469" y="97"/>
                    </a:cubicBezTo>
                    <a:cubicBezTo>
                      <a:pt x="3452" y="27"/>
                      <a:pt x="3435" y="1"/>
                      <a:pt x="3417"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9"/>
              <p:cNvSpPr/>
              <p:nvPr/>
            </p:nvSpPr>
            <p:spPr>
              <a:xfrm>
                <a:off x="2026518" y="2256518"/>
                <a:ext cx="32569" cy="46289"/>
              </a:xfrm>
              <a:custGeom>
                <a:avLst/>
                <a:gdLst/>
                <a:ahLst/>
                <a:cxnLst/>
                <a:rect l="l" t="t" r="r" b="b"/>
                <a:pathLst>
                  <a:path w="1035" h="1471" extrusionOk="0">
                    <a:moveTo>
                      <a:pt x="734" y="0"/>
                    </a:moveTo>
                    <a:cubicBezTo>
                      <a:pt x="668" y="0"/>
                      <a:pt x="568" y="34"/>
                      <a:pt x="501" y="67"/>
                    </a:cubicBezTo>
                    <a:cubicBezTo>
                      <a:pt x="434" y="134"/>
                      <a:pt x="368" y="134"/>
                      <a:pt x="301" y="134"/>
                    </a:cubicBezTo>
                    <a:lnTo>
                      <a:pt x="167" y="134"/>
                    </a:lnTo>
                    <a:cubicBezTo>
                      <a:pt x="134" y="134"/>
                      <a:pt x="101" y="134"/>
                      <a:pt x="101" y="167"/>
                    </a:cubicBezTo>
                    <a:cubicBezTo>
                      <a:pt x="1" y="334"/>
                      <a:pt x="368" y="568"/>
                      <a:pt x="301" y="901"/>
                    </a:cubicBezTo>
                    <a:cubicBezTo>
                      <a:pt x="238" y="1186"/>
                      <a:pt x="294" y="1471"/>
                      <a:pt x="443" y="1471"/>
                    </a:cubicBezTo>
                    <a:cubicBezTo>
                      <a:pt x="451" y="1471"/>
                      <a:pt x="459" y="1470"/>
                      <a:pt x="468" y="1468"/>
                    </a:cubicBezTo>
                    <a:cubicBezTo>
                      <a:pt x="468" y="1435"/>
                      <a:pt x="501" y="1435"/>
                      <a:pt x="534" y="1401"/>
                    </a:cubicBezTo>
                    <a:cubicBezTo>
                      <a:pt x="701" y="1235"/>
                      <a:pt x="801" y="1301"/>
                      <a:pt x="901" y="1168"/>
                    </a:cubicBezTo>
                    <a:cubicBezTo>
                      <a:pt x="1001" y="1035"/>
                      <a:pt x="901" y="534"/>
                      <a:pt x="1001" y="267"/>
                    </a:cubicBezTo>
                    <a:cubicBezTo>
                      <a:pt x="1035" y="134"/>
                      <a:pt x="901" y="34"/>
                      <a:pt x="734" y="0"/>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9"/>
              <p:cNvSpPr/>
              <p:nvPr/>
            </p:nvSpPr>
            <p:spPr>
              <a:xfrm>
                <a:off x="2104211" y="2316338"/>
                <a:ext cx="51449" cy="30492"/>
              </a:xfrm>
              <a:custGeom>
                <a:avLst/>
                <a:gdLst/>
                <a:ahLst/>
                <a:cxnLst/>
                <a:rect l="l" t="t" r="r" b="b"/>
                <a:pathLst>
                  <a:path w="1635" h="969" extrusionOk="0">
                    <a:moveTo>
                      <a:pt x="367" y="1"/>
                    </a:moveTo>
                    <a:cubicBezTo>
                      <a:pt x="167" y="1"/>
                      <a:pt x="0" y="168"/>
                      <a:pt x="33" y="268"/>
                    </a:cubicBezTo>
                    <a:cubicBezTo>
                      <a:pt x="100" y="368"/>
                      <a:pt x="200" y="468"/>
                      <a:pt x="634" y="568"/>
                    </a:cubicBezTo>
                    <a:cubicBezTo>
                      <a:pt x="1034" y="668"/>
                      <a:pt x="1067" y="935"/>
                      <a:pt x="1234" y="968"/>
                    </a:cubicBezTo>
                    <a:cubicBezTo>
                      <a:pt x="1434" y="968"/>
                      <a:pt x="1434" y="801"/>
                      <a:pt x="1401" y="568"/>
                    </a:cubicBezTo>
                    <a:cubicBezTo>
                      <a:pt x="1368" y="368"/>
                      <a:pt x="1601" y="101"/>
                      <a:pt x="1635" y="68"/>
                    </a:cubicBezTo>
                    <a:cubicBezTo>
                      <a:pt x="1635" y="34"/>
                      <a:pt x="1601" y="1"/>
                      <a:pt x="1468" y="1"/>
                    </a:cubicBezTo>
                    <a:cubicBezTo>
                      <a:pt x="1368" y="1"/>
                      <a:pt x="1268" y="1"/>
                      <a:pt x="1168" y="34"/>
                    </a:cubicBezTo>
                    <a:cubicBezTo>
                      <a:pt x="1067" y="68"/>
                      <a:pt x="934" y="68"/>
                      <a:pt x="801" y="101"/>
                    </a:cubicBezTo>
                    <a:cubicBezTo>
                      <a:pt x="701" y="101"/>
                      <a:pt x="600" y="68"/>
                      <a:pt x="500" y="34"/>
                    </a:cubicBezTo>
                    <a:cubicBezTo>
                      <a:pt x="467" y="1"/>
                      <a:pt x="400" y="1"/>
                      <a:pt x="367" y="1"/>
                    </a:cubicBezTo>
                    <a:close/>
                  </a:path>
                </a:pathLst>
              </a:custGeom>
              <a:solidFill>
                <a:srgbClr val="90B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9"/>
              <p:cNvSpPr/>
              <p:nvPr/>
            </p:nvSpPr>
            <p:spPr>
              <a:xfrm>
                <a:off x="1183630" y="1965759"/>
                <a:ext cx="1787637" cy="3884852"/>
              </a:xfrm>
              <a:custGeom>
                <a:avLst/>
                <a:gdLst/>
                <a:ahLst/>
                <a:cxnLst/>
                <a:rect l="l" t="t" r="r" b="b"/>
                <a:pathLst>
                  <a:path w="56809" h="123456" extrusionOk="0">
                    <a:moveTo>
                      <a:pt x="21916" y="1"/>
                    </a:moveTo>
                    <a:cubicBezTo>
                      <a:pt x="21916" y="1"/>
                      <a:pt x="4738" y="17146"/>
                      <a:pt x="2736" y="20482"/>
                    </a:cubicBezTo>
                    <a:cubicBezTo>
                      <a:pt x="735" y="23818"/>
                      <a:pt x="134" y="48102"/>
                      <a:pt x="134" y="48102"/>
                    </a:cubicBezTo>
                    <a:cubicBezTo>
                      <a:pt x="1" y="52305"/>
                      <a:pt x="8707" y="64914"/>
                      <a:pt x="8707" y="64914"/>
                    </a:cubicBezTo>
                    <a:lnTo>
                      <a:pt x="2002" y="123456"/>
                    </a:lnTo>
                    <a:lnTo>
                      <a:pt x="52605" y="123456"/>
                    </a:lnTo>
                    <a:lnTo>
                      <a:pt x="47802" y="65514"/>
                    </a:lnTo>
                    <a:cubicBezTo>
                      <a:pt x="47802" y="65514"/>
                      <a:pt x="56808" y="44699"/>
                      <a:pt x="56708" y="41430"/>
                    </a:cubicBezTo>
                    <a:cubicBezTo>
                      <a:pt x="56608" y="38161"/>
                      <a:pt x="54306" y="17513"/>
                      <a:pt x="54306" y="17513"/>
                    </a:cubicBezTo>
                    <a:cubicBezTo>
                      <a:pt x="54306" y="17513"/>
                      <a:pt x="55040" y="11342"/>
                      <a:pt x="53873" y="8974"/>
                    </a:cubicBezTo>
                    <a:cubicBezTo>
                      <a:pt x="52778" y="6814"/>
                      <a:pt x="47746" y="5432"/>
                      <a:pt x="46133" y="5432"/>
                    </a:cubicBezTo>
                    <a:cubicBezTo>
                      <a:pt x="45977" y="5432"/>
                      <a:pt x="45852" y="5445"/>
                      <a:pt x="45767" y="5471"/>
                    </a:cubicBezTo>
                    <a:cubicBezTo>
                      <a:pt x="45300" y="5571"/>
                      <a:pt x="44866" y="5771"/>
                      <a:pt x="44499" y="6072"/>
                    </a:cubicBezTo>
                    <a:cubicBezTo>
                      <a:pt x="44499" y="6072"/>
                      <a:pt x="43265" y="2436"/>
                      <a:pt x="42565" y="1835"/>
                    </a:cubicBezTo>
                    <a:cubicBezTo>
                      <a:pt x="41897" y="1235"/>
                      <a:pt x="36193" y="601"/>
                      <a:pt x="35660" y="601"/>
                    </a:cubicBezTo>
                    <a:cubicBezTo>
                      <a:pt x="35159" y="601"/>
                      <a:pt x="32691" y="2436"/>
                      <a:pt x="32691" y="2436"/>
                    </a:cubicBezTo>
                    <a:cubicBezTo>
                      <a:pt x="32691" y="2436"/>
                      <a:pt x="32324" y="1335"/>
                      <a:pt x="31723" y="968"/>
                    </a:cubicBezTo>
                    <a:cubicBezTo>
                      <a:pt x="31209" y="654"/>
                      <a:pt x="27000" y="266"/>
                      <a:pt x="25656" y="266"/>
                    </a:cubicBezTo>
                    <a:cubicBezTo>
                      <a:pt x="25430" y="266"/>
                      <a:pt x="25286" y="277"/>
                      <a:pt x="25252" y="301"/>
                    </a:cubicBezTo>
                    <a:cubicBezTo>
                      <a:pt x="25052" y="468"/>
                      <a:pt x="23718" y="3036"/>
                      <a:pt x="23718" y="3036"/>
                    </a:cubicBezTo>
                    <a:lnTo>
                      <a:pt x="2191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9"/>
              <p:cNvSpPr/>
              <p:nvPr/>
            </p:nvSpPr>
            <p:spPr>
              <a:xfrm>
                <a:off x="1622412" y="2606059"/>
                <a:ext cx="234087" cy="462918"/>
              </a:xfrm>
              <a:custGeom>
                <a:avLst/>
                <a:gdLst/>
                <a:ahLst/>
                <a:cxnLst/>
                <a:rect l="l" t="t" r="r" b="b"/>
                <a:pathLst>
                  <a:path w="7439" h="14711" extrusionOk="0">
                    <a:moveTo>
                      <a:pt x="6471" y="0"/>
                    </a:moveTo>
                    <a:lnTo>
                      <a:pt x="0" y="8406"/>
                    </a:lnTo>
                    <a:cubicBezTo>
                      <a:pt x="2702" y="10208"/>
                      <a:pt x="5204" y="12343"/>
                      <a:pt x="7439" y="14711"/>
                    </a:cubicBezTo>
                    <a:lnTo>
                      <a:pt x="6471" y="0"/>
                    </a:lnTo>
                    <a:close/>
                  </a:path>
                </a:pathLst>
              </a:custGeom>
              <a:solidFill>
                <a:srgbClr val="D32A5A">
                  <a:alpha val="16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9"/>
              <p:cNvSpPr/>
              <p:nvPr/>
            </p:nvSpPr>
            <p:spPr>
              <a:xfrm>
                <a:off x="1971953" y="3124581"/>
                <a:ext cx="684387" cy="574219"/>
              </a:xfrm>
              <a:custGeom>
                <a:avLst/>
                <a:gdLst/>
                <a:ahLst/>
                <a:cxnLst/>
                <a:rect l="l" t="t" r="r" b="b"/>
                <a:pathLst>
                  <a:path w="21749" h="18248" extrusionOk="0">
                    <a:moveTo>
                      <a:pt x="7839" y="1"/>
                    </a:moveTo>
                    <a:cubicBezTo>
                      <a:pt x="7839" y="1"/>
                      <a:pt x="6536" y="4195"/>
                      <a:pt x="2671" y="4195"/>
                    </a:cubicBezTo>
                    <a:cubicBezTo>
                      <a:pt x="1950" y="4195"/>
                      <a:pt x="1140" y="4050"/>
                      <a:pt x="234" y="3704"/>
                    </a:cubicBezTo>
                    <a:lnTo>
                      <a:pt x="0" y="4504"/>
                    </a:lnTo>
                    <a:lnTo>
                      <a:pt x="3136" y="18247"/>
                    </a:lnTo>
                    <a:lnTo>
                      <a:pt x="21749" y="4037"/>
                    </a:lnTo>
                    <a:cubicBezTo>
                      <a:pt x="21749" y="4037"/>
                      <a:pt x="17646" y="3270"/>
                      <a:pt x="16579" y="835"/>
                    </a:cubicBezTo>
                    <a:cubicBezTo>
                      <a:pt x="16579" y="835"/>
                      <a:pt x="14510" y="3904"/>
                      <a:pt x="12742" y="4171"/>
                    </a:cubicBezTo>
                    <a:cubicBezTo>
                      <a:pt x="12627" y="4190"/>
                      <a:pt x="12508" y="4199"/>
                      <a:pt x="12387" y="4199"/>
                    </a:cubicBezTo>
                    <a:cubicBezTo>
                      <a:pt x="10631" y="4199"/>
                      <a:pt x="8432" y="2217"/>
                      <a:pt x="7839" y="1"/>
                    </a:cubicBezTo>
                    <a:close/>
                  </a:path>
                </a:pathLst>
              </a:custGeom>
              <a:solidFill>
                <a:srgbClr val="D32A5A">
                  <a:alpha val="16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9"/>
              <p:cNvSpPr/>
              <p:nvPr/>
            </p:nvSpPr>
            <p:spPr>
              <a:xfrm>
                <a:off x="1457617" y="885542"/>
                <a:ext cx="489162" cy="1561008"/>
              </a:xfrm>
              <a:custGeom>
                <a:avLst/>
                <a:gdLst/>
                <a:ahLst/>
                <a:cxnLst/>
                <a:rect l="l" t="t" r="r" b="b"/>
                <a:pathLst>
                  <a:path w="15545" h="49607" extrusionOk="0">
                    <a:moveTo>
                      <a:pt x="7424" y="1"/>
                    </a:moveTo>
                    <a:cubicBezTo>
                      <a:pt x="6367" y="1"/>
                      <a:pt x="5273" y="480"/>
                      <a:pt x="4403" y="1772"/>
                    </a:cubicBezTo>
                    <a:cubicBezTo>
                      <a:pt x="2035" y="5341"/>
                      <a:pt x="0" y="49606"/>
                      <a:pt x="0" y="49606"/>
                    </a:cubicBezTo>
                    <a:lnTo>
                      <a:pt x="0" y="49606"/>
                    </a:lnTo>
                    <a:lnTo>
                      <a:pt x="15544" y="47104"/>
                    </a:lnTo>
                    <a:cubicBezTo>
                      <a:pt x="15544" y="47104"/>
                      <a:pt x="11909" y="3873"/>
                      <a:pt x="11075" y="2172"/>
                    </a:cubicBezTo>
                    <a:cubicBezTo>
                      <a:pt x="10570" y="1123"/>
                      <a:pt x="9041" y="1"/>
                      <a:pt x="74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9"/>
              <p:cNvSpPr/>
              <p:nvPr/>
            </p:nvSpPr>
            <p:spPr>
              <a:xfrm>
                <a:off x="1570963" y="1098735"/>
                <a:ext cx="246705" cy="403099"/>
              </a:xfrm>
              <a:custGeom>
                <a:avLst/>
                <a:gdLst/>
                <a:ahLst/>
                <a:cxnLst/>
                <a:rect l="l" t="t" r="r" b="b"/>
                <a:pathLst>
                  <a:path w="7840" h="12810" extrusionOk="0">
                    <a:moveTo>
                      <a:pt x="3903" y="0"/>
                    </a:moveTo>
                    <a:cubicBezTo>
                      <a:pt x="3903" y="0"/>
                      <a:pt x="1" y="6739"/>
                      <a:pt x="1" y="8907"/>
                    </a:cubicBezTo>
                    <a:cubicBezTo>
                      <a:pt x="1" y="11075"/>
                      <a:pt x="1735" y="12810"/>
                      <a:pt x="3903" y="12810"/>
                    </a:cubicBezTo>
                    <a:cubicBezTo>
                      <a:pt x="6072" y="12810"/>
                      <a:pt x="7840" y="11075"/>
                      <a:pt x="7840" y="8907"/>
                    </a:cubicBezTo>
                    <a:cubicBezTo>
                      <a:pt x="7840" y="6739"/>
                      <a:pt x="3903" y="0"/>
                      <a:pt x="3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9"/>
              <p:cNvSpPr/>
              <p:nvPr/>
            </p:nvSpPr>
            <p:spPr>
              <a:xfrm>
                <a:off x="1598245" y="1334961"/>
                <a:ext cx="66176" cy="120772"/>
              </a:xfrm>
              <a:custGeom>
                <a:avLst/>
                <a:gdLst/>
                <a:ahLst/>
                <a:cxnLst/>
                <a:rect l="l" t="t" r="r" b="b"/>
                <a:pathLst>
                  <a:path w="2103" h="3838" extrusionOk="0">
                    <a:moveTo>
                      <a:pt x="792" y="1"/>
                    </a:moveTo>
                    <a:cubicBezTo>
                      <a:pt x="587" y="1"/>
                      <a:pt x="384" y="96"/>
                      <a:pt x="268" y="299"/>
                    </a:cubicBezTo>
                    <a:cubicBezTo>
                      <a:pt x="134" y="633"/>
                      <a:pt x="34" y="966"/>
                      <a:pt x="34" y="1300"/>
                    </a:cubicBezTo>
                    <a:cubicBezTo>
                      <a:pt x="1" y="1600"/>
                      <a:pt x="34" y="1900"/>
                      <a:pt x="101" y="2200"/>
                    </a:cubicBezTo>
                    <a:cubicBezTo>
                      <a:pt x="268" y="2834"/>
                      <a:pt x="635" y="3368"/>
                      <a:pt x="1168" y="3768"/>
                    </a:cubicBezTo>
                    <a:cubicBezTo>
                      <a:pt x="1251" y="3809"/>
                      <a:pt x="1359" y="3838"/>
                      <a:pt x="1461" y="3838"/>
                    </a:cubicBezTo>
                    <a:cubicBezTo>
                      <a:pt x="1524" y="3838"/>
                      <a:pt x="1584" y="3827"/>
                      <a:pt x="1635" y="3802"/>
                    </a:cubicBezTo>
                    <a:cubicBezTo>
                      <a:pt x="1802" y="3768"/>
                      <a:pt x="1936" y="3668"/>
                      <a:pt x="2036" y="3535"/>
                    </a:cubicBezTo>
                    <a:cubicBezTo>
                      <a:pt x="2102" y="3401"/>
                      <a:pt x="2102" y="3235"/>
                      <a:pt x="2069" y="3068"/>
                    </a:cubicBezTo>
                    <a:cubicBezTo>
                      <a:pt x="2002" y="2901"/>
                      <a:pt x="1902" y="2768"/>
                      <a:pt x="1769" y="2701"/>
                    </a:cubicBezTo>
                    <a:lnTo>
                      <a:pt x="1769" y="2701"/>
                    </a:lnTo>
                    <a:cubicBezTo>
                      <a:pt x="1807" y="2720"/>
                      <a:pt x="1846" y="2739"/>
                      <a:pt x="1852" y="2739"/>
                    </a:cubicBezTo>
                    <a:cubicBezTo>
                      <a:pt x="1857" y="2739"/>
                      <a:pt x="1844" y="2729"/>
                      <a:pt x="1802" y="2701"/>
                    </a:cubicBezTo>
                    <a:lnTo>
                      <a:pt x="1769" y="2634"/>
                    </a:lnTo>
                    <a:lnTo>
                      <a:pt x="1635" y="2534"/>
                    </a:lnTo>
                    <a:cubicBezTo>
                      <a:pt x="1613" y="2511"/>
                      <a:pt x="1560" y="2428"/>
                      <a:pt x="1559" y="2428"/>
                    </a:cubicBezTo>
                    <a:lnTo>
                      <a:pt x="1559" y="2428"/>
                    </a:lnTo>
                    <a:cubicBezTo>
                      <a:pt x="1558" y="2428"/>
                      <a:pt x="1570" y="2447"/>
                      <a:pt x="1602" y="2501"/>
                    </a:cubicBezTo>
                    <a:lnTo>
                      <a:pt x="1502" y="2367"/>
                    </a:lnTo>
                    <a:cubicBezTo>
                      <a:pt x="1469" y="2267"/>
                      <a:pt x="1402" y="2200"/>
                      <a:pt x="1369" y="2100"/>
                    </a:cubicBezTo>
                    <a:lnTo>
                      <a:pt x="1369" y="2034"/>
                    </a:lnTo>
                    <a:cubicBezTo>
                      <a:pt x="1335" y="2000"/>
                      <a:pt x="1335" y="1934"/>
                      <a:pt x="1302" y="1867"/>
                    </a:cubicBezTo>
                    <a:cubicBezTo>
                      <a:pt x="1302" y="1800"/>
                      <a:pt x="1302" y="1767"/>
                      <a:pt x="1268" y="1700"/>
                    </a:cubicBezTo>
                    <a:lnTo>
                      <a:pt x="1268" y="1667"/>
                    </a:lnTo>
                    <a:cubicBezTo>
                      <a:pt x="1268" y="1567"/>
                      <a:pt x="1268" y="1467"/>
                      <a:pt x="1268" y="1366"/>
                    </a:cubicBezTo>
                    <a:cubicBezTo>
                      <a:pt x="1268" y="1321"/>
                      <a:pt x="1284" y="1213"/>
                      <a:pt x="1283" y="1213"/>
                    </a:cubicBezTo>
                    <a:lnTo>
                      <a:pt x="1283" y="1213"/>
                    </a:lnTo>
                    <a:cubicBezTo>
                      <a:pt x="1283" y="1213"/>
                      <a:pt x="1279" y="1236"/>
                      <a:pt x="1268" y="1300"/>
                    </a:cubicBezTo>
                    <a:cubicBezTo>
                      <a:pt x="1268" y="1266"/>
                      <a:pt x="1268" y="1200"/>
                      <a:pt x="1302" y="1166"/>
                    </a:cubicBezTo>
                    <a:cubicBezTo>
                      <a:pt x="1335" y="1100"/>
                      <a:pt x="1335" y="1066"/>
                      <a:pt x="1335" y="1000"/>
                    </a:cubicBezTo>
                    <a:cubicBezTo>
                      <a:pt x="1359" y="976"/>
                      <a:pt x="1400" y="867"/>
                      <a:pt x="1385" y="867"/>
                    </a:cubicBezTo>
                    <a:cubicBezTo>
                      <a:pt x="1382" y="867"/>
                      <a:pt x="1375" y="873"/>
                      <a:pt x="1365" y="886"/>
                    </a:cubicBezTo>
                    <a:lnTo>
                      <a:pt x="1365" y="886"/>
                    </a:lnTo>
                    <a:cubicBezTo>
                      <a:pt x="1435" y="762"/>
                      <a:pt x="1431" y="614"/>
                      <a:pt x="1402" y="466"/>
                    </a:cubicBezTo>
                    <a:cubicBezTo>
                      <a:pt x="1326" y="164"/>
                      <a:pt x="1058" y="1"/>
                      <a:pt x="792"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9"/>
              <p:cNvSpPr/>
              <p:nvPr/>
            </p:nvSpPr>
            <p:spPr>
              <a:xfrm>
                <a:off x="1483830" y="2038071"/>
                <a:ext cx="1377207" cy="1709000"/>
              </a:xfrm>
              <a:custGeom>
                <a:avLst/>
                <a:gdLst/>
                <a:ahLst/>
                <a:cxnLst/>
                <a:rect l="l" t="t" r="r" b="b"/>
                <a:pathLst>
                  <a:path w="43766" h="54310" extrusionOk="0">
                    <a:moveTo>
                      <a:pt x="10408" y="19385"/>
                    </a:moveTo>
                    <a:lnTo>
                      <a:pt x="10408" y="19385"/>
                    </a:lnTo>
                    <a:cubicBezTo>
                      <a:pt x="10375" y="22787"/>
                      <a:pt x="10609" y="26223"/>
                      <a:pt x="11076" y="29592"/>
                    </a:cubicBezTo>
                    <a:cubicBezTo>
                      <a:pt x="11176" y="30259"/>
                      <a:pt x="11276" y="30893"/>
                      <a:pt x="11376" y="31560"/>
                    </a:cubicBezTo>
                    <a:cubicBezTo>
                      <a:pt x="10675" y="30793"/>
                      <a:pt x="9941" y="30059"/>
                      <a:pt x="9141" y="29392"/>
                    </a:cubicBezTo>
                    <a:cubicBezTo>
                      <a:pt x="7873" y="28291"/>
                      <a:pt x="6506" y="27357"/>
                      <a:pt x="5038" y="26557"/>
                    </a:cubicBezTo>
                    <a:cubicBezTo>
                      <a:pt x="6639" y="24555"/>
                      <a:pt x="8173" y="22520"/>
                      <a:pt x="9675" y="20452"/>
                    </a:cubicBezTo>
                    <a:cubicBezTo>
                      <a:pt x="9908" y="20085"/>
                      <a:pt x="10175" y="19752"/>
                      <a:pt x="10408" y="19385"/>
                    </a:cubicBezTo>
                    <a:close/>
                    <a:moveTo>
                      <a:pt x="13940" y="0"/>
                    </a:moveTo>
                    <a:cubicBezTo>
                      <a:pt x="12480" y="0"/>
                      <a:pt x="11138" y="810"/>
                      <a:pt x="10008" y="1672"/>
                    </a:cubicBezTo>
                    <a:cubicBezTo>
                      <a:pt x="8540" y="2806"/>
                      <a:pt x="7139" y="4040"/>
                      <a:pt x="5705" y="5241"/>
                    </a:cubicBezTo>
                    <a:lnTo>
                      <a:pt x="1269" y="8911"/>
                    </a:lnTo>
                    <a:lnTo>
                      <a:pt x="201" y="9845"/>
                    </a:lnTo>
                    <a:cubicBezTo>
                      <a:pt x="1" y="10045"/>
                      <a:pt x="1" y="10345"/>
                      <a:pt x="201" y="10578"/>
                    </a:cubicBezTo>
                    <a:cubicBezTo>
                      <a:pt x="301" y="10678"/>
                      <a:pt x="435" y="10729"/>
                      <a:pt x="568" y="10729"/>
                    </a:cubicBezTo>
                    <a:cubicBezTo>
                      <a:pt x="701" y="10729"/>
                      <a:pt x="835" y="10678"/>
                      <a:pt x="935" y="10578"/>
                    </a:cubicBezTo>
                    <a:lnTo>
                      <a:pt x="9408" y="3507"/>
                    </a:lnTo>
                    <a:cubicBezTo>
                      <a:pt x="10542" y="2539"/>
                      <a:pt x="11776" y="1439"/>
                      <a:pt x="13310" y="1105"/>
                    </a:cubicBezTo>
                    <a:cubicBezTo>
                      <a:pt x="13517" y="1059"/>
                      <a:pt x="13724" y="1037"/>
                      <a:pt x="13928" y="1037"/>
                    </a:cubicBezTo>
                    <a:cubicBezTo>
                      <a:pt x="14909" y="1037"/>
                      <a:pt x="15827" y="1550"/>
                      <a:pt x="16379" y="2406"/>
                    </a:cubicBezTo>
                    <a:cubicBezTo>
                      <a:pt x="18147" y="5008"/>
                      <a:pt x="16579" y="8043"/>
                      <a:pt x="15145" y="10378"/>
                    </a:cubicBezTo>
                    <a:cubicBezTo>
                      <a:pt x="13310" y="13347"/>
                      <a:pt x="11409" y="16216"/>
                      <a:pt x="9408" y="19051"/>
                    </a:cubicBezTo>
                    <a:cubicBezTo>
                      <a:pt x="7373" y="21887"/>
                      <a:pt x="5271" y="24622"/>
                      <a:pt x="3103" y="27290"/>
                    </a:cubicBezTo>
                    <a:lnTo>
                      <a:pt x="2269" y="28324"/>
                    </a:lnTo>
                    <a:cubicBezTo>
                      <a:pt x="2069" y="28525"/>
                      <a:pt x="2069" y="28858"/>
                      <a:pt x="2269" y="29058"/>
                    </a:cubicBezTo>
                    <a:cubicBezTo>
                      <a:pt x="2369" y="29158"/>
                      <a:pt x="2503" y="29208"/>
                      <a:pt x="2636" y="29208"/>
                    </a:cubicBezTo>
                    <a:cubicBezTo>
                      <a:pt x="2770" y="29208"/>
                      <a:pt x="2903" y="29158"/>
                      <a:pt x="3003" y="29058"/>
                    </a:cubicBezTo>
                    <a:cubicBezTo>
                      <a:pt x="3470" y="28491"/>
                      <a:pt x="3937" y="27924"/>
                      <a:pt x="4371" y="27390"/>
                    </a:cubicBezTo>
                    <a:lnTo>
                      <a:pt x="4471" y="27424"/>
                    </a:lnTo>
                    <a:cubicBezTo>
                      <a:pt x="7006" y="28825"/>
                      <a:pt x="9274" y="30659"/>
                      <a:pt x="11142" y="32861"/>
                    </a:cubicBezTo>
                    <a:cubicBezTo>
                      <a:pt x="12977" y="35029"/>
                      <a:pt x="14445" y="37531"/>
                      <a:pt x="15445" y="40200"/>
                    </a:cubicBezTo>
                    <a:cubicBezTo>
                      <a:pt x="16980" y="44469"/>
                      <a:pt x="17714" y="49273"/>
                      <a:pt x="17947" y="53809"/>
                    </a:cubicBezTo>
                    <a:cubicBezTo>
                      <a:pt x="17964" y="54143"/>
                      <a:pt x="18239" y="54310"/>
                      <a:pt x="18506" y="54310"/>
                    </a:cubicBezTo>
                    <a:cubicBezTo>
                      <a:pt x="18773" y="54310"/>
                      <a:pt x="19031" y="54143"/>
                      <a:pt x="19015" y="53809"/>
                    </a:cubicBezTo>
                    <a:cubicBezTo>
                      <a:pt x="18814" y="50340"/>
                      <a:pt x="18314" y="46871"/>
                      <a:pt x="17413" y="43502"/>
                    </a:cubicBezTo>
                    <a:cubicBezTo>
                      <a:pt x="17113" y="41901"/>
                      <a:pt x="16646" y="40366"/>
                      <a:pt x="16012" y="38865"/>
                    </a:cubicBezTo>
                    <a:lnTo>
                      <a:pt x="16012" y="38865"/>
                    </a:lnTo>
                    <a:cubicBezTo>
                      <a:pt x="16750" y="39187"/>
                      <a:pt x="17540" y="39347"/>
                      <a:pt x="18330" y="39347"/>
                    </a:cubicBezTo>
                    <a:cubicBezTo>
                      <a:pt x="18934" y="39347"/>
                      <a:pt x="19537" y="39253"/>
                      <a:pt x="20115" y="39065"/>
                    </a:cubicBezTo>
                    <a:cubicBezTo>
                      <a:pt x="21650" y="38532"/>
                      <a:pt x="22851" y="37364"/>
                      <a:pt x="23418" y="35830"/>
                    </a:cubicBezTo>
                    <a:cubicBezTo>
                      <a:pt x="23918" y="37164"/>
                      <a:pt x="24885" y="38265"/>
                      <a:pt x="26186" y="38865"/>
                    </a:cubicBezTo>
                    <a:cubicBezTo>
                      <a:pt x="26687" y="39106"/>
                      <a:pt x="27235" y="39226"/>
                      <a:pt x="27795" y="39226"/>
                    </a:cubicBezTo>
                    <a:cubicBezTo>
                      <a:pt x="28169" y="39226"/>
                      <a:pt x="28548" y="39172"/>
                      <a:pt x="28922" y="39065"/>
                    </a:cubicBezTo>
                    <a:cubicBezTo>
                      <a:pt x="29822" y="38799"/>
                      <a:pt x="30656" y="38265"/>
                      <a:pt x="31257" y="37531"/>
                    </a:cubicBezTo>
                    <a:cubicBezTo>
                      <a:pt x="31590" y="37131"/>
                      <a:pt x="31857" y="36730"/>
                      <a:pt x="32091" y="36297"/>
                    </a:cubicBezTo>
                    <a:cubicBezTo>
                      <a:pt x="33125" y="37498"/>
                      <a:pt x="34292" y="38665"/>
                      <a:pt x="35893" y="38999"/>
                    </a:cubicBezTo>
                    <a:cubicBezTo>
                      <a:pt x="36159" y="39068"/>
                      <a:pt x="36433" y="39101"/>
                      <a:pt x="36710" y="39101"/>
                    </a:cubicBezTo>
                    <a:cubicBezTo>
                      <a:pt x="37231" y="39101"/>
                      <a:pt x="37760" y="38983"/>
                      <a:pt x="38262" y="38765"/>
                    </a:cubicBezTo>
                    <a:cubicBezTo>
                      <a:pt x="38862" y="38432"/>
                      <a:pt x="39396" y="37998"/>
                      <a:pt x="39796" y="37398"/>
                    </a:cubicBezTo>
                    <a:cubicBezTo>
                      <a:pt x="40663" y="36230"/>
                      <a:pt x="41064" y="34762"/>
                      <a:pt x="41431" y="33361"/>
                    </a:cubicBezTo>
                    <a:cubicBezTo>
                      <a:pt x="41931" y="31527"/>
                      <a:pt x="42365" y="29692"/>
                      <a:pt x="42765" y="27824"/>
                    </a:cubicBezTo>
                    <a:cubicBezTo>
                      <a:pt x="43165" y="25723"/>
                      <a:pt x="43499" y="23588"/>
                      <a:pt x="43766" y="21453"/>
                    </a:cubicBezTo>
                    <a:cubicBezTo>
                      <a:pt x="43766" y="21153"/>
                      <a:pt x="43532" y="20919"/>
                      <a:pt x="43265" y="20919"/>
                    </a:cubicBezTo>
                    <a:cubicBezTo>
                      <a:pt x="42965" y="20919"/>
                      <a:pt x="42731" y="21153"/>
                      <a:pt x="42731" y="21420"/>
                    </a:cubicBezTo>
                    <a:cubicBezTo>
                      <a:pt x="42298" y="24955"/>
                      <a:pt x="41631" y="28425"/>
                      <a:pt x="40763" y="31860"/>
                    </a:cubicBezTo>
                    <a:cubicBezTo>
                      <a:pt x="40396" y="33261"/>
                      <a:pt x="40096" y="34762"/>
                      <a:pt x="39396" y="36063"/>
                    </a:cubicBezTo>
                    <a:cubicBezTo>
                      <a:pt x="38862" y="37131"/>
                      <a:pt x="37995" y="38065"/>
                      <a:pt x="36694" y="38065"/>
                    </a:cubicBezTo>
                    <a:cubicBezTo>
                      <a:pt x="34893" y="38031"/>
                      <a:pt x="33625" y="36497"/>
                      <a:pt x="32591" y="35229"/>
                    </a:cubicBezTo>
                    <a:cubicBezTo>
                      <a:pt x="32958" y="34062"/>
                      <a:pt x="33258" y="32861"/>
                      <a:pt x="33458" y="31627"/>
                    </a:cubicBezTo>
                    <a:cubicBezTo>
                      <a:pt x="33892" y="29258"/>
                      <a:pt x="34292" y="26923"/>
                      <a:pt x="34659" y="24555"/>
                    </a:cubicBezTo>
                    <a:cubicBezTo>
                      <a:pt x="35460" y="19785"/>
                      <a:pt x="36160" y="15015"/>
                      <a:pt x="36761" y="10245"/>
                    </a:cubicBezTo>
                    <a:cubicBezTo>
                      <a:pt x="36827" y="9678"/>
                      <a:pt x="36894" y="9077"/>
                      <a:pt x="36961" y="8510"/>
                    </a:cubicBezTo>
                    <a:cubicBezTo>
                      <a:pt x="36961" y="8210"/>
                      <a:pt x="36727" y="7977"/>
                      <a:pt x="36460" y="7977"/>
                    </a:cubicBezTo>
                    <a:cubicBezTo>
                      <a:pt x="36160" y="7977"/>
                      <a:pt x="35927" y="8210"/>
                      <a:pt x="35927" y="8510"/>
                    </a:cubicBezTo>
                    <a:cubicBezTo>
                      <a:pt x="35360" y="13114"/>
                      <a:pt x="34692" y="17684"/>
                      <a:pt x="33959" y="22253"/>
                    </a:cubicBezTo>
                    <a:cubicBezTo>
                      <a:pt x="33592" y="24555"/>
                      <a:pt x="33225" y="26823"/>
                      <a:pt x="32824" y="29092"/>
                    </a:cubicBezTo>
                    <a:cubicBezTo>
                      <a:pt x="32624" y="30226"/>
                      <a:pt x="32424" y="31327"/>
                      <a:pt x="32224" y="32461"/>
                    </a:cubicBezTo>
                    <a:cubicBezTo>
                      <a:pt x="32057" y="33428"/>
                      <a:pt x="31757" y="34395"/>
                      <a:pt x="31390" y="35329"/>
                    </a:cubicBezTo>
                    <a:cubicBezTo>
                      <a:pt x="30732" y="36739"/>
                      <a:pt x="29427" y="38150"/>
                      <a:pt x="27778" y="38150"/>
                    </a:cubicBezTo>
                    <a:cubicBezTo>
                      <a:pt x="27671" y="38150"/>
                      <a:pt x="27563" y="38144"/>
                      <a:pt x="27454" y="38131"/>
                    </a:cubicBezTo>
                    <a:cubicBezTo>
                      <a:pt x="25786" y="37931"/>
                      <a:pt x="24619" y="36397"/>
                      <a:pt x="24152" y="34896"/>
                    </a:cubicBezTo>
                    <a:cubicBezTo>
                      <a:pt x="23885" y="33862"/>
                      <a:pt x="23718" y="32828"/>
                      <a:pt x="23751" y="31760"/>
                    </a:cubicBezTo>
                    <a:cubicBezTo>
                      <a:pt x="23718" y="30626"/>
                      <a:pt x="23751" y="29525"/>
                      <a:pt x="23751" y="28391"/>
                    </a:cubicBezTo>
                    <a:lnTo>
                      <a:pt x="23751" y="21386"/>
                    </a:lnTo>
                    <a:lnTo>
                      <a:pt x="23751" y="7409"/>
                    </a:lnTo>
                    <a:lnTo>
                      <a:pt x="23751" y="5708"/>
                    </a:lnTo>
                    <a:cubicBezTo>
                      <a:pt x="23751" y="5358"/>
                      <a:pt x="23484" y="5183"/>
                      <a:pt x="23218" y="5183"/>
                    </a:cubicBezTo>
                    <a:cubicBezTo>
                      <a:pt x="22951" y="5183"/>
                      <a:pt x="22684" y="5358"/>
                      <a:pt x="22684" y="5708"/>
                    </a:cubicBezTo>
                    <a:lnTo>
                      <a:pt x="22684" y="20219"/>
                    </a:lnTo>
                    <a:lnTo>
                      <a:pt x="22684" y="27424"/>
                    </a:lnTo>
                    <a:lnTo>
                      <a:pt x="22684" y="31026"/>
                    </a:lnTo>
                    <a:cubicBezTo>
                      <a:pt x="22684" y="32928"/>
                      <a:pt x="22984" y="35196"/>
                      <a:pt x="21683" y="36764"/>
                    </a:cubicBezTo>
                    <a:cubicBezTo>
                      <a:pt x="20857" y="37738"/>
                      <a:pt x="19639" y="38294"/>
                      <a:pt x="18376" y="38294"/>
                    </a:cubicBezTo>
                    <a:cubicBezTo>
                      <a:pt x="18212" y="38294"/>
                      <a:pt x="18046" y="38284"/>
                      <a:pt x="17880" y="38265"/>
                    </a:cubicBezTo>
                    <a:cubicBezTo>
                      <a:pt x="17113" y="38198"/>
                      <a:pt x="15846" y="37865"/>
                      <a:pt x="15279" y="37264"/>
                    </a:cubicBezTo>
                    <a:cubicBezTo>
                      <a:pt x="15078" y="36931"/>
                      <a:pt x="14878" y="36630"/>
                      <a:pt x="14745" y="36263"/>
                    </a:cubicBezTo>
                    <a:cubicBezTo>
                      <a:pt x="14211" y="35296"/>
                      <a:pt x="13411" y="34462"/>
                      <a:pt x="12944" y="33428"/>
                    </a:cubicBezTo>
                    <a:cubicBezTo>
                      <a:pt x="12410" y="32327"/>
                      <a:pt x="12310" y="31026"/>
                      <a:pt x="12143" y="29826"/>
                    </a:cubicBezTo>
                    <a:cubicBezTo>
                      <a:pt x="11709" y="26957"/>
                      <a:pt x="11476" y="24088"/>
                      <a:pt x="11442" y="21219"/>
                    </a:cubicBezTo>
                    <a:cubicBezTo>
                      <a:pt x="11409" y="20085"/>
                      <a:pt x="11442" y="18984"/>
                      <a:pt x="11476" y="17917"/>
                    </a:cubicBezTo>
                    <a:lnTo>
                      <a:pt x="11476" y="17850"/>
                    </a:lnTo>
                    <a:cubicBezTo>
                      <a:pt x="12944" y="15749"/>
                      <a:pt x="14345" y="13581"/>
                      <a:pt x="15712" y="11379"/>
                    </a:cubicBezTo>
                    <a:cubicBezTo>
                      <a:pt x="16613" y="9945"/>
                      <a:pt x="17513" y="8444"/>
                      <a:pt x="17947" y="6809"/>
                    </a:cubicBezTo>
                    <a:cubicBezTo>
                      <a:pt x="18347" y="5341"/>
                      <a:pt x="18247" y="3807"/>
                      <a:pt x="17580" y="2439"/>
                    </a:cubicBezTo>
                    <a:cubicBezTo>
                      <a:pt x="17013" y="1172"/>
                      <a:pt x="15846" y="271"/>
                      <a:pt x="14478" y="38"/>
                    </a:cubicBezTo>
                    <a:cubicBezTo>
                      <a:pt x="14297" y="12"/>
                      <a:pt x="14118" y="0"/>
                      <a:pt x="139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9"/>
              <p:cNvSpPr/>
              <p:nvPr/>
            </p:nvSpPr>
            <p:spPr>
              <a:xfrm>
                <a:off x="1562404" y="1782901"/>
                <a:ext cx="279400" cy="52488"/>
              </a:xfrm>
              <a:custGeom>
                <a:avLst/>
                <a:gdLst/>
                <a:ahLst/>
                <a:cxnLst/>
                <a:rect l="l" t="t" r="r" b="b"/>
                <a:pathLst>
                  <a:path w="8879" h="1668" extrusionOk="0">
                    <a:moveTo>
                      <a:pt x="6691" y="1"/>
                    </a:moveTo>
                    <a:cubicBezTo>
                      <a:pt x="4664" y="1"/>
                      <a:pt x="2641" y="214"/>
                      <a:pt x="640" y="641"/>
                    </a:cubicBezTo>
                    <a:cubicBezTo>
                      <a:pt x="0" y="793"/>
                      <a:pt x="194" y="1667"/>
                      <a:pt x="765" y="1667"/>
                    </a:cubicBezTo>
                    <a:cubicBezTo>
                      <a:pt x="820" y="1667"/>
                      <a:pt x="878" y="1659"/>
                      <a:pt x="940" y="1642"/>
                    </a:cubicBezTo>
                    <a:cubicBezTo>
                      <a:pt x="2874" y="1233"/>
                      <a:pt x="4875" y="1047"/>
                      <a:pt x="6870" y="1047"/>
                    </a:cubicBezTo>
                    <a:cubicBezTo>
                      <a:pt x="7318" y="1047"/>
                      <a:pt x="7765" y="1056"/>
                      <a:pt x="8212" y="1075"/>
                    </a:cubicBezTo>
                    <a:cubicBezTo>
                      <a:pt x="8222" y="1075"/>
                      <a:pt x="8233" y="1076"/>
                      <a:pt x="8243" y="1076"/>
                    </a:cubicBezTo>
                    <a:cubicBezTo>
                      <a:pt x="8879" y="1076"/>
                      <a:pt x="8868" y="74"/>
                      <a:pt x="8212" y="41"/>
                    </a:cubicBezTo>
                    <a:cubicBezTo>
                      <a:pt x="7705" y="14"/>
                      <a:pt x="7198" y="1"/>
                      <a:pt x="669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9"/>
              <p:cNvSpPr/>
              <p:nvPr/>
            </p:nvSpPr>
            <p:spPr>
              <a:xfrm>
                <a:off x="1925759" y="2763523"/>
                <a:ext cx="144876" cy="39901"/>
              </a:xfrm>
              <a:custGeom>
                <a:avLst/>
                <a:gdLst/>
                <a:ahLst/>
                <a:cxnLst/>
                <a:rect l="l" t="t" r="r" b="b"/>
                <a:pathLst>
                  <a:path w="4604" h="1268" extrusionOk="0">
                    <a:moveTo>
                      <a:pt x="4103" y="0"/>
                    </a:moveTo>
                    <a:lnTo>
                      <a:pt x="534" y="234"/>
                    </a:lnTo>
                    <a:cubicBezTo>
                      <a:pt x="234" y="234"/>
                      <a:pt x="0" y="467"/>
                      <a:pt x="0" y="734"/>
                    </a:cubicBezTo>
                    <a:cubicBezTo>
                      <a:pt x="0" y="1034"/>
                      <a:pt x="234" y="1268"/>
                      <a:pt x="534" y="1268"/>
                    </a:cubicBezTo>
                    <a:lnTo>
                      <a:pt x="4103" y="1034"/>
                    </a:lnTo>
                    <a:cubicBezTo>
                      <a:pt x="4370" y="1034"/>
                      <a:pt x="4604" y="801"/>
                      <a:pt x="4604" y="500"/>
                    </a:cubicBezTo>
                    <a:cubicBezTo>
                      <a:pt x="4604" y="234"/>
                      <a:pt x="4370" y="0"/>
                      <a:pt x="41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9"/>
              <p:cNvSpPr/>
              <p:nvPr/>
            </p:nvSpPr>
            <p:spPr>
              <a:xfrm>
                <a:off x="1928906" y="2683721"/>
                <a:ext cx="136475" cy="43079"/>
              </a:xfrm>
              <a:custGeom>
                <a:avLst/>
                <a:gdLst/>
                <a:ahLst/>
                <a:cxnLst/>
                <a:rect l="l" t="t" r="r" b="b"/>
                <a:pathLst>
                  <a:path w="4337" h="1369" extrusionOk="0">
                    <a:moveTo>
                      <a:pt x="3803" y="1"/>
                    </a:moveTo>
                    <a:lnTo>
                      <a:pt x="534" y="301"/>
                    </a:lnTo>
                    <a:cubicBezTo>
                      <a:pt x="234" y="301"/>
                      <a:pt x="0" y="535"/>
                      <a:pt x="0" y="835"/>
                    </a:cubicBezTo>
                    <a:cubicBezTo>
                      <a:pt x="0" y="1102"/>
                      <a:pt x="234" y="1335"/>
                      <a:pt x="534" y="1369"/>
                    </a:cubicBezTo>
                    <a:lnTo>
                      <a:pt x="3803" y="1068"/>
                    </a:lnTo>
                    <a:cubicBezTo>
                      <a:pt x="4070" y="1035"/>
                      <a:pt x="4303" y="835"/>
                      <a:pt x="4337" y="535"/>
                    </a:cubicBezTo>
                    <a:cubicBezTo>
                      <a:pt x="4303" y="234"/>
                      <a:pt x="4070" y="1"/>
                      <a:pt x="38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9"/>
              <p:cNvSpPr/>
              <p:nvPr/>
            </p:nvSpPr>
            <p:spPr>
              <a:xfrm>
                <a:off x="2307838" y="2757733"/>
                <a:ext cx="125996" cy="45187"/>
              </a:xfrm>
              <a:custGeom>
                <a:avLst/>
                <a:gdLst/>
                <a:ahLst/>
                <a:cxnLst/>
                <a:rect l="l" t="t" r="r" b="b"/>
                <a:pathLst>
                  <a:path w="4004" h="1436" extrusionOk="0">
                    <a:moveTo>
                      <a:pt x="566" y="0"/>
                    </a:moveTo>
                    <a:cubicBezTo>
                      <a:pt x="349" y="0"/>
                      <a:pt x="150" y="135"/>
                      <a:pt x="67" y="384"/>
                    </a:cubicBezTo>
                    <a:cubicBezTo>
                      <a:pt x="0" y="651"/>
                      <a:pt x="167" y="951"/>
                      <a:pt x="434" y="1018"/>
                    </a:cubicBezTo>
                    <a:lnTo>
                      <a:pt x="3303" y="1418"/>
                    </a:lnTo>
                    <a:cubicBezTo>
                      <a:pt x="3348" y="1430"/>
                      <a:pt x="3395" y="1435"/>
                      <a:pt x="3442" y="1435"/>
                    </a:cubicBezTo>
                    <a:cubicBezTo>
                      <a:pt x="3666" y="1435"/>
                      <a:pt x="3881" y="1306"/>
                      <a:pt x="3936" y="1085"/>
                    </a:cubicBezTo>
                    <a:cubicBezTo>
                      <a:pt x="4003" y="784"/>
                      <a:pt x="3870" y="518"/>
                      <a:pt x="3570" y="418"/>
                    </a:cubicBezTo>
                    <a:lnTo>
                      <a:pt x="701" y="17"/>
                    </a:lnTo>
                    <a:cubicBezTo>
                      <a:pt x="656" y="6"/>
                      <a:pt x="611" y="0"/>
                      <a:pt x="5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9"/>
              <p:cNvSpPr/>
              <p:nvPr/>
            </p:nvSpPr>
            <p:spPr>
              <a:xfrm>
                <a:off x="2314131" y="2686427"/>
                <a:ext cx="125996" cy="45093"/>
              </a:xfrm>
              <a:custGeom>
                <a:avLst/>
                <a:gdLst/>
                <a:ahLst/>
                <a:cxnLst/>
                <a:rect l="l" t="t" r="r" b="b"/>
                <a:pathLst>
                  <a:path w="4004" h="1433" extrusionOk="0">
                    <a:moveTo>
                      <a:pt x="582" y="0"/>
                    </a:moveTo>
                    <a:cubicBezTo>
                      <a:pt x="358" y="0"/>
                      <a:pt x="152" y="155"/>
                      <a:pt x="67" y="382"/>
                    </a:cubicBezTo>
                    <a:cubicBezTo>
                      <a:pt x="0" y="649"/>
                      <a:pt x="167" y="949"/>
                      <a:pt x="434" y="1016"/>
                    </a:cubicBezTo>
                    <a:lnTo>
                      <a:pt x="3303" y="1416"/>
                    </a:lnTo>
                    <a:cubicBezTo>
                      <a:pt x="3348" y="1427"/>
                      <a:pt x="3394" y="1433"/>
                      <a:pt x="3440" y="1433"/>
                    </a:cubicBezTo>
                    <a:cubicBezTo>
                      <a:pt x="3665" y="1433"/>
                      <a:pt x="3881" y="1298"/>
                      <a:pt x="3937" y="1049"/>
                    </a:cubicBezTo>
                    <a:cubicBezTo>
                      <a:pt x="4003" y="782"/>
                      <a:pt x="3870" y="482"/>
                      <a:pt x="3570" y="415"/>
                    </a:cubicBezTo>
                    <a:lnTo>
                      <a:pt x="701" y="15"/>
                    </a:lnTo>
                    <a:cubicBezTo>
                      <a:pt x="661" y="5"/>
                      <a:pt x="621" y="0"/>
                      <a:pt x="5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9"/>
              <p:cNvSpPr/>
              <p:nvPr/>
            </p:nvSpPr>
            <p:spPr>
              <a:xfrm>
                <a:off x="2622575" y="2785802"/>
                <a:ext cx="125618" cy="54974"/>
              </a:xfrm>
              <a:custGeom>
                <a:avLst/>
                <a:gdLst/>
                <a:ahLst/>
                <a:cxnLst/>
                <a:rect l="l" t="t" r="r" b="b"/>
                <a:pathLst>
                  <a:path w="3992" h="1747" extrusionOk="0">
                    <a:moveTo>
                      <a:pt x="740" y="0"/>
                    </a:moveTo>
                    <a:cubicBezTo>
                      <a:pt x="194" y="0"/>
                      <a:pt x="0" y="874"/>
                      <a:pt x="639" y="1027"/>
                    </a:cubicBezTo>
                    <a:lnTo>
                      <a:pt x="3108" y="1727"/>
                    </a:lnTo>
                    <a:cubicBezTo>
                      <a:pt x="3160" y="1740"/>
                      <a:pt x="3210" y="1746"/>
                      <a:pt x="3258" y="1746"/>
                    </a:cubicBezTo>
                    <a:cubicBezTo>
                      <a:pt x="3811" y="1746"/>
                      <a:pt x="3992" y="911"/>
                      <a:pt x="3408" y="726"/>
                    </a:cubicBezTo>
                    <a:lnTo>
                      <a:pt x="906" y="26"/>
                    </a:lnTo>
                    <a:cubicBezTo>
                      <a:pt x="848" y="8"/>
                      <a:pt x="792" y="0"/>
                      <a:pt x="7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9"/>
              <p:cNvSpPr/>
              <p:nvPr/>
            </p:nvSpPr>
            <p:spPr>
              <a:xfrm>
                <a:off x="2641613" y="2716857"/>
                <a:ext cx="116556" cy="47138"/>
              </a:xfrm>
              <a:custGeom>
                <a:avLst/>
                <a:gdLst/>
                <a:ahLst/>
                <a:cxnLst/>
                <a:rect l="l" t="t" r="r" b="b"/>
                <a:pathLst>
                  <a:path w="3704" h="1498" extrusionOk="0">
                    <a:moveTo>
                      <a:pt x="581" y="1"/>
                    </a:moveTo>
                    <a:cubicBezTo>
                      <a:pt x="350" y="1"/>
                      <a:pt x="124" y="155"/>
                      <a:pt x="68" y="382"/>
                    </a:cubicBezTo>
                    <a:cubicBezTo>
                      <a:pt x="1" y="649"/>
                      <a:pt x="168" y="949"/>
                      <a:pt x="435" y="1016"/>
                    </a:cubicBezTo>
                    <a:lnTo>
                      <a:pt x="3003" y="1483"/>
                    </a:lnTo>
                    <a:cubicBezTo>
                      <a:pt x="3043" y="1493"/>
                      <a:pt x="3083" y="1498"/>
                      <a:pt x="3124" y="1498"/>
                    </a:cubicBezTo>
                    <a:cubicBezTo>
                      <a:pt x="3354" y="1498"/>
                      <a:pt x="3580" y="1343"/>
                      <a:pt x="3637" y="1116"/>
                    </a:cubicBezTo>
                    <a:cubicBezTo>
                      <a:pt x="3704" y="816"/>
                      <a:pt x="3537" y="549"/>
                      <a:pt x="3270" y="449"/>
                    </a:cubicBezTo>
                    <a:lnTo>
                      <a:pt x="701" y="15"/>
                    </a:lnTo>
                    <a:cubicBezTo>
                      <a:pt x="662" y="5"/>
                      <a:pt x="621" y="1"/>
                      <a:pt x="58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9"/>
              <p:cNvSpPr/>
              <p:nvPr/>
            </p:nvSpPr>
            <p:spPr>
              <a:xfrm>
                <a:off x="1673830" y="2069664"/>
                <a:ext cx="281351" cy="217503"/>
              </a:xfrm>
              <a:custGeom>
                <a:avLst/>
                <a:gdLst/>
                <a:ahLst/>
                <a:cxnLst/>
                <a:rect l="l" t="t" r="r" b="b"/>
                <a:pathLst>
                  <a:path w="8941" h="6912" extrusionOk="0">
                    <a:moveTo>
                      <a:pt x="5705" y="1"/>
                    </a:moveTo>
                    <a:lnTo>
                      <a:pt x="1" y="4671"/>
                    </a:lnTo>
                    <a:cubicBezTo>
                      <a:pt x="1" y="4671"/>
                      <a:pt x="1035" y="6439"/>
                      <a:pt x="2569" y="6872"/>
                    </a:cubicBezTo>
                    <a:cubicBezTo>
                      <a:pt x="2658" y="6899"/>
                      <a:pt x="2758" y="6912"/>
                      <a:pt x="2867" y="6912"/>
                    </a:cubicBezTo>
                    <a:cubicBezTo>
                      <a:pt x="4668" y="6912"/>
                      <a:pt x="8940" y="3470"/>
                      <a:pt x="8940" y="3470"/>
                    </a:cubicBezTo>
                    <a:lnTo>
                      <a:pt x="570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4" name="Google Shape;834;p59"/>
            <p:cNvSpPr/>
            <p:nvPr/>
          </p:nvSpPr>
          <p:spPr>
            <a:xfrm>
              <a:off x="6725997" y="1753742"/>
              <a:ext cx="593975" cy="189125"/>
            </a:xfrm>
            <a:custGeom>
              <a:avLst/>
              <a:gdLst/>
              <a:ahLst/>
              <a:cxnLst/>
              <a:rect l="l" t="t" r="r" b="b"/>
              <a:pathLst>
                <a:path w="23759" h="7565" extrusionOk="0">
                  <a:moveTo>
                    <a:pt x="41" y="7288"/>
                  </a:moveTo>
                  <a:cubicBezTo>
                    <a:pt x="-118" y="6717"/>
                    <a:pt x="200" y="4859"/>
                    <a:pt x="708" y="3859"/>
                  </a:cubicBezTo>
                  <a:cubicBezTo>
                    <a:pt x="1216" y="2859"/>
                    <a:pt x="1740" y="1907"/>
                    <a:pt x="3089" y="1288"/>
                  </a:cubicBezTo>
                  <a:cubicBezTo>
                    <a:pt x="4438" y="669"/>
                    <a:pt x="7217" y="145"/>
                    <a:pt x="8804" y="145"/>
                  </a:cubicBezTo>
                  <a:cubicBezTo>
                    <a:pt x="10392" y="145"/>
                    <a:pt x="11804" y="844"/>
                    <a:pt x="12614" y="1288"/>
                  </a:cubicBezTo>
                  <a:cubicBezTo>
                    <a:pt x="13424" y="1733"/>
                    <a:pt x="13329" y="2876"/>
                    <a:pt x="13662" y="2812"/>
                  </a:cubicBezTo>
                  <a:cubicBezTo>
                    <a:pt x="13996" y="2749"/>
                    <a:pt x="14075" y="1352"/>
                    <a:pt x="14615" y="907"/>
                  </a:cubicBezTo>
                  <a:cubicBezTo>
                    <a:pt x="15155" y="463"/>
                    <a:pt x="15965" y="288"/>
                    <a:pt x="16901" y="145"/>
                  </a:cubicBezTo>
                  <a:cubicBezTo>
                    <a:pt x="17838" y="2"/>
                    <a:pt x="19298" y="-46"/>
                    <a:pt x="20234" y="49"/>
                  </a:cubicBezTo>
                  <a:cubicBezTo>
                    <a:pt x="21171" y="144"/>
                    <a:pt x="21933" y="272"/>
                    <a:pt x="22520" y="716"/>
                  </a:cubicBezTo>
                  <a:cubicBezTo>
                    <a:pt x="23108" y="1161"/>
                    <a:pt x="23759" y="2303"/>
                    <a:pt x="23759" y="2716"/>
                  </a:cubicBezTo>
                  <a:cubicBezTo>
                    <a:pt x="23759" y="3129"/>
                    <a:pt x="23298" y="3114"/>
                    <a:pt x="22520" y="3193"/>
                  </a:cubicBezTo>
                  <a:cubicBezTo>
                    <a:pt x="21742" y="3273"/>
                    <a:pt x="20250" y="2971"/>
                    <a:pt x="19091" y="3193"/>
                  </a:cubicBezTo>
                  <a:cubicBezTo>
                    <a:pt x="17932" y="3415"/>
                    <a:pt x="17012" y="4177"/>
                    <a:pt x="15567" y="4526"/>
                  </a:cubicBezTo>
                  <a:cubicBezTo>
                    <a:pt x="14123" y="4875"/>
                    <a:pt x="12139" y="4923"/>
                    <a:pt x="10424" y="5288"/>
                  </a:cubicBezTo>
                  <a:cubicBezTo>
                    <a:pt x="8710" y="5653"/>
                    <a:pt x="6741" y="6384"/>
                    <a:pt x="5280" y="6717"/>
                  </a:cubicBezTo>
                  <a:cubicBezTo>
                    <a:pt x="3820" y="7050"/>
                    <a:pt x="2534" y="7193"/>
                    <a:pt x="1661" y="7288"/>
                  </a:cubicBezTo>
                  <a:cubicBezTo>
                    <a:pt x="788" y="7383"/>
                    <a:pt x="200" y="7860"/>
                    <a:pt x="41" y="7288"/>
                  </a:cubicBezTo>
                  <a:close/>
                </a:path>
              </a:pathLst>
            </a:custGeom>
            <a:solidFill>
              <a:schemeClr val="accent3"/>
            </a:solidFill>
            <a:ln>
              <a:noFill/>
            </a:ln>
          </p:spPr>
          <p:txBody>
            <a:bodyPr/>
            <a:lstStyle/>
            <a:p>
              <a:endParaRPr lang="en-CA"/>
            </a:p>
          </p:txBody>
        </p:sp>
        <p:sp>
          <p:nvSpPr>
            <p:cNvPr id="835" name="Google Shape;835;p59"/>
            <p:cNvSpPr/>
            <p:nvPr/>
          </p:nvSpPr>
          <p:spPr>
            <a:xfrm>
              <a:off x="6358316" y="2523806"/>
              <a:ext cx="248775" cy="1047050"/>
            </a:xfrm>
            <a:custGeom>
              <a:avLst/>
              <a:gdLst/>
              <a:ahLst/>
              <a:cxnLst/>
              <a:rect l="l" t="t" r="r" b="b"/>
              <a:pathLst>
                <a:path w="9951" h="41882" extrusionOk="0">
                  <a:moveTo>
                    <a:pt x="2175" y="13"/>
                  </a:moveTo>
                  <a:cubicBezTo>
                    <a:pt x="1604" y="362"/>
                    <a:pt x="429" y="8554"/>
                    <a:pt x="175" y="12110"/>
                  </a:cubicBezTo>
                  <a:cubicBezTo>
                    <a:pt x="-79" y="15666"/>
                    <a:pt x="-159" y="17698"/>
                    <a:pt x="651" y="21349"/>
                  </a:cubicBezTo>
                  <a:cubicBezTo>
                    <a:pt x="1461" y="25000"/>
                    <a:pt x="3636" y="30604"/>
                    <a:pt x="5033" y="34017"/>
                  </a:cubicBezTo>
                  <a:cubicBezTo>
                    <a:pt x="6430" y="37430"/>
                    <a:pt x="8271" y="41399"/>
                    <a:pt x="9033" y="41828"/>
                  </a:cubicBezTo>
                  <a:cubicBezTo>
                    <a:pt x="9795" y="42257"/>
                    <a:pt x="10335" y="40113"/>
                    <a:pt x="9605" y="36589"/>
                  </a:cubicBezTo>
                  <a:cubicBezTo>
                    <a:pt x="8875" y="33065"/>
                    <a:pt x="5652" y="25111"/>
                    <a:pt x="4652" y="20682"/>
                  </a:cubicBezTo>
                  <a:cubicBezTo>
                    <a:pt x="3652" y="16253"/>
                    <a:pt x="4017" y="13459"/>
                    <a:pt x="3604" y="10014"/>
                  </a:cubicBezTo>
                  <a:cubicBezTo>
                    <a:pt x="3191" y="6569"/>
                    <a:pt x="2747" y="-336"/>
                    <a:pt x="2175" y="13"/>
                  </a:cubicBezTo>
                  <a:close/>
                </a:path>
              </a:pathLst>
            </a:custGeom>
            <a:solidFill>
              <a:schemeClr val="accent3"/>
            </a:solidFill>
            <a:ln>
              <a:noFill/>
            </a:ln>
          </p:spPr>
          <p:txBody>
            <a:bodyPr/>
            <a:lstStyle/>
            <a:p>
              <a:endParaRPr lang="en-CA"/>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79"/>
                                        </p:tgtEl>
                                        <p:attrNameLst>
                                          <p:attrName>style.visibility</p:attrName>
                                        </p:attrNameLst>
                                      </p:cBhvr>
                                      <p:to>
                                        <p:strVal val="visible"/>
                                      </p:to>
                                    </p:set>
                                    <p:animEffect transition="in" filter="fade">
                                      <p:cBhvr>
                                        <p:cTn id="7" dur="1000"/>
                                        <p:tgtEl>
                                          <p:spTgt spid="779"/>
                                        </p:tgtEl>
                                      </p:cBhvr>
                                    </p:animEffect>
                                  </p:childTnLst>
                                </p:cTn>
                              </p:par>
                              <p:par>
                                <p:cTn id="8" presetID="10" presetClass="entr" presetSubtype="0" fill="hold" nodeType="withEffect">
                                  <p:stCondLst>
                                    <p:cond delay="0"/>
                                  </p:stCondLst>
                                  <p:childTnLst>
                                    <p:set>
                                      <p:cBhvr>
                                        <p:cTn id="9" dur="1" fill="hold">
                                          <p:stCondLst>
                                            <p:cond delay="0"/>
                                          </p:stCondLst>
                                        </p:cTn>
                                        <p:tgtEl>
                                          <p:spTgt spid="780"/>
                                        </p:tgtEl>
                                        <p:attrNameLst>
                                          <p:attrName>style.visibility</p:attrName>
                                        </p:attrNameLst>
                                      </p:cBhvr>
                                      <p:to>
                                        <p:strVal val="visible"/>
                                      </p:to>
                                    </p:set>
                                    <p:animEffect transition="in" filter="fade">
                                      <p:cBhvr>
                                        <p:cTn id="10" dur="1000"/>
                                        <p:tgtEl>
                                          <p:spTgt spid="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31" name="Google Shape;931;p62"/>
          <p:cNvSpPr txBox="1">
            <a:spLocks noGrp="1"/>
          </p:cNvSpPr>
          <p:nvPr>
            <p:ph type="title" idx="15"/>
          </p:nvPr>
        </p:nvSpPr>
        <p:spPr>
          <a:xfrm>
            <a:off x="908563" y="141304"/>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AGENDA</a:t>
            </a:r>
            <a:br>
              <a:rPr lang="en"/>
            </a:br>
            <a:endParaRPr/>
          </a:p>
        </p:txBody>
      </p:sp>
      <p:sp>
        <p:nvSpPr>
          <p:cNvPr id="936" name="Google Shape;936;p62"/>
          <p:cNvSpPr txBox="1">
            <a:spLocks noGrp="1"/>
          </p:cNvSpPr>
          <p:nvPr>
            <p:ph type="title" idx="3"/>
          </p:nvPr>
        </p:nvSpPr>
        <p:spPr>
          <a:xfrm>
            <a:off x="2453933" y="2831950"/>
            <a:ext cx="3716259" cy="3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3600"/>
              <a:t>reflection</a:t>
            </a:r>
          </a:p>
        </p:txBody>
      </p:sp>
      <p:sp>
        <p:nvSpPr>
          <p:cNvPr id="937" name="Google Shape;937;p62"/>
          <p:cNvSpPr txBox="1">
            <a:spLocks noGrp="1"/>
          </p:cNvSpPr>
          <p:nvPr>
            <p:ph type="title" idx="4"/>
          </p:nvPr>
        </p:nvSpPr>
        <p:spPr>
          <a:xfrm>
            <a:off x="3767884" y="2141456"/>
            <a:ext cx="914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38" name="Google Shape;938;p62"/>
          <p:cNvSpPr txBox="1">
            <a:spLocks noGrp="1"/>
          </p:cNvSpPr>
          <p:nvPr>
            <p:ph type="title"/>
          </p:nvPr>
        </p:nvSpPr>
        <p:spPr>
          <a:xfrm>
            <a:off x="488652" y="1714933"/>
            <a:ext cx="3133264" cy="6541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3600"/>
              <a:t>RECAP</a:t>
            </a:r>
          </a:p>
        </p:txBody>
      </p:sp>
      <p:sp>
        <p:nvSpPr>
          <p:cNvPr id="939" name="Google Shape;939;p62"/>
          <p:cNvSpPr txBox="1">
            <a:spLocks noGrp="1"/>
          </p:cNvSpPr>
          <p:nvPr>
            <p:ph type="title" idx="2"/>
          </p:nvPr>
        </p:nvSpPr>
        <p:spPr>
          <a:xfrm>
            <a:off x="1297902" y="1071834"/>
            <a:ext cx="914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40" name="Google Shape;940;p62"/>
          <p:cNvSpPr txBox="1">
            <a:spLocks noGrp="1"/>
          </p:cNvSpPr>
          <p:nvPr>
            <p:ph type="title" idx="6"/>
          </p:nvPr>
        </p:nvSpPr>
        <p:spPr>
          <a:xfrm>
            <a:off x="4951141" y="3778188"/>
            <a:ext cx="3915649" cy="37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3600"/>
              <a:t>N</a:t>
            </a:r>
            <a:r>
              <a:rPr lang="en" sz="3600" err="1"/>
              <a:t>ew</a:t>
            </a:r>
            <a:r>
              <a:rPr lang="en" sz="3600"/>
              <a:t> analysis</a:t>
            </a:r>
            <a:endParaRPr sz="3600"/>
          </a:p>
        </p:txBody>
      </p:sp>
      <p:sp>
        <p:nvSpPr>
          <p:cNvPr id="941" name="Google Shape;941;p62"/>
          <p:cNvSpPr txBox="1">
            <a:spLocks noGrp="1"/>
          </p:cNvSpPr>
          <p:nvPr>
            <p:ph type="title" idx="7"/>
          </p:nvPr>
        </p:nvSpPr>
        <p:spPr>
          <a:xfrm>
            <a:off x="6570858" y="3002459"/>
            <a:ext cx="914400" cy="593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37"/>
                                        </p:tgtEl>
                                        <p:attrNameLst>
                                          <p:attrName>style.visibility</p:attrName>
                                        </p:attrNameLst>
                                      </p:cBhvr>
                                      <p:to>
                                        <p:strVal val="visible"/>
                                      </p:to>
                                    </p:set>
                                    <p:animEffect transition="in" filter="fade">
                                      <p:cBhvr>
                                        <p:cTn id="7" dur="1000"/>
                                        <p:tgtEl>
                                          <p:spTgt spid="937"/>
                                        </p:tgtEl>
                                      </p:cBhvr>
                                    </p:animEffect>
                                  </p:childTnLst>
                                </p:cTn>
                              </p:par>
                              <p:par>
                                <p:cTn id="8" presetID="10" presetClass="entr" presetSubtype="0" fill="hold" nodeType="withEffect">
                                  <p:stCondLst>
                                    <p:cond delay="0"/>
                                  </p:stCondLst>
                                  <p:childTnLst>
                                    <p:set>
                                      <p:cBhvr>
                                        <p:cTn id="9" dur="1" fill="hold">
                                          <p:stCondLst>
                                            <p:cond delay="0"/>
                                          </p:stCondLst>
                                        </p:cTn>
                                        <p:tgtEl>
                                          <p:spTgt spid="939"/>
                                        </p:tgtEl>
                                        <p:attrNameLst>
                                          <p:attrName>style.visibility</p:attrName>
                                        </p:attrNameLst>
                                      </p:cBhvr>
                                      <p:to>
                                        <p:strVal val="visible"/>
                                      </p:to>
                                    </p:set>
                                    <p:animEffect transition="in" filter="fade">
                                      <p:cBhvr>
                                        <p:cTn id="10" dur="1000"/>
                                        <p:tgtEl>
                                          <p:spTgt spid="939"/>
                                        </p:tgtEl>
                                      </p:cBhvr>
                                    </p:animEffect>
                                  </p:childTnLst>
                                </p:cTn>
                              </p:par>
                              <p:par>
                                <p:cTn id="11" presetID="10" presetClass="entr" presetSubtype="0" fill="hold" nodeType="withEffect">
                                  <p:stCondLst>
                                    <p:cond delay="0"/>
                                  </p:stCondLst>
                                  <p:childTnLst>
                                    <p:set>
                                      <p:cBhvr>
                                        <p:cTn id="12" dur="1" fill="hold">
                                          <p:stCondLst>
                                            <p:cond delay="0"/>
                                          </p:stCondLst>
                                        </p:cTn>
                                        <p:tgtEl>
                                          <p:spTgt spid="941"/>
                                        </p:tgtEl>
                                        <p:attrNameLst>
                                          <p:attrName>style.visibility</p:attrName>
                                        </p:attrNameLst>
                                      </p:cBhvr>
                                      <p:to>
                                        <p:strVal val="visible"/>
                                      </p:to>
                                    </p:set>
                                    <p:animEffect transition="in" filter="fade">
                                      <p:cBhvr>
                                        <p:cTn id="13" dur="1000"/>
                                        <p:tgtEl>
                                          <p:spTgt spid="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64"/>
          <p:cNvSpPr txBox="1">
            <a:spLocks noGrp="1"/>
          </p:cNvSpPr>
          <p:nvPr>
            <p:ph type="title"/>
          </p:nvPr>
        </p:nvSpPr>
        <p:spPr>
          <a:xfrm>
            <a:off x="881925" y="2105025"/>
            <a:ext cx="3114900" cy="1438200"/>
          </a:xfrm>
          <a:prstGeom prst="rect">
            <a:avLst/>
          </a:prstGeom>
        </p:spPr>
        <p:txBody>
          <a:bodyPr spcFirstLastPara="1" wrap="square" lIns="91425" tIns="91425" rIns="91425" bIns="91425" anchor="ctr" anchorCtr="0">
            <a:noAutofit/>
          </a:bodyPr>
          <a:lstStyle/>
          <a:p>
            <a:r>
              <a:rPr lang="en-US"/>
              <a:t>Recap</a:t>
            </a:r>
            <a:endParaRPr lang="en-US">
              <a:solidFill>
                <a:srgbClr val="F6EFE4"/>
              </a:solidFill>
            </a:endParaRPr>
          </a:p>
        </p:txBody>
      </p:sp>
      <p:sp>
        <p:nvSpPr>
          <p:cNvPr id="976" name="Google Shape;976;p64"/>
          <p:cNvSpPr txBox="1">
            <a:spLocks noGrp="1"/>
          </p:cNvSpPr>
          <p:nvPr>
            <p:ph type="title" idx="2"/>
          </p:nvPr>
        </p:nvSpPr>
        <p:spPr>
          <a:xfrm>
            <a:off x="881925" y="709175"/>
            <a:ext cx="1575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grpSp>
        <p:nvGrpSpPr>
          <p:cNvPr id="978" name="Google Shape;978;p64"/>
          <p:cNvGrpSpPr/>
          <p:nvPr/>
        </p:nvGrpSpPr>
        <p:grpSpPr>
          <a:xfrm>
            <a:off x="4714856" y="785073"/>
            <a:ext cx="3330914" cy="3594949"/>
            <a:chOff x="2255125" y="1624875"/>
            <a:chExt cx="3114750" cy="3361650"/>
          </a:xfrm>
        </p:grpSpPr>
        <p:sp>
          <p:nvSpPr>
            <p:cNvPr id="979" name="Google Shape;979;p64"/>
            <p:cNvSpPr/>
            <p:nvPr/>
          </p:nvSpPr>
          <p:spPr>
            <a:xfrm>
              <a:off x="2299325" y="4042500"/>
              <a:ext cx="845625" cy="128450"/>
            </a:xfrm>
            <a:custGeom>
              <a:avLst/>
              <a:gdLst/>
              <a:ahLst/>
              <a:cxnLst/>
              <a:rect l="l" t="t" r="r" b="b"/>
              <a:pathLst>
                <a:path w="33825" h="5138" extrusionOk="0">
                  <a:moveTo>
                    <a:pt x="16912" y="1"/>
                  </a:moveTo>
                  <a:cubicBezTo>
                    <a:pt x="7572" y="1"/>
                    <a:pt x="0" y="1168"/>
                    <a:pt x="0" y="2569"/>
                  </a:cubicBezTo>
                  <a:cubicBezTo>
                    <a:pt x="0" y="4003"/>
                    <a:pt x="7572" y="5138"/>
                    <a:pt x="16912" y="5138"/>
                  </a:cubicBezTo>
                  <a:cubicBezTo>
                    <a:pt x="26252" y="5138"/>
                    <a:pt x="33824" y="4003"/>
                    <a:pt x="33824" y="2569"/>
                  </a:cubicBezTo>
                  <a:cubicBezTo>
                    <a:pt x="33824" y="1168"/>
                    <a:pt x="26252" y="1"/>
                    <a:pt x="169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64"/>
            <p:cNvSpPr/>
            <p:nvPr/>
          </p:nvSpPr>
          <p:spPr>
            <a:xfrm>
              <a:off x="3308375" y="3902400"/>
              <a:ext cx="1139175" cy="143475"/>
            </a:xfrm>
            <a:custGeom>
              <a:avLst/>
              <a:gdLst/>
              <a:ahLst/>
              <a:cxnLst/>
              <a:rect l="l" t="t" r="r" b="b"/>
              <a:pathLst>
                <a:path w="45567" h="5739" extrusionOk="0">
                  <a:moveTo>
                    <a:pt x="22783" y="1"/>
                  </a:moveTo>
                  <a:cubicBezTo>
                    <a:pt x="10207" y="1"/>
                    <a:pt x="0" y="1268"/>
                    <a:pt x="0" y="2869"/>
                  </a:cubicBezTo>
                  <a:cubicBezTo>
                    <a:pt x="0" y="4437"/>
                    <a:pt x="10207" y="5738"/>
                    <a:pt x="22783" y="5738"/>
                  </a:cubicBezTo>
                  <a:cubicBezTo>
                    <a:pt x="35359" y="5738"/>
                    <a:pt x="45566" y="4437"/>
                    <a:pt x="45566" y="2869"/>
                  </a:cubicBezTo>
                  <a:cubicBezTo>
                    <a:pt x="45566" y="1268"/>
                    <a:pt x="35359" y="1"/>
                    <a:pt x="227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64"/>
            <p:cNvSpPr/>
            <p:nvPr/>
          </p:nvSpPr>
          <p:spPr>
            <a:xfrm>
              <a:off x="4460025" y="4120900"/>
              <a:ext cx="550425" cy="115100"/>
            </a:xfrm>
            <a:custGeom>
              <a:avLst/>
              <a:gdLst/>
              <a:ahLst/>
              <a:cxnLst/>
              <a:rect l="l" t="t" r="r" b="b"/>
              <a:pathLst>
                <a:path w="22017" h="4604" extrusionOk="0">
                  <a:moveTo>
                    <a:pt x="11008" y="0"/>
                  </a:moveTo>
                  <a:cubicBezTo>
                    <a:pt x="4937" y="0"/>
                    <a:pt x="0" y="1034"/>
                    <a:pt x="0" y="2302"/>
                  </a:cubicBezTo>
                  <a:cubicBezTo>
                    <a:pt x="0" y="3569"/>
                    <a:pt x="4937" y="4603"/>
                    <a:pt x="11008" y="4603"/>
                  </a:cubicBezTo>
                  <a:cubicBezTo>
                    <a:pt x="17113" y="4603"/>
                    <a:pt x="22016" y="3569"/>
                    <a:pt x="22016" y="2302"/>
                  </a:cubicBezTo>
                  <a:cubicBezTo>
                    <a:pt x="22016" y="1034"/>
                    <a:pt x="17113" y="0"/>
                    <a:pt x="110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64"/>
            <p:cNvSpPr/>
            <p:nvPr/>
          </p:nvSpPr>
          <p:spPr>
            <a:xfrm>
              <a:off x="4973725" y="4240975"/>
              <a:ext cx="396150" cy="81750"/>
            </a:xfrm>
            <a:custGeom>
              <a:avLst/>
              <a:gdLst/>
              <a:ahLst/>
              <a:cxnLst/>
              <a:rect l="l" t="t" r="r" b="b"/>
              <a:pathLst>
                <a:path w="15846" h="3270" extrusionOk="0">
                  <a:moveTo>
                    <a:pt x="7939" y="1"/>
                  </a:moveTo>
                  <a:cubicBezTo>
                    <a:pt x="3570" y="1"/>
                    <a:pt x="0" y="734"/>
                    <a:pt x="0" y="1635"/>
                  </a:cubicBezTo>
                  <a:cubicBezTo>
                    <a:pt x="0" y="2536"/>
                    <a:pt x="3570" y="3270"/>
                    <a:pt x="7939" y="3270"/>
                  </a:cubicBezTo>
                  <a:cubicBezTo>
                    <a:pt x="12309" y="3270"/>
                    <a:pt x="15845" y="2536"/>
                    <a:pt x="15845" y="1635"/>
                  </a:cubicBezTo>
                  <a:cubicBezTo>
                    <a:pt x="15845" y="734"/>
                    <a:pt x="12309" y="1"/>
                    <a:pt x="79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64"/>
            <p:cNvSpPr/>
            <p:nvPr/>
          </p:nvSpPr>
          <p:spPr>
            <a:xfrm>
              <a:off x="3741175" y="4807225"/>
              <a:ext cx="1037425" cy="156800"/>
            </a:xfrm>
            <a:custGeom>
              <a:avLst/>
              <a:gdLst/>
              <a:ahLst/>
              <a:cxnLst/>
              <a:rect l="l" t="t" r="r" b="b"/>
              <a:pathLst>
                <a:path w="41497" h="6272" extrusionOk="0">
                  <a:moveTo>
                    <a:pt x="20749" y="0"/>
                  </a:moveTo>
                  <a:cubicBezTo>
                    <a:pt x="9307" y="0"/>
                    <a:pt x="1" y="1401"/>
                    <a:pt x="1" y="3136"/>
                  </a:cubicBezTo>
                  <a:cubicBezTo>
                    <a:pt x="1" y="4870"/>
                    <a:pt x="9307" y="6271"/>
                    <a:pt x="20749" y="6271"/>
                  </a:cubicBezTo>
                  <a:cubicBezTo>
                    <a:pt x="32190" y="6271"/>
                    <a:pt x="41497" y="4870"/>
                    <a:pt x="41497" y="3136"/>
                  </a:cubicBezTo>
                  <a:cubicBezTo>
                    <a:pt x="41497" y="1401"/>
                    <a:pt x="32190" y="0"/>
                    <a:pt x="2074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64"/>
            <p:cNvSpPr/>
            <p:nvPr/>
          </p:nvSpPr>
          <p:spPr>
            <a:xfrm>
              <a:off x="2746300" y="4640425"/>
              <a:ext cx="990725" cy="232700"/>
            </a:xfrm>
            <a:custGeom>
              <a:avLst/>
              <a:gdLst/>
              <a:ahLst/>
              <a:cxnLst/>
              <a:rect l="l" t="t" r="r" b="b"/>
              <a:pathLst>
                <a:path w="39629" h="9308" extrusionOk="0">
                  <a:moveTo>
                    <a:pt x="19815" y="1"/>
                  </a:moveTo>
                  <a:cubicBezTo>
                    <a:pt x="8873" y="1"/>
                    <a:pt x="0" y="2102"/>
                    <a:pt x="0" y="4671"/>
                  </a:cubicBezTo>
                  <a:cubicBezTo>
                    <a:pt x="0" y="7239"/>
                    <a:pt x="8873" y="9307"/>
                    <a:pt x="19815" y="9307"/>
                  </a:cubicBezTo>
                  <a:cubicBezTo>
                    <a:pt x="30756" y="9307"/>
                    <a:pt x="39629" y="7239"/>
                    <a:pt x="39629" y="4671"/>
                  </a:cubicBezTo>
                  <a:cubicBezTo>
                    <a:pt x="39629" y="2102"/>
                    <a:pt x="30756" y="1"/>
                    <a:pt x="19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64"/>
            <p:cNvSpPr/>
            <p:nvPr/>
          </p:nvSpPr>
          <p:spPr>
            <a:xfrm>
              <a:off x="2947275" y="4357300"/>
              <a:ext cx="112600" cy="76100"/>
            </a:xfrm>
            <a:custGeom>
              <a:avLst/>
              <a:gdLst/>
              <a:ahLst/>
              <a:cxnLst/>
              <a:rect l="l" t="t" r="r" b="b"/>
              <a:pathLst>
                <a:path w="4504" h="3044" extrusionOk="0">
                  <a:moveTo>
                    <a:pt x="1120" y="0"/>
                  </a:moveTo>
                  <a:cubicBezTo>
                    <a:pt x="813" y="0"/>
                    <a:pt x="506" y="125"/>
                    <a:pt x="301" y="351"/>
                  </a:cubicBezTo>
                  <a:cubicBezTo>
                    <a:pt x="1" y="751"/>
                    <a:pt x="134" y="1319"/>
                    <a:pt x="568" y="1552"/>
                  </a:cubicBezTo>
                  <a:lnTo>
                    <a:pt x="2836" y="2886"/>
                  </a:lnTo>
                  <a:cubicBezTo>
                    <a:pt x="2903" y="2920"/>
                    <a:pt x="2969" y="2953"/>
                    <a:pt x="3036" y="2986"/>
                  </a:cubicBezTo>
                  <a:cubicBezTo>
                    <a:pt x="3150" y="3025"/>
                    <a:pt x="3270" y="3044"/>
                    <a:pt x="3390" y="3044"/>
                  </a:cubicBezTo>
                  <a:cubicBezTo>
                    <a:pt x="3690" y="3044"/>
                    <a:pt x="3989" y="2924"/>
                    <a:pt x="4204" y="2686"/>
                  </a:cubicBezTo>
                  <a:cubicBezTo>
                    <a:pt x="4504" y="2286"/>
                    <a:pt x="4370" y="1719"/>
                    <a:pt x="3937" y="1485"/>
                  </a:cubicBezTo>
                  <a:lnTo>
                    <a:pt x="1668" y="151"/>
                  </a:lnTo>
                  <a:cubicBezTo>
                    <a:pt x="1502" y="49"/>
                    <a:pt x="1311" y="0"/>
                    <a:pt x="112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64"/>
            <p:cNvSpPr/>
            <p:nvPr/>
          </p:nvSpPr>
          <p:spPr>
            <a:xfrm>
              <a:off x="3109050" y="4441100"/>
              <a:ext cx="95100" cy="66050"/>
            </a:xfrm>
            <a:custGeom>
              <a:avLst/>
              <a:gdLst/>
              <a:ahLst/>
              <a:cxnLst/>
              <a:rect l="l" t="t" r="r" b="b"/>
              <a:pathLst>
                <a:path w="3804" h="2642" extrusionOk="0">
                  <a:moveTo>
                    <a:pt x="1110" y="0"/>
                  </a:moveTo>
                  <a:cubicBezTo>
                    <a:pt x="804" y="0"/>
                    <a:pt x="508" y="120"/>
                    <a:pt x="301" y="368"/>
                  </a:cubicBezTo>
                  <a:cubicBezTo>
                    <a:pt x="1" y="769"/>
                    <a:pt x="134" y="1336"/>
                    <a:pt x="568" y="1569"/>
                  </a:cubicBezTo>
                  <a:lnTo>
                    <a:pt x="2169" y="2503"/>
                  </a:lnTo>
                  <a:cubicBezTo>
                    <a:pt x="2202" y="2536"/>
                    <a:pt x="2269" y="2536"/>
                    <a:pt x="2336" y="2570"/>
                  </a:cubicBezTo>
                  <a:cubicBezTo>
                    <a:pt x="2462" y="2619"/>
                    <a:pt x="2592" y="2642"/>
                    <a:pt x="2718" y="2642"/>
                  </a:cubicBezTo>
                  <a:cubicBezTo>
                    <a:pt x="3025" y="2642"/>
                    <a:pt x="3314" y="2506"/>
                    <a:pt x="3503" y="2270"/>
                  </a:cubicBezTo>
                  <a:cubicBezTo>
                    <a:pt x="3804" y="1869"/>
                    <a:pt x="3670" y="1302"/>
                    <a:pt x="3236" y="1069"/>
                  </a:cubicBezTo>
                  <a:lnTo>
                    <a:pt x="1669" y="135"/>
                  </a:lnTo>
                  <a:cubicBezTo>
                    <a:pt x="1491" y="46"/>
                    <a:pt x="1298" y="0"/>
                    <a:pt x="11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64"/>
            <p:cNvSpPr/>
            <p:nvPr/>
          </p:nvSpPr>
          <p:spPr>
            <a:xfrm>
              <a:off x="3199125" y="4617925"/>
              <a:ext cx="185150" cy="216825"/>
            </a:xfrm>
            <a:custGeom>
              <a:avLst/>
              <a:gdLst/>
              <a:ahLst/>
              <a:cxnLst/>
              <a:rect l="l" t="t" r="r" b="b"/>
              <a:pathLst>
                <a:path w="7406" h="8673" extrusionOk="0">
                  <a:moveTo>
                    <a:pt x="2302" y="0"/>
                  </a:moveTo>
                  <a:lnTo>
                    <a:pt x="0" y="7806"/>
                  </a:lnTo>
                  <a:cubicBezTo>
                    <a:pt x="1702" y="8073"/>
                    <a:pt x="3603" y="8406"/>
                    <a:pt x="5404" y="8673"/>
                  </a:cubicBezTo>
                  <a:lnTo>
                    <a:pt x="7406" y="1268"/>
                  </a:lnTo>
                  <a:cubicBezTo>
                    <a:pt x="5805" y="867"/>
                    <a:pt x="3770" y="300"/>
                    <a:pt x="230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64"/>
            <p:cNvSpPr/>
            <p:nvPr/>
          </p:nvSpPr>
          <p:spPr>
            <a:xfrm>
              <a:off x="2724625" y="4597950"/>
              <a:ext cx="127600" cy="60075"/>
            </a:xfrm>
            <a:custGeom>
              <a:avLst/>
              <a:gdLst/>
              <a:ahLst/>
              <a:cxnLst/>
              <a:rect l="l" t="t" r="r" b="b"/>
              <a:pathLst>
                <a:path w="5104" h="2403" extrusionOk="0">
                  <a:moveTo>
                    <a:pt x="1110" y="0"/>
                  </a:moveTo>
                  <a:cubicBezTo>
                    <a:pt x="662" y="0"/>
                    <a:pt x="240" y="279"/>
                    <a:pt x="100" y="699"/>
                  </a:cubicBezTo>
                  <a:cubicBezTo>
                    <a:pt x="0" y="1233"/>
                    <a:pt x="367" y="1733"/>
                    <a:pt x="867" y="1800"/>
                  </a:cubicBezTo>
                  <a:lnTo>
                    <a:pt x="3736" y="2367"/>
                  </a:lnTo>
                  <a:cubicBezTo>
                    <a:pt x="3836" y="2400"/>
                    <a:pt x="3903" y="2400"/>
                    <a:pt x="3970" y="2400"/>
                  </a:cubicBezTo>
                  <a:cubicBezTo>
                    <a:pt x="3993" y="2402"/>
                    <a:pt x="4017" y="2403"/>
                    <a:pt x="4040" y="2403"/>
                  </a:cubicBezTo>
                  <a:cubicBezTo>
                    <a:pt x="4477" y="2403"/>
                    <a:pt x="4845" y="2111"/>
                    <a:pt x="5004" y="1700"/>
                  </a:cubicBezTo>
                  <a:cubicBezTo>
                    <a:pt x="5104" y="1166"/>
                    <a:pt x="4737" y="666"/>
                    <a:pt x="4203" y="599"/>
                  </a:cubicBezTo>
                  <a:lnTo>
                    <a:pt x="1368" y="32"/>
                  </a:lnTo>
                  <a:cubicBezTo>
                    <a:pt x="1282" y="10"/>
                    <a:pt x="1195" y="0"/>
                    <a:pt x="111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64"/>
            <p:cNvSpPr/>
            <p:nvPr/>
          </p:nvSpPr>
          <p:spPr>
            <a:xfrm>
              <a:off x="2923100" y="4627125"/>
              <a:ext cx="105100" cy="55100"/>
            </a:xfrm>
            <a:custGeom>
              <a:avLst/>
              <a:gdLst/>
              <a:ahLst/>
              <a:cxnLst/>
              <a:rect l="l" t="t" r="r" b="b"/>
              <a:pathLst>
                <a:path w="4204" h="2204" extrusionOk="0">
                  <a:moveTo>
                    <a:pt x="1080" y="1"/>
                  </a:moveTo>
                  <a:cubicBezTo>
                    <a:pt x="640" y="1"/>
                    <a:pt x="240" y="284"/>
                    <a:pt x="100" y="733"/>
                  </a:cubicBezTo>
                  <a:cubicBezTo>
                    <a:pt x="0" y="1233"/>
                    <a:pt x="334" y="1734"/>
                    <a:pt x="867" y="1800"/>
                  </a:cubicBezTo>
                  <a:lnTo>
                    <a:pt x="2869" y="2201"/>
                  </a:lnTo>
                  <a:lnTo>
                    <a:pt x="3102" y="2201"/>
                  </a:lnTo>
                  <a:cubicBezTo>
                    <a:pt x="3126" y="2202"/>
                    <a:pt x="3150" y="2203"/>
                    <a:pt x="3173" y="2203"/>
                  </a:cubicBezTo>
                  <a:cubicBezTo>
                    <a:pt x="3609" y="2203"/>
                    <a:pt x="3976" y="1912"/>
                    <a:pt x="4103" y="1500"/>
                  </a:cubicBezTo>
                  <a:cubicBezTo>
                    <a:pt x="4203" y="966"/>
                    <a:pt x="3870" y="466"/>
                    <a:pt x="3336" y="433"/>
                  </a:cubicBezTo>
                  <a:lnTo>
                    <a:pt x="1334" y="32"/>
                  </a:lnTo>
                  <a:cubicBezTo>
                    <a:pt x="1249" y="11"/>
                    <a:pt x="1164" y="1"/>
                    <a:pt x="108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64"/>
            <p:cNvSpPr/>
            <p:nvPr/>
          </p:nvSpPr>
          <p:spPr>
            <a:xfrm>
              <a:off x="2820525" y="4294350"/>
              <a:ext cx="744725" cy="510400"/>
            </a:xfrm>
            <a:custGeom>
              <a:avLst/>
              <a:gdLst/>
              <a:ahLst/>
              <a:cxnLst/>
              <a:rect l="l" t="t" r="r" b="b"/>
              <a:pathLst>
                <a:path w="29789" h="20416" extrusionOk="0">
                  <a:moveTo>
                    <a:pt x="4904" y="0"/>
                  </a:moveTo>
                  <a:cubicBezTo>
                    <a:pt x="4904" y="0"/>
                    <a:pt x="1068" y="5638"/>
                    <a:pt x="0" y="6038"/>
                  </a:cubicBezTo>
                  <a:cubicBezTo>
                    <a:pt x="0" y="6038"/>
                    <a:pt x="2002" y="7306"/>
                    <a:pt x="4904" y="8974"/>
                  </a:cubicBezTo>
                  <a:cubicBezTo>
                    <a:pt x="8239" y="10975"/>
                    <a:pt x="12776" y="13644"/>
                    <a:pt x="16679" y="15778"/>
                  </a:cubicBezTo>
                  <a:cubicBezTo>
                    <a:pt x="20181" y="17680"/>
                    <a:pt x="24718" y="20182"/>
                    <a:pt x="25919" y="20415"/>
                  </a:cubicBezTo>
                  <a:cubicBezTo>
                    <a:pt x="25919" y="20415"/>
                    <a:pt x="29254" y="15445"/>
                    <a:pt x="29788" y="15245"/>
                  </a:cubicBezTo>
                  <a:cubicBezTo>
                    <a:pt x="29788" y="15245"/>
                    <a:pt x="25085" y="11742"/>
                    <a:pt x="21749" y="9641"/>
                  </a:cubicBezTo>
                  <a:cubicBezTo>
                    <a:pt x="20281" y="8707"/>
                    <a:pt x="19614" y="8440"/>
                    <a:pt x="17913" y="7539"/>
                  </a:cubicBezTo>
                  <a:cubicBezTo>
                    <a:pt x="15378" y="6138"/>
                    <a:pt x="13043" y="4537"/>
                    <a:pt x="9741" y="2802"/>
                  </a:cubicBezTo>
                  <a:cubicBezTo>
                    <a:pt x="6939" y="1301"/>
                    <a:pt x="4904" y="0"/>
                    <a:pt x="4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64"/>
            <p:cNvSpPr/>
            <p:nvPr/>
          </p:nvSpPr>
          <p:spPr>
            <a:xfrm>
              <a:off x="3237475" y="4535350"/>
              <a:ext cx="327775" cy="269400"/>
            </a:xfrm>
            <a:custGeom>
              <a:avLst/>
              <a:gdLst/>
              <a:ahLst/>
              <a:cxnLst/>
              <a:rect l="l" t="t" r="r" b="b"/>
              <a:pathLst>
                <a:path w="13111" h="10776" extrusionOk="0">
                  <a:moveTo>
                    <a:pt x="5071" y="1"/>
                  </a:moveTo>
                  <a:lnTo>
                    <a:pt x="1" y="6138"/>
                  </a:lnTo>
                  <a:cubicBezTo>
                    <a:pt x="3503" y="8040"/>
                    <a:pt x="8040" y="10542"/>
                    <a:pt x="9241" y="10775"/>
                  </a:cubicBezTo>
                  <a:cubicBezTo>
                    <a:pt x="9241" y="10775"/>
                    <a:pt x="12576" y="5805"/>
                    <a:pt x="13110" y="5605"/>
                  </a:cubicBezTo>
                  <a:cubicBezTo>
                    <a:pt x="13110" y="5605"/>
                    <a:pt x="8407" y="2102"/>
                    <a:pt x="50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64"/>
            <p:cNvSpPr/>
            <p:nvPr/>
          </p:nvSpPr>
          <p:spPr>
            <a:xfrm>
              <a:off x="3237475" y="4535350"/>
              <a:ext cx="225200" cy="212675"/>
            </a:xfrm>
            <a:custGeom>
              <a:avLst/>
              <a:gdLst/>
              <a:ahLst/>
              <a:cxnLst/>
              <a:rect l="l" t="t" r="r" b="b"/>
              <a:pathLst>
                <a:path w="9008" h="8507" extrusionOk="0">
                  <a:moveTo>
                    <a:pt x="5071" y="1"/>
                  </a:moveTo>
                  <a:lnTo>
                    <a:pt x="1" y="6138"/>
                  </a:lnTo>
                  <a:cubicBezTo>
                    <a:pt x="1368" y="6872"/>
                    <a:pt x="2903" y="7740"/>
                    <a:pt x="4371" y="8507"/>
                  </a:cubicBezTo>
                  <a:lnTo>
                    <a:pt x="9007" y="2636"/>
                  </a:lnTo>
                  <a:cubicBezTo>
                    <a:pt x="7806" y="1802"/>
                    <a:pt x="6205" y="735"/>
                    <a:pt x="507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64"/>
            <p:cNvSpPr/>
            <p:nvPr/>
          </p:nvSpPr>
          <p:spPr>
            <a:xfrm>
              <a:off x="2819675" y="4295175"/>
              <a:ext cx="262725" cy="233525"/>
            </a:xfrm>
            <a:custGeom>
              <a:avLst/>
              <a:gdLst/>
              <a:ahLst/>
              <a:cxnLst/>
              <a:rect l="l" t="t" r="r" b="b"/>
              <a:pathLst>
                <a:path w="10509" h="9341" extrusionOk="0">
                  <a:moveTo>
                    <a:pt x="4938" y="1"/>
                  </a:moveTo>
                  <a:cubicBezTo>
                    <a:pt x="4938" y="1"/>
                    <a:pt x="1068" y="5605"/>
                    <a:pt x="1" y="6005"/>
                  </a:cubicBezTo>
                  <a:cubicBezTo>
                    <a:pt x="1" y="6005"/>
                    <a:pt x="2669" y="7640"/>
                    <a:pt x="5572" y="9341"/>
                  </a:cubicBezTo>
                  <a:lnTo>
                    <a:pt x="10508" y="3170"/>
                  </a:lnTo>
                  <a:cubicBezTo>
                    <a:pt x="7673" y="1702"/>
                    <a:pt x="4938" y="1"/>
                    <a:pt x="4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64"/>
            <p:cNvSpPr/>
            <p:nvPr/>
          </p:nvSpPr>
          <p:spPr>
            <a:xfrm>
              <a:off x="2895575" y="4367350"/>
              <a:ext cx="111775" cy="76750"/>
            </a:xfrm>
            <a:custGeom>
              <a:avLst/>
              <a:gdLst/>
              <a:ahLst/>
              <a:cxnLst/>
              <a:rect l="l" t="t" r="r" b="b"/>
              <a:pathLst>
                <a:path w="4471" h="3070" extrusionOk="0">
                  <a:moveTo>
                    <a:pt x="1108" y="0"/>
                  </a:moveTo>
                  <a:cubicBezTo>
                    <a:pt x="807" y="0"/>
                    <a:pt x="509" y="133"/>
                    <a:pt x="301" y="383"/>
                  </a:cubicBezTo>
                  <a:cubicBezTo>
                    <a:pt x="0" y="750"/>
                    <a:pt x="100" y="1317"/>
                    <a:pt x="534" y="1550"/>
                  </a:cubicBezTo>
                  <a:lnTo>
                    <a:pt x="2836" y="2918"/>
                  </a:lnTo>
                  <a:cubicBezTo>
                    <a:pt x="2869" y="2951"/>
                    <a:pt x="2936" y="2985"/>
                    <a:pt x="3036" y="3018"/>
                  </a:cubicBezTo>
                  <a:cubicBezTo>
                    <a:pt x="3139" y="3053"/>
                    <a:pt x="3247" y="3069"/>
                    <a:pt x="3355" y="3069"/>
                  </a:cubicBezTo>
                  <a:cubicBezTo>
                    <a:pt x="3664" y="3069"/>
                    <a:pt x="3972" y="2932"/>
                    <a:pt x="4170" y="2684"/>
                  </a:cubicBezTo>
                  <a:cubicBezTo>
                    <a:pt x="4470" y="2318"/>
                    <a:pt x="4370" y="1750"/>
                    <a:pt x="3937" y="1517"/>
                  </a:cubicBezTo>
                  <a:lnTo>
                    <a:pt x="1635" y="149"/>
                  </a:lnTo>
                  <a:cubicBezTo>
                    <a:pt x="1472" y="49"/>
                    <a:pt x="1289" y="0"/>
                    <a:pt x="11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64"/>
            <p:cNvSpPr/>
            <p:nvPr/>
          </p:nvSpPr>
          <p:spPr>
            <a:xfrm>
              <a:off x="3057350" y="4451575"/>
              <a:ext cx="95100" cy="65900"/>
            </a:xfrm>
            <a:custGeom>
              <a:avLst/>
              <a:gdLst/>
              <a:ahLst/>
              <a:cxnLst/>
              <a:rect l="l" t="t" r="r" b="b"/>
              <a:pathLst>
                <a:path w="3804" h="2636" extrusionOk="0">
                  <a:moveTo>
                    <a:pt x="1108" y="0"/>
                  </a:moveTo>
                  <a:cubicBezTo>
                    <a:pt x="808" y="0"/>
                    <a:pt x="509" y="133"/>
                    <a:pt x="301" y="383"/>
                  </a:cubicBezTo>
                  <a:cubicBezTo>
                    <a:pt x="1" y="783"/>
                    <a:pt x="134" y="1350"/>
                    <a:pt x="568" y="1550"/>
                  </a:cubicBezTo>
                  <a:lnTo>
                    <a:pt x="2136" y="2484"/>
                  </a:lnTo>
                  <a:cubicBezTo>
                    <a:pt x="2202" y="2518"/>
                    <a:pt x="2269" y="2551"/>
                    <a:pt x="2336" y="2585"/>
                  </a:cubicBezTo>
                  <a:cubicBezTo>
                    <a:pt x="2439" y="2619"/>
                    <a:pt x="2547" y="2636"/>
                    <a:pt x="2655" y="2636"/>
                  </a:cubicBezTo>
                  <a:cubicBezTo>
                    <a:pt x="2966" y="2636"/>
                    <a:pt x="3281" y="2498"/>
                    <a:pt x="3503" y="2251"/>
                  </a:cubicBezTo>
                  <a:cubicBezTo>
                    <a:pt x="3803" y="1851"/>
                    <a:pt x="3670" y="1284"/>
                    <a:pt x="3236" y="1083"/>
                  </a:cubicBezTo>
                  <a:lnTo>
                    <a:pt x="1635" y="149"/>
                  </a:lnTo>
                  <a:cubicBezTo>
                    <a:pt x="1472" y="49"/>
                    <a:pt x="1290" y="0"/>
                    <a:pt x="11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64"/>
            <p:cNvSpPr/>
            <p:nvPr/>
          </p:nvSpPr>
          <p:spPr>
            <a:xfrm>
              <a:off x="2622875" y="4531175"/>
              <a:ext cx="843975" cy="329275"/>
            </a:xfrm>
            <a:custGeom>
              <a:avLst/>
              <a:gdLst/>
              <a:ahLst/>
              <a:cxnLst/>
              <a:rect l="l" t="t" r="r" b="b"/>
              <a:pathLst>
                <a:path w="33759" h="13171" extrusionOk="0">
                  <a:moveTo>
                    <a:pt x="2202" y="1"/>
                  </a:moveTo>
                  <a:cubicBezTo>
                    <a:pt x="2202" y="1"/>
                    <a:pt x="901" y="6906"/>
                    <a:pt x="1" y="7673"/>
                  </a:cubicBezTo>
                  <a:cubicBezTo>
                    <a:pt x="1" y="7673"/>
                    <a:pt x="2569" y="8207"/>
                    <a:pt x="6205" y="8941"/>
                  </a:cubicBezTo>
                  <a:cubicBezTo>
                    <a:pt x="10441" y="9775"/>
                    <a:pt x="16112" y="10875"/>
                    <a:pt x="20949" y="11676"/>
                  </a:cubicBezTo>
                  <a:cubicBezTo>
                    <a:pt x="24892" y="12313"/>
                    <a:pt x="29910" y="13170"/>
                    <a:pt x="31766" y="13170"/>
                  </a:cubicBezTo>
                  <a:cubicBezTo>
                    <a:pt x="31952" y="13170"/>
                    <a:pt x="32106" y="13162"/>
                    <a:pt x="32224" y="13144"/>
                  </a:cubicBezTo>
                  <a:cubicBezTo>
                    <a:pt x="32224" y="13144"/>
                    <a:pt x="33324" y="7073"/>
                    <a:pt x="33758" y="6706"/>
                  </a:cubicBezTo>
                  <a:cubicBezTo>
                    <a:pt x="33758" y="6706"/>
                    <a:pt x="27520" y="4804"/>
                    <a:pt x="23284" y="3837"/>
                  </a:cubicBezTo>
                  <a:cubicBezTo>
                    <a:pt x="21416" y="3437"/>
                    <a:pt x="20615" y="3370"/>
                    <a:pt x="18514" y="3036"/>
                  </a:cubicBezTo>
                  <a:cubicBezTo>
                    <a:pt x="15345" y="2569"/>
                    <a:pt x="12343" y="1736"/>
                    <a:pt x="8273" y="1135"/>
                  </a:cubicBezTo>
                  <a:cubicBezTo>
                    <a:pt x="4771" y="601"/>
                    <a:pt x="2202" y="1"/>
                    <a:pt x="2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64"/>
            <p:cNvSpPr/>
            <p:nvPr/>
          </p:nvSpPr>
          <p:spPr>
            <a:xfrm>
              <a:off x="3146575" y="4627925"/>
              <a:ext cx="319425" cy="233175"/>
            </a:xfrm>
            <a:custGeom>
              <a:avLst/>
              <a:gdLst/>
              <a:ahLst/>
              <a:cxnLst/>
              <a:rect l="l" t="t" r="r" b="b"/>
              <a:pathLst>
                <a:path w="12777" h="9327" extrusionOk="0">
                  <a:moveTo>
                    <a:pt x="2303" y="0"/>
                  </a:moveTo>
                  <a:lnTo>
                    <a:pt x="1" y="7806"/>
                  </a:lnTo>
                  <a:cubicBezTo>
                    <a:pt x="1735" y="8106"/>
                    <a:pt x="3637" y="8406"/>
                    <a:pt x="5405" y="8707"/>
                  </a:cubicBezTo>
                  <a:cubicBezTo>
                    <a:pt x="7751" y="9054"/>
                    <a:pt x="9846" y="9326"/>
                    <a:pt x="10859" y="9326"/>
                  </a:cubicBezTo>
                  <a:cubicBezTo>
                    <a:pt x="11013" y="9326"/>
                    <a:pt x="11141" y="9320"/>
                    <a:pt x="11242" y="9307"/>
                  </a:cubicBezTo>
                  <a:cubicBezTo>
                    <a:pt x="11242" y="9307"/>
                    <a:pt x="12343" y="3236"/>
                    <a:pt x="12777" y="2836"/>
                  </a:cubicBezTo>
                  <a:cubicBezTo>
                    <a:pt x="12777" y="2836"/>
                    <a:pt x="10075" y="2002"/>
                    <a:pt x="7039" y="1201"/>
                  </a:cubicBezTo>
                  <a:cubicBezTo>
                    <a:pt x="5438" y="768"/>
                    <a:pt x="3770" y="334"/>
                    <a:pt x="23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64"/>
            <p:cNvSpPr/>
            <p:nvPr/>
          </p:nvSpPr>
          <p:spPr>
            <a:xfrm>
              <a:off x="3146575" y="4627925"/>
              <a:ext cx="185175" cy="217675"/>
            </a:xfrm>
            <a:custGeom>
              <a:avLst/>
              <a:gdLst/>
              <a:ahLst/>
              <a:cxnLst/>
              <a:rect l="l" t="t" r="r" b="b"/>
              <a:pathLst>
                <a:path w="7407" h="8707" extrusionOk="0">
                  <a:moveTo>
                    <a:pt x="2336" y="0"/>
                  </a:moveTo>
                  <a:lnTo>
                    <a:pt x="1" y="7806"/>
                  </a:lnTo>
                  <a:cubicBezTo>
                    <a:pt x="1735" y="8106"/>
                    <a:pt x="3637" y="8406"/>
                    <a:pt x="5405" y="8707"/>
                  </a:cubicBezTo>
                  <a:lnTo>
                    <a:pt x="7406" y="1301"/>
                  </a:lnTo>
                  <a:cubicBezTo>
                    <a:pt x="5838" y="868"/>
                    <a:pt x="3770" y="334"/>
                    <a:pt x="23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64"/>
            <p:cNvSpPr/>
            <p:nvPr/>
          </p:nvSpPr>
          <p:spPr>
            <a:xfrm>
              <a:off x="2622875" y="4532025"/>
              <a:ext cx="229350" cy="227675"/>
            </a:xfrm>
            <a:custGeom>
              <a:avLst/>
              <a:gdLst/>
              <a:ahLst/>
              <a:cxnLst/>
              <a:rect l="l" t="t" r="r" b="b"/>
              <a:pathLst>
                <a:path w="9174" h="9107" extrusionOk="0">
                  <a:moveTo>
                    <a:pt x="2202" y="0"/>
                  </a:moveTo>
                  <a:cubicBezTo>
                    <a:pt x="2202" y="0"/>
                    <a:pt x="901" y="6905"/>
                    <a:pt x="1" y="7672"/>
                  </a:cubicBezTo>
                  <a:cubicBezTo>
                    <a:pt x="1" y="7672"/>
                    <a:pt x="3370" y="8373"/>
                    <a:pt x="7006" y="9107"/>
                  </a:cubicBezTo>
                  <a:lnTo>
                    <a:pt x="9174" y="1301"/>
                  </a:lnTo>
                  <a:cubicBezTo>
                    <a:pt x="5705" y="768"/>
                    <a:pt x="2202" y="0"/>
                    <a:pt x="22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64"/>
            <p:cNvSpPr/>
            <p:nvPr/>
          </p:nvSpPr>
          <p:spPr>
            <a:xfrm>
              <a:off x="2672075" y="4608725"/>
              <a:ext cx="127625" cy="60075"/>
            </a:xfrm>
            <a:custGeom>
              <a:avLst/>
              <a:gdLst/>
              <a:ahLst/>
              <a:cxnLst/>
              <a:rect l="l" t="t" r="r" b="b"/>
              <a:pathLst>
                <a:path w="5105" h="2403" extrusionOk="0">
                  <a:moveTo>
                    <a:pt x="1095" y="1"/>
                  </a:moveTo>
                  <a:cubicBezTo>
                    <a:pt x="662" y="1"/>
                    <a:pt x="272" y="260"/>
                    <a:pt x="134" y="702"/>
                  </a:cubicBezTo>
                  <a:cubicBezTo>
                    <a:pt x="1" y="1202"/>
                    <a:pt x="368" y="1702"/>
                    <a:pt x="901" y="1802"/>
                  </a:cubicBezTo>
                  <a:lnTo>
                    <a:pt x="3770" y="2370"/>
                  </a:lnTo>
                  <a:cubicBezTo>
                    <a:pt x="3837" y="2370"/>
                    <a:pt x="3903" y="2370"/>
                    <a:pt x="4004" y="2403"/>
                  </a:cubicBezTo>
                  <a:cubicBezTo>
                    <a:pt x="4437" y="2403"/>
                    <a:pt x="4871" y="2103"/>
                    <a:pt x="5004" y="1669"/>
                  </a:cubicBezTo>
                  <a:cubicBezTo>
                    <a:pt x="5104" y="1169"/>
                    <a:pt x="4771" y="668"/>
                    <a:pt x="4237" y="602"/>
                  </a:cubicBezTo>
                  <a:lnTo>
                    <a:pt x="1368" y="35"/>
                  </a:lnTo>
                  <a:cubicBezTo>
                    <a:pt x="1277" y="12"/>
                    <a:pt x="1185" y="1"/>
                    <a:pt x="10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64"/>
            <p:cNvSpPr/>
            <p:nvPr/>
          </p:nvSpPr>
          <p:spPr>
            <a:xfrm>
              <a:off x="2870550" y="4637975"/>
              <a:ext cx="105950" cy="55075"/>
            </a:xfrm>
            <a:custGeom>
              <a:avLst/>
              <a:gdLst/>
              <a:ahLst/>
              <a:cxnLst/>
              <a:rect l="l" t="t" r="r" b="b"/>
              <a:pathLst>
                <a:path w="4238" h="2203" extrusionOk="0">
                  <a:moveTo>
                    <a:pt x="1110" y="0"/>
                  </a:moveTo>
                  <a:cubicBezTo>
                    <a:pt x="663" y="0"/>
                    <a:pt x="241" y="279"/>
                    <a:pt x="101" y="699"/>
                  </a:cubicBezTo>
                  <a:cubicBezTo>
                    <a:pt x="1" y="1233"/>
                    <a:pt x="368" y="1733"/>
                    <a:pt x="901" y="1800"/>
                  </a:cubicBezTo>
                  <a:lnTo>
                    <a:pt x="2903" y="2167"/>
                  </a:lnTo>
                  <a:cubicBezTo>
                    <a:pt x="2969" y="2200"/>
                    <a:pt x="3036" y="2200"/>
                    <a:pt x="3103" y="2200"/>
                  </a:cubicBezTo>
                  <a:cubicBezTo>
                    <a:pt x="3127" y="2202"/>
                    <a:pt x="3150" y="2203"/>
                    <a:pt x="3174" y="2203"/>
                  </a:cubicBezTo>
                  <a:cubicBezTo>
                    <a:pt x="3613" y="2203"/>
                    <a:pt x="4010" y="1911"/>
                    <a:pt x="4137" y="1500"/>
                  </a:cubicBezTo>
                  <a:cubicBezTo>
                    <a:pt x="4237" y="966"/>
                    <a:pt x="3870" y="466"/>
                    <a:pt x="3336" y="399"/>
                  </a:cubicBezTo>
                  <a:lnTo>
                    <a:pt x="1368" y="32"/>
                  </a:lnTo>
                  <a:cubicBezTo>
                    <a:pt x="1282" y="11"/>
                    <a:pt x="1196" y="0"/>
                    <a:pt x="111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64"/>
            <p:cNvSpPr/>
            <p:nvPr/>
          </p:nvSpPr>
          <p:spPr>
            <a:xfrm>
              <a:off x="5072950" y="3707275"/>
              <a:ext cx="120125" cy="562075"/>
            </a:xfrm>
            <a:custGeom>
              <a:avLst/>
              <a:gdLst/>
              <a:ahLst/>
              <a:cxnLst/>
              <a:rect l="l" t="t" r="r" b="b"/>
              <a:pathLst>
                <a:path w="4805" h="22483" extrusionOk="0">
                  <a:moveTo>
                    <a:pt x="4337" y="0"/>
                  </a:moveTo>
                  <a:lnTo>
                    <a:pt x="902" y="367"/>
                  </a:lnTo>
                  <a:cubicBezTo>
                    <a:pt x="902" y="367"/>
                    <a:pt x="334" y="15244"/>
                    <a:pt x="435" y="18113"/>
                  </a:cubicBezTo>
                  <a:cubicBezTo>
                    <a:pt x="435" y="18113"/>
                    <a:pt x="1" y="20882"/>
                    <a:pt x="2002" y="21882"/>
                  </a:cubicBezTo>
                  <a:cubicBezTo>
                    <a:pt x="2870" y="22249"/>
                    <a:pt x="3837" y="22449"/>
                    <a:pt x="4804" y="22483"/>
                  </a:cubicBezTo>
                  <a:lnTo>
                    <a:pt x="433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64"/>
            <p:cNvSpPr/>
            <p:nvPr/>
          </p:nvSpPr>
          <p:spPr>
            <a:xfrm>
              <a:off x="5077975" y="3610525"/>
              <a:ext cx="115100" cy="120950"/>
            </a:xfrm>
            <a:custGeom>
              <a:avLst/>
              <a:gdLst/>
              <a:ahLst/>
              <a:cxnLst/>
              <a:rect l="l" t="t" r="r" b="b"/>
              <a:pathLst>
                <a:path w="4604" h="4838" extrusionOk="0">
                  <a:moveTo>
                    <a:pt x="4403" y="1"/>
                  </a:moveTo>
                  <a:lnTo>
                    <a:pt x="1001" y="267"/>
                  </a:lnTo>
                  <a:cubicBezTo>
                    <a:pt x="1001" y="267"/>
                    <a:pt x="0" y="2602"/>
                    <a:pt x="667" y="4237"/>
                  </a:cubicBezTo>
                  <a:cubicBezTo>
                    <a:pt x="1968" y="4571"/>
                    <a:pt x="3269" y="4771"/>
                    <a:pt x="4603" y="4837"/>
                  </a:cubicBezTo>
                  <a:lnTo>
                    <a:pt x="4403"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64"/>
            <p:cNvSpPr/>
            <p:nvPr/>
          </p:nvSpPr>
          <p:spPr>
            <a:xfrm>
              <a:off x="5087125" y="3814000"/>
              <a:ext cx="176825" cy="313100"/>
            </a:xfrm>
            <a:custGeom>
              <a:avLst/>
              <a:gdLst/>
              <a:ahLst/>
              <a:cxnLst/>
              <a:rect l="l" t="t" r="r" b="b"/>
              <a:pathLst>
                <a:path w="7073" h="12524" extrusionOk="0">
                  <a:moveTo>
                    <a:pt x="301" y="1"/>
                  </a:moveTo>
                  <a:lnTo>
                    <a:pt x="1" y="11309"/>
                  </a:lnTo>
                  <a:cubicBezTo>
                    <a:pt x="1118" y="12094"/>
                    <a:pt x="2455" y="12524"/>
                    <a:pt x="3812" y="12524"/>
                  </a:cubicBezTo>
                  <a:cubicBezTo>
                    <a:pt x="3953" y="12524"/>
                    <a:pt x="4095" y="12519"/>
                    <a:pt x="4237" y="12510"/>
                  </a:cubicBezTo>
                  <a:cubicBezTo>
                    <a:pt x="5105" y="12443"/>
                    <a:pt x="5972" y="12376"/>
                    <a:pt x="6839" y="12243"/>
                  </a:cubicBezTo>
                  <a:cubicBezTo>
                    <a:pt x="7073" y="6706"/>
                    <a:pt x="6806" y="401"/>
                    <a:pt x="6806" y="401"/>
                  </a:cubicBezTo>
                  <a:cubicBezTo>
                    <a:pt x="6233" y="630"/>
                    <a:pt x="5174" y="718"/>
                    <a:pt x="4274" y="718"/>
                  </a:cubicBezTo>
                  <a:cubicBezTo>
                    <a:pt x="3863" y="718"/>
                    <a:pt x="3486" y="699"/>
                    <a:pt x="3203" y="668"/>
                  </a:cubicBezTo>
                  <a:cubicBezTo>
                    <a:pt x="2203" y="568"/>
                    <a:pt x="1235" y="334"/>
                    <a:pt x="30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4"/>
            <p:cNvSpPr/>
            <p:nvPr/>
          </p:nvSpPr>
          <p:spPr>
            <a:xfrm>
              <a:off x="5082975" y="3807325"/>
              <a:ext cx="110925" cy="319600"/>
            </a:xfrm>
            <a:custGeom>
              <a:avLst/>
              <a:gdLst/>
              <a:ahLst/>
              <a:cxnLst/>
              <a:rect l="l" t="t" r="r" b="b"/>
              <a:pathLst>
                <a:path w="4437" h="12784" extrusionOk="0">
                  <a:moveTo>
                    <a:pt x="267" y="1"/>
                  </a:moveTo>
                  <a:lnTo>
                    <a:pt x="0" y="11542"/>
                  </a:lnTo>
                  <a:cubicBezTo>
                    <a:pt x="1214" y="12352"/>
                    <a:pt x="2631" y="12783"/>
                    <a:pt x="4089" y="12783"/>
                  </a:cubicBezTo>
                  <a:cubicBezTo>
                    <a:pt x="4194" y="12783"/>
                    <a:pt x="4298" y="12781"/>
                    <a:pt x="4403" y="12777"/>
                  </a:cubicBezTo>
                  <a:lnTo>
                    <a:pt x="4437" y="968"/>
                  </a:lnTo>
                  <a:cubicBezTo>
                    <a:pt x="1635" y="835"/>
                    <a:pt x="267" y="1"/>
                    <a:pt x="2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4"/>
            <p:cNvSpPr/>
            <p:nvPr/>
          </p:nvSpPr>
          <p:spPr>
            <a:xfrm>
              <a:off x="5083800" y="4016650"/>
              <a:ext cx="101775" cy="55900"/>
            </a:xfrm>
            <a:custGeom>
              <a:avLst/>
              <a:gdLst/>
              <a:ahLst/>
              <a:cxnLst/>
              <a:rect l="l" t="t" r="r" b="b"/>
              <a:pathLst>
                <a:path w="4071" h="2236" extrusionOk="0">
                  <a:moveTo>
                    <a:pt x="1" y="1"/>
                  </a:moveTo>
                  <a:lnTo>
                    <a:pt x="1" y="1135"/>
                  </a:lnTo>
                  <a:cubicBezTo>
                    <a:pt x="768" y="2235"/>
                    <a:pt x="4070" y="2235"/>
                    <a:pt x="4070" y="2235"/>
                  </a:cubicBezTo>
                  <a:lnTo>
                    <a:pt x="4070" y="601"/>
                  </a:lnTo>
                  <a:cubicBezTo>
                    <a:pt x="4070" y="601"/>
                    <a:pt x="3813" y="616"/>
                    <a:pt x="3419" y="616"/>
                  </a:cubicBezTo>
                  <a:cubicBezTo>
                    <a:pt x="2513" y="616"/>
                    <a:pt x="884" y="535"/>
                    <a:pt x="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64"/>
            <p:cNvSpPr/>
            <p:nvPr/>
          </p:nvSpPr>
          <p:spPr>
            <a:xfrm>
              <a:off x="5084625" y="3897400"/>
              <a:ext cx="100950" cy="110975"/>
            </a:xfrm>
            <a:custGeom>
              <a:avLst/>
              <a:gdLst/>
              <a:ahLst/>
              <a:cxnLst/>
              <a:rect l="l" t="t" r="r" b="b"/>
              <a:pathLst>
                <a:path w="4038" h="4439" extrusionOk="0">
                  <a:moveTo>
                    <a:pt x="68" y="0"/>
                  </a:moveTo>
                  <a:lnTo>
                    <a:pt x="1" y="3636"/>
                  </a:lnTo>
                  <a:cubicBezTo>
                    <a:pt x="1" y="3636"/>
                    <a:pt x="696" y="4439"/>
                    <a:pt x="3118" y="4439"/>
                  </a:cubicBezTo>
                  <a:cubicBezTo>
                    <a:pt x="3400" y="4439"/>
                    <a:pt x="3706" y="4428"/>
                    <a:pt x="4037" y="4404"/>
                  </a:cubicBezTo>
                  <a:lnTo>
                    <a:pt x="4037" y="834"/>
                  </a:lnTo>
                  <a:cubicBezTo>
                    <a:pt x="4037" y="834"/>
                    <a:pt x="3672" y="887"/>
                    <a:pt x="3141" y="887"/>
                  </a:cubicBezTo>
                  <a:cubicBezTo>
                    <a:pt x="2272" y="887"/>
                    <a:pt x="958" y="746"/>
                    <a:pt x="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64"/>
            <p:cNvSpPr/>
            <p:nvPr/>
          </p:nvSpPr>
          <p:spPr>
            <a:xfrm>
              <a:off x="5020425" y="3717275"/>
              <a:ext cx="276050" cy="563650"/>
            </a:xfrm>
            <a:custGeom>
              <a:avLst/>
              <a:gdLst/>
              <a:ahLst/>
              <a:cxnLst/>
              <a:rect l="l" t="t" r="r" b="b"/>
              <a:pathLst>
                <a:path w="11042" h="22546" extrusionOk="0">
                  <a:moveTo>
                    <a:pt x="10141" y="0"/>
                  </a:moveTo>
                  <a:lnTo>
                    <a:pt x="3770" y="67"/>
                  </a:lnTo>
                  <a:lnTo>
                    <a:pt x="901" y="401"/>
                  </a:lnTo>
                  <a:cubicBezTo>
                    <a:pt x="901" y="401"/>
                    <a:pt x="334" y="15278"/>
                    <a:pt x="467" y="18147"/>
                  </a:cubicBezTo>
                  <a:cubicBezTo>
                    <a:pt x="467" y="18147"/>
                    <a:pt x="0" y="20882"/>
                    <a:pt x="2002" y="21883"/>
                  </a:cubicBezTo>
                  <a:cubicBezTo>
                    <a:pt x="2902" y="22283"/>
                    <a:pt x="3836" y="22483"/>
                    <a:pt x="4804" y="22516"/>
                  </a:cubicBezTo>
                  <a:cubicBezTo>
                    <a:pt x="5112" y="22536"/>
                    <a:pt x="5425" y="22546"/>
                    <a:pt x="5736" y="22546"/>
                  </a:cubicBezTo>
                  <a:cubicBezTo>
                    <a:pt x="7547" y="22546"/>
                    <a:pt x="9315" y="22223"/>
                    <a:pt x="9941" y="21682"/>
                  </a:cubicBezTo>
                  <a:cubicBezTo>
                    <a:pt x="11042" y="20682"/>
                    <a:pt x="10708" y="9774"/>
                    <a:pt x="10708" y="9774"/>
                  </a:cubicBezTo>
                  <a:cubicBezTo>
                    <a:pt x="10708" y="9774"/>
                    <a:pt x="10575" y="1335"/>
                    <a:pt x="10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64"/>
            <p:cNvSpPr/>
            <p:nvPr/>
          </p:nvSpPr>
          <p:spPr>
            <a:xfrm>
              <a:off x="5021250" y="3717275"/>
              <a:ext cx="120125" cy="562925"/>
            </a:xfrm>
            <a:custGeom>
              <a:avLst/>
              <a:gdLst/>
              <a:ahLst/>
              <a:cxnLst/>
              <a:rect l="l" t="t" r="r" b="b"/>
              <a:pathLst>
                <a:path w="4805" h="22517" extrusionOk="0">
                  <a:moveTo>
                    <a:pt x="4304" y="0"/>
                  </a:moveTo>
                  <a:lnTo>
                    <a:pt x="868" y="401"/>
                  </a:lnTo>
                  <a:cubicBezTo>
                    <a:pt x="868" y="401"/>
                    <a:pt x="334" y="15278"/>
                    <a:pt x="434" y="18147"/>
                  </a:cubicBezTo>
                  <a:cubicBezTo>
                    <a:pt x="434" y="18147"/>
                    <a:pt x="1" y="20882"/>
                    <a:pt x="1969" y="21883"/>
                  </a:cubicBezTo>
                  <a:cubicBezTo>
                    <a:pt x="2869" y="22250"/>
                    <a:pt x="3803" y="22483"/>
                    <a:pt x="4804" y="22516"/>
                  </a:cubicBezTo>
                  <a:lnTo>
                    <a:pt x="43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64"/>
            <p:cNvSpPr/>
            <p:nvPr/>
          </p:nvSpPr>
          <p:spPr>
            <a:xfrm>
              <a:off x="5026250" y="3611350"/>
              <a:ext cx="261900" cy="130775"/>
            </a:xfrm>
            <a:custGeom>
              <a:avLst/>
              <a:gdLst/>
              <a:ahLst/>
              <a:cxnLst/>
              <a:rect l="l" t="t" r="r" b="b"/>
              <a:pathLst>
                <a:path w="10476" h="5231" extrusionOk="0">
                  <a:moveTo>
                    <a:pt x="9041" y="1"/>
                  </a:moveTo>
                  <a:lnTo>
                    <a:pt x="4371" y="368"/>
                  </a:lnTo>
                  <a:lnTo>
                    <a:pt x="1002" y="668"/>
                  </a:lnTo>
                  <a:cubicBezTo>
                    <a:pt x="1002" y="668"/>
                    <a:pt x="1" y="2970"/>
                    <a:pt x="668" y="4638"/>
                  </a:cubicBezTo>
                  <a:cubicBezTo>
                    <a:pt x="1936" y="4938"/>
                    <a:pt x="3270" y="5138"/>
                    <a:pt x="4571" y="5205"/>
                  </a:cubicBezTo>
                  <a:cubicBezTo>
                    <a:pt x="4821" y="5223"/>
                    <a:pt x="5074" y="5231"/>
                    <a:pt x="5327" y="5231"/>
                  </a:cubicBezTo>
                  <a:cubicBezTo>
                    <a:pt x="6018" y="5231"/>
                    <a:pt x="6714" y="5169"/>
                    <a:pt x="7373" y="5071"/>
                  </a:cubicBezTo>
                  <a:cubicBezTo>
                    <a:pt x="10475" y="4504"/>
                    <a:pt x="10041" y="4404"/>
                    <a:pt x="10041" y="4404"/>
                  </a:cubicBezTo>
                  <a:cubicBezTo>
                    <a:pt x="10041" y="4404"/>
                    <a:pt x="10375" y="2436"/>
                    <a:pt x="10375" y="1769"/>
                  </a:cubicBezTo>
                  <a:cubicBezTo>
                    <a:pt x="10375" y="1102"/>
                    <a:pt x="9908" y="101"/>
                    <a:pt x="90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64"/>
            <p:cNvSpPr/>
            <p:nvPr/>
          </p:nvSpPr>
          <p:spPr>
            <a:xfrm>
              <a:off x="5026250" y="3620525"/>
              <a:ext cx="114275" cy="120950"/>
            </a:xfrm>
            <a:custGeom>
              <a:avLst/>
              <a:gdLst/>
              <a:ahLst/>
              <a:cxnLst/>
              <a:rect l="l" t="t" r="r" b="b"/>
              <a:pathLst>
                <a:path w="4571" h="4838" extrusionOk="0">
                  <a:moveTo>
                    <a:pt x="4371" y="1"/>
                  </a:moveTo>
                  <a:lnTo>
                    <a:pt x="1002" y="301"/>
                  </a:lnTo>
                  <a:cubicBezTo>
                    <a:pt x="1002" y="301"/>
                    <a:pt x="1" y="2603"/>
                    <a:pt x="668" y="4271"/>
                  </a:cubicBezTo>
                  <a:cubicBezTo>
                    <a:pt x="1936" y="4571"/>
                    <a:pt x="3270" y="4771"/>
                    <a:pt x="4571" y="4838"/>
                  </a:cubicBezTo>
                  <a:lnTo>
                    <a:pt x="43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64"/>
            <p:cNvSpPr/>
            <p:nvPr/>
          </p:nvSpPr>
          <p:spPr>
            <a:xfrm>
              <a:off x="5056275" y="3313750"/>
              <a:ext cx="199350" cy="337675"/>
            </a:xfrm>
            <a:custGeom>
              <a:avLst/>
              <a:gdLst/>
              <a:ahLst/>
              <a:cxnLst/>
              <a:rect l="l" t="t" r="r" b="b"/>
              <a:pathLst>
                <a:path w="7974" h="13507" extrusionOk="0">
                  <a:moveTo>
                    <a:pt x="3789" y="0"/>
                  </a:moveTo>
                  <a:cubicBezTo>
                    <a:pt x="3037" y="0"/>
                    <a:pt x="2419" y="132"/>
                    <a:pt x="2102" y="430"/>
                  </a:cubicBezTo>
                  <a:cubicBezTo>
                    <a:pt x="1569" y="997"/>
                    <a:pt x="334" y="6067"/>
                    <a:pt x="334" y="6067"/>
                  </a:cubicBezTo>
                  <a:cubicBezTo>
                    <a:pt x="334" y="6067"/>
                    <a:pt x="1" y="12572"/>
                    <a:pt x="668" y="13006"/>
                  </a:cubicBezTo>
                  <a:cubicBezTo>
                    <a:pt x="1068" y="13273"/>
                    <a:pt x="2669" y="13473"/>
                    <a:pt x="4237" y="13506"/>
                  </a:cubicBezTo>
                  <a:cubicBezTo>
                    <a:pt x="5338" y="13506"/>
                    <a:pt x="6405" y="13406"/>
                    <a:pt x="6972" y="13106"/>
                  </a:cubicBezTo>
                  <a:cubicBezTo>
                    <a:pt x="7606" y="12705"/>
                    <a:pt x="7973" y="12005"/>
                    <a:pt x="7940" y="11238"/>
                  </a:cubicBezTo>
                  <a:lnTo>
                    <a:pt x="7940" y="4867"/>
                  </a:lnTo>
                  <a:cubicBezTo>
                    <a:pt x="7940" y="4867"/>
                    <a:pt x="7273" y="563"/>
                    <a:pt x="5738" y="230"/>
                  </a:cubicBezTo>
                  <a:cubicBezTo>
                    <a:pt x="5061" y="83"/>
                    <a:pt x="4383" y="0"/>
                    <a:pt x="3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64"/>
            <p:cNvSpPr/>
            <p:nvPr/>
          </p:nvSpPr>
          <p:spPr>
            <a:xfrm>
              <a:off x="5056275" y="3313750"/>
              <a:ext cx="143475" cy="337675"/>
            </a:xfrm>
            <a:custGeom>
              <a:avLst/>
              <a:gdLst/>
              <a:ahLst/>
              <a:cxnLst/>
              <a:rect l="l" t="t" r="r" b="b"/>
              <a:pathLst>
                <a:path w="5739" h="13507" extrusionOk="0">
                  <a:moveTo>
                    <a:pt x="3789" y="0"/>
                  </a:moveTo>
                  <a:cubicBezTo>
                    <a:pt x="3037" y="0"/>
                    <a:pt x="2419" y="132"/>
                    <a:pt x="2102" y="430"/>
                  </a:cubicBezTo>
                  <a:cubicBezTo>
                    <a:pt x="1569" y="997"/>
                    <a:pt x="334" y="6067"/>
                    <a:pt x="334" y="6067"/>
                  </a:cubicBezTo>
                  <a:cubicBezTo>
                    <a:pt x="334" y="6067"/>
                    <a:pt x="1" y="12572"/>
                    <a:pt x="668" y="13006"/>
                  </a:cubicBezTo>
                  <a:cubicBezTo>
                    <a:pt x="1068" y="13273"/>
                    <a:pt x="2669" y="13473"/>
                    <a:pt x="4204" y="13506"/>
                  </a:cubicBezTo>
                  <a:cubicBezTo>
                    <a:pt x="4204" y="13506"/>
                    <a:pt x="3370" y="4566"/>
                    <a:pt x="5271" y="1030"/>
                  </a:cubicBezTo>
                  <a:lnTo>
                    <a:pt x="5738" y="230"/>
                  </a:lnTo>
                  <a:cubicBezTo>
                    <a:pt x="5061" y="83"/>
                    <a:pt x="4383" y="0"/>
                    <a:pt x="37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64"/>
            <p:cNvSpPr/>
            <p:nvPr/>
          </p:nvSpPr>
          <p:spPr>
            <a:xfrm>
              <a:off x="5034600" y="3824025"/>
              <a:ext cx="176825" cy="313100"/>
            </a:xfrm>
            <a:custGeom>
              <a:avLst/>
              <a:gdLst/>
              <a:ahLst/>
              <a:cxnLst/>
              <a:rect l="l" t="t" r="r" b="b"/>
              <a:pathLst>
                <a:path w="7073" h="12524" extrusionOk="0">
                  <a:moveTo>
                    <a:pt x="334" y="0"/>
                  </a:moveTo>
                  <a:lnTo>
                    <a:pt x="0" y="11341"/>
                  </a:lnTo>
                  <a:cubicBezTo>
                    <a:pt x="1111" y="12122"/>
                    <a:pt x="2437" y="12524"/>
                    <a:pt x="3810" y="12524"/>
                  </a:cubicBezTo>
                  <a:cubicBezTo>
                    <a:pt x="3963" y="12524"/>
                    <a:pt x="4116" y="12519"/>
                    <a:pt x="4270" y="12509"/>
                  </a:cubicBezTo>
                  <a:cubicBezTo>
                    <a:pt x="5137" y="12476"/>
                    <a:pt x="5971" y="12409"/>
                    <a:pt x="6839" y="12275"/>
                  </a:cubicBezTo>
                  <a:cubicBezTo>
                    <a:pt x="7072" y="6705"/>
                    <a:pt x="6805" y="400"/>
                    <a:pt x="6805" y="400"/>
                  </a:cubicBezTo>
                  <a:cubicBezTo>
                    <a:pt x="6202" y="641"/>
                    <a:pt x="5076" y="743"/>
                    <a:pt x="4146" y="743"/>
                  </a:cubicBezTo>
                  <a:cubicBezTo>
                    <a:pt x="3789" y="743"/>
                    <a:pt x="3461" y="728"/>
                    <a:pt x="3203" y="701"/>
                  </a:cubicBezTo>
                  <a:cubicBezTo>
                    <a:pt x="2235" y="567"/>
                    <a:pt x="1268" y="334"/>
                    <a:pt x="33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64"/>
            <p:cNvSpPr/>
            <p:nvPr/>
          </p:nvSpPr>
          <p:spPr>
            <a:xfrm>
              <a:off x="5031275" y="3818175"/>
              <a:ext cx="110100" cy="318950"/>
            </a:xfrm>
            <a:custGeom>
              <a:avLst/>
              <a:gdLst/>
              <a:ahLst/>
              <a:cxnLst/>
              <a:rect l="l" t="t" r="r" b="b"/>
              <a:pathLst>
                <a:path w="4404" h="12758" extrusionOk="0">
                  <a:moveTo>
                    <a:pt x="234" y="1"/>
                  </a:moveTo>
                  <a:lnTo>
                    <a:pt x="0" y="11509"/>
                  </a:lnTo>
                  <a:cubicBezTo>
                    <a:pt x="1148" y="12324"/>
                    <a:pt x="2542" y="12757"/>
                    <a:pt x="3960" y="12757"/>
                  </a:cubicBezTo>
                  <a:cubicBezTo>
                    <a:pt x="4108" y="12757"/>
                    <a:pt x="4255" y="12752"/>
                    <a:pt x="4403" y="12743"/>
                  </a:cubicBezTo>
                  <a:lnTo>
                    <a:pt x="4403" y="935"/>
                  </a:lnTo>
                  <a:cubicBezTo>
                    <a:pt x="1601" y="834"/>
                    <a:pt x="234" y="1"/>
                    <a:pt x="2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64"/>
            <p:cNvSpPr/>
            <p:nvPr/>
          </p:nvSpPr>
          <p:spPr>
            <a:xfrm>
              <a:off x="5032100" y="4026650"/>
              <a:ext cx="101750" cy="55900"/>
            </a:xfrm>
            <a:custGeom>
              <a:avLst/>
              <a:gdLst/>
              <a:ahLst/>
              <a:cxnLst/>
              <a:rect l="l" t="t" r="r" b="b"/>
              <a:pathLst>
                <a:path w="4070" h="2236" extrusionOk="0">
                  <a:moveTo>
                    <a:pt x="0" y="1"/>
                  </a:moveTo>
                  <a:lnTo>
                    <a:pt x="0" y="1168"/>
                  </a:lnTo>
                  <a:cubicBezTo>
                    <a:pt x="768" y="2236"/>
                    <a:pt x="4070" y="2236"/>
                    <a:pt x="4070" y="2236"/>
                  </a:cubicBezTo>
                  <a:lnTo>
                    <a:pt x="4070" y="601"/>
                  </a:lnTo>
                  <a:cubicBezTo>
                    <a:pt x="4070" y="601"/>
                    <a:pt x="3810" y="617"/>
                    <a:pt x="3412" y="617"/>
                  </a:cubicBezTo>
                  <a:cubicBezTo>
                    <a:pt x="2499" y="617"/>
                    <a:pt x="861" y="536"/>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64"/>
            <p:cNvSpPr/>
            <p:nvPr/>
          </p:nvSpPr>
          <p:spPr>
            <a:xfrm>
              <a:off x="5032925" y="3907400"/>
              <a:ext cx="100925" cy="111825"/>
            </a:xfrm>
            <a:custGeom>
              <a:avLst/>
              <a:gdLst/>
              <a:ahLst/>
              <a:cxnLst/>
              <a:rect l="l" t="t" r="r" b="b"/>
              <a:pathLst>
                <a:path w="4037" h="4473" extrusionOk="0">
                  <a:moveTo>
                    <a:pt x="67" y="1"/>
                  </a:moveTo>
                  <a:lnTo>
                    <a:pt x="1" y="3670"/>
                  </a:lnTo>
                  <a:cubicBezTo>
                    <a:pt x="1" y="3670"/>
                    <a:pt x="696" y="4473"/>
                    <a:pt x="3117" y="4473"/>
                  </a:cubicBezTo>
                  <a:cubicBezTo>
                    <a:pt x="3400" y="4473"/>
                    <a:pt x="3706" y="4462"/>
                    <a:pt x="4037" y="4437"/>
                  </a:cubicBezTo>
                  <a:lnTo>
                    <a:pt x="4037" y="835"/>
                  </a:lnTo>
                  <a:cubicBezTo>
                    <a:pt x="4037" y="835"/>
                    <a:pt x="3645" y="897"/>
                    <a:pt x="3081" y="897"/>
                  </a:cubicBezTo>
                  <a:cubicBezTo>
                    <a:pt x="2213" y="897"/>
                    <a:pt x="938" y="749"/>
                    <a:pt x="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64"/>
            <p:cNvSpPr/>
            <p:nvPr/>
          </p:nvSpPr>
          <p:spPr>
            <a:xfrm>
              <a:off x="4586775" y="2853325"/>
              <a:ext cx="187675" cy="910675"/>
            </a:xfrm>
            <a:custGeom>
              <a:avLst/>
              <a:gdLst/>
              <a:ahLst/>
              <a:cxnLst/>
              <a:rect l="l" t="t" r="r" b="b"/>
              <a:pathLst>
                <a:path w="7507" h="36427" extrusionOk="0">
                  <a:moveTo>
                    <a:pt x="6272" y="0"/>
                  </a:moveTo>
                  <a:lnTo>
                    <a:pt x="2736" y="167"/>
                  </a:lnTo>
                  <a:cubicBezTo>
                    <a:pt x="2736" y="167"/>
                    <a:pt x="1" y="8907"/>
                    <a:pt x="1" y="18147"/>
                  </a:cubicBezTo>
                  <a:cubicBezTo>
                    <a:pt x="34" y="23917"/>
                    <a:pt x="701" y="29688"/>
                    <a:pt x="2035" y="35292"/>
                  </a:cubicBezTo>
                  <a:cubicBezTo>
                    <a:pt x="3270" y="35959"/>
                    <a:pt x="4637" y="36360"/>
                    <a:pt x="6072" y="36426"/>
                  </a:cubicBezTo>
                  <a:cubicBezTo>
                    <a:pt x="6072" y="36426"/>
                    <a:pt x="7006" y="26352"/>
                    <a:pt x="6906" y="24451"/>
                  </a:cubicBezTo>
                  <a:cubicBezTo>
                    <a:pt x="6772" y="22583"/>
                    <a:pt x="7506" y="9874"/>
                    <a:pt x="7306" y="8306"/>
                  </a:cubicBezTo>
                  <a:cubicBezTo>
                    <a:pt x="7106" y="6738"/>
                    <a:pt x="6272" y="0"/>
                    <a:pt x="627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64"/>
            <p:cNvSpPr/>
            <p:nvPr/>
          </p:nvSpPr>
          <p:spPr>
            <a:xfrm>
              <a:off x="4628475" y="2801625"/>
              <a:ext cx="151800" cy="89250"/>
            </a:xfrm>
            <a:custGeom>
              <a:avLst/>
              <a:gdLst/>
              <a:ahLst/>
              <a:cxnLst/>
              <a:rect l="l" t="t" r="r" b="b"/>
              <a:pathLst>
                <a:path w="6072" h="3570" extrusionOk="0">
                  <a:moveTo>
                    <a:pt x="568" y="0"/>
                  </a:moveTo>
                  <a:cubicBezTo>
                    <a:pt x="1" y="967"/>
                    <a:pt x="1" y="2135"/>
                    <a:pt x="568" y="3102"/>
                  </a:cubicBezTo>
                  <a:cubicBezTo>
                    <a:pt x="2169" y="3369"/>
                    <a:pt x="3837" y="3503"/>
                    <a:pt x="5504" y="3569"/>
                  </a:cubicBezTo>
                  <a:cubicBezTo>
                    <a:pt x="5971" y="2702"/>
                    <a:pt x="6072" y="1701"/>
                    <a:pt x="5805" y="767"/>
                  </a:cubicBezTo>
                  <a:lnTo>
                    <a:pt x="5605" y="367"/>
                  </a:lnTo>
                  <a:cubicBezTo>
                    <a:pt x="5317" y="378"/>
                    <a:pt x="5029" y="384"/>
                    <a:pt x="4742" y="384"/>
                  </a:cubicBezTo>
                  <a:cubicBezTo>
                    <a:pt x="3330" y="384"/>
                    <a:pt x="1926" y="250"/>
                    <a:pt x="56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64"/>
            <p:cNvSpPr/>
            <p:nvPr/>
          </p:nvSpPr>
          <p:spPr>
            <a:xfrm>
              <a:off x="4750225" y="3109925"/>
              <a:ext cx="50075" cy="69475"/>
            </a:xfrm>
            <a:custGeom>
              <a:avLst/>
              <a:gdLst/>
              <a:ahLst/>
              <a:cxnLst/>
              <a:rect l="l" t="t" r="r" b="b"/>
              <a:pathLst>
                <a:path w="2003" h="2779" extrusionOk="0">
                  <a:moveTo>
                    <a:pt x="873" y="1"/>
                  </a:moveTo>
                  <a:cubicBezTo>
                    <a:pt x="838" y="1"/>
                    <a:pt x="803" y="4"/>
                    <a:pt x="768" y="10"/>
                  </a:cubicBezTo>
                  <a:cubicBezTo>
                    <a:pt x="768" y="10"/>
                    <a:pt x="1" y="10"/>
                    <a:pt x="1" y="1244"/>
                  </a:cubicBezTo>
                  <a:cubicBezTo>
                    <a:pt x="1" y="2445"/>
                    <a:pt x="434" y="2779"/>
                    <a:pt x="1101" y="2779"/>
                  </a:cubicBezTo>
                  <a:cubicBezTo>
                    <a:pt x="1769" y="2779"/>
                    <a:pt x="2002" y="1578"/>
                    <a:pt x="1869" y="1111"/>
                  </a:cubicBezTo>
                  <a:cubicBezTo>
                    <a:pt x="1775" y="673"/>
                    <a:pt x="1388" y="1"/>
                    <a:pt x="87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64"/>
            <p:cNvSpPr/>
            <p:nvPr/>
          </p:nvSpPr>
          <p:spPr>
            <a:xfrm>
              <a:off x="4747725" y="3234425"/>
              <a:ext cx="49225" cy="64125"/>
            </a:xfrm>
            <a:custGeom>
              <a:avLst/>
              <a:gdLst/>
              <a:ahLst/>
              <a:cxnLst/>
              <a:rect l="l" t="t" r="r" b="b"/>
              <a:pathLst>
                <a:path w="1969" h="2565" extrusionOk="0">
                  <a:moveTo>
                    <a:pt x="1001" y="0"/>
                  </a:moveTo>
                  <a:cubicBezTo>
                    <a:pt x="1001" y="0"/>
                    <a:pt x="1" y="101"/>
                    <a:pt x="101" y="1335"/>
                  </a:cubicBezTo>
                  <a:cubicBezTo>
                    <a:pt x="183" y="2321"/>
                    <a:pt x="648" y="2565"/>
                    <a:pt x="996" y="2565"/>
                  </a:cubicBezTo>
                  <a:cubicBezTo>
                    <a:pt x="1072" y="2565"/>
                    <a:pt x="1142" y="2553"/>
                    <a:pt x="1201" y="2536"/>
                  </a:cubicBezTo>
                  <a:cubicBezTo>
                    <a:pt x="1535" y="2436"/>
                    <a:pt x="1969" y="1969"/>
                    <a:pt x="1969" y="1101"/>
                  </a:cubicBezTo>
                  <a:cubicBezTo>
                    <a:pt x="1969" y="201"/>
                    <a:pt x="1001" y="0"/>
                    <a:pt x="100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64"/>
            <p:cNvSpPr/>
            <p:nvPr/>
          </p:nvSpPr>
          <p:spPr>
            <a:xfrm>
              <a:off x="4756075" y="3344500"/>
              <a:ext cx="46725" cy="69250"/>
            </a:xfrm>
            <a:custGeom>
              <a:avLst/>
              <a:gdLst/>
              <a:ahLst/>
              <a:cxnLst/>
              <a:rect l="l" t="t" r="r" b="b"/>
              <a:pathLst>
                <a:path w="1869" h="2770" extrusionOk="0">
                  <a:moveTo>
                    <a:pt x="867" y="1"/>
                  </a:moveTo>
                  <a:cubicBezTo>
                    <a:pt x="334" y="234"/>
                    <a:pt x="0" y="734"/>
                    <a:pt x="0" y="1335"/>
                  </a:cubicBezTo>
                  <a:cubicBezTo>
                    <a:pt x="0" y="2302"/>
                    <a:pt x="334" y="2769"/>
                    <a:pt x="867" y="2769"/>
                  </a:cubicBezTo>
                  <a:cubicBezTo>
                    <a:pt x="1435" y="2769"/>
                    <a:pt x="1868" y="2202"/>
                    <a:pt x="1868" y="1201"/>
                  </a:cubicBezTo>
                  <a:cubicBezTo>
                    <a:pt x="1868" y="634"/>
                    <a:pt x="1435" y="134"/>
                    <a:pt x="86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64"/>
            <p:cNvSpPr/>
            <p:nvPr/>
          </p:nvSpPr>
          <p:spPr>
            <a:xfrm>
              <a:off x="4673900" y="3553800"/>
              <a:ext cx="113050" cy="103425"/>
            </a:xfrm>
            <a:custGeom>
              <a:avLst/>
              <a:gdLst/>
              <a:ahLst/>
              <a:cxnLst/>
              <a:rect l="l" t="t" r="r" b="b"/>
              <a:pathLst>
                <a:path w="4522" h="4137" extrusionOk="0">
                  <a:moveTo>
                    <a:pt x="2343" y="1"/>
                  </a:moveTo>
                  <a:cubicBezTo>
                    <a:pt x="2019" y="1"/>
                    <a:pt x="1" y="85"/>
                    <a:pt x="185" y="2203"/>
                  </a:cubicBezTo>
                  <a:cubicBezTo>
                    <a:pt x="355" y="3905"/>
                    <a:pt x="1802" y="4136"/>
                    <a:pt x="2574" y="4136"/>
                  </a:cubicBezTo>
                  <a:cubicBezTo>
                    <a:pt x="2860" y="4136"/>
                    <a:pt x="3054" y="4104"/>
                    <a:pt x="3054" y="4104"/>
                  </a:cubicBezTo>
                  <a:cubicBezTo>
                    <a:pt x="3921" y="3804"/>
                    <a:pt x="4488" y="3003"/>
                    <a:pt x="4488" y="2103"/>
                  </a:cubicBezTo>
                  <a:cubicBezTo>
                    <a:pt x="4521" y="568"/>
                    <a:pt x="2720" y="1"/>
                    <a:pt x="2387" y="1"/>
                  </a:cubicBezTo>
                  <a:cubicBezTo>
                    <a:pt x="2387" y="1"/>
                    <a:pt x="2371" y="1"/>
                    <a:pt x="234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64"/>
            <p:cNvSpPr/>
            <p:nvPr/>
          </p:nvSpPr>
          <p:spPr>
            <a:xfrm>
              <a:off x="4611175" y="3816150"/>
              <a:ext cx="82225" cy="27075"/>
            </a:xfrm>
            <a:custGeom>
              <a:avLst/>
              <a:gdLst/>
              <a:ahLst/>
              <a:cxnLst/>
              <a:rect l="l" t="t" r="r" b="b"/>
              <a:pathLst>
                <a:path w="3289" h="1083" extrusionOk="0">
                  <a:moveTo>
                    <a:pt x="547" y="0"/>
                  </a:moveTo>
                  <a:cubicBezTo>
                    <a:pt x="105" y="0"/>
                    <a:pt x="0" y="725"/>
                    <a:pt x="526" y="849"/>
                  </a:cubicBezTo>
                  <a:cubicBezTo>
                    <a:pt x="1126" y="982"/>
                    <a:pt x="1793" y="1049"/>
                    <a:pt x="2427" y="1082"/>
                  </a:cubicBezTo>
                  <a:cubicBezTo>
                    <a:pt x="2561" y="1082"/>
                    <a:pt x="2661" y="1082"/>
                    <a:pt x="2794" y="1049"/>
                  </a:cubicBezTo>
                  <a:cubicBezTo>
                    <a:pt x="3288" y="925"/>
                    <a:pt x="3153" y="201"/>
                    <a:pt x="2706" y="201"/>
                  </a:cubicBezTo>
                  <a:cubicBezTo>
                    <a:pt x="2671" y="201"/>
                    <a:pt x="2633" y="205"/>
                    <a:pt x="2594" y="215"/>
                  </a:cubicBezTo>
                  <a:cubicBezTo>
                    <a:pt x="1927" y="215"/>
                    <a:pt x="1293" y="148"/>
                    <a:pt x="659" y="15"/>
                  </a:cubicBezTo>
                  <a:cubicBezTo>
                    <a:pt x="620" y="5"/>
                    <a:pt x="583" y="0"/>
                    <a:pt x="547"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64"/>
            <p:cNvSpPr/>
            <p:nvPr/>
          </p:nvSpPr>
          <p:spPr>
            <a:xfrm>
              <a:off x="4723550" y="3809000"/>
              <a:ext cx="46725" cy="78425"/>
            </a:xfrm>
            <a:custGeom>
              <a:avLst/>
              <a:gdLst/>
              <a:ahLst/>
              <a:cxnLst/>
              <a:rect l="l" t="t" r="r" b="b"/>
              <a:pathLst>
                <a:path w="1869" h="3137" extrusionOk="0">
                  <a:moveTo>
                    <a:pt x="1101" y="1"/>
                  </a:moveTo>
                  <a:lnTo>
                    <a:pt x="0" y="868"/>
                  </a:lnTo>
                  <a:lnTo>
                    <a:pt x="467" y="1402"/>
                  </a:lnTo>
                  <a:lnTo>
                    <a:pt x="801" y="1135"/>
                  </a:lnTo>
                  <a:cubicBezTo>
                    <a:pt x="901" y="1035"/>
                    <a:pt x="968" y="968"/>
                    <a:pt x="1001" y="901"/>
                  </a:cubicBezTo>
                  <a:cubicBezTo>
                    <a:pt x="1001" y="1101"/>
                    <a:pt x="1001" y="1268"/>
                    <a:pt x="1001" y="1468"/>
                  </a:cubicBezTo>
                  <a:lnTo>
                    <a:pt x="1001" y="3136"/>
                  </a:lnTo>
                  <a:lnTo>
                    <a:pt x="1868" y="3136"/>
                  </a:lnTo>
                  <a:lnTo>
                    <a:pt x="18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64"/>
            <p:cNvSpPr/>
            <p:nvPr/>
          </p:nvSpPr>
          <p:spPr>
            <a:xfrm>
              <a:off x="4659325" y="2444450"/>
              <a:ext cx="47575" cy="85325"/>
            </a:xfrm>
            <a:custGeom>
              <a:avLst/>
              <a:gdLst/>
              <a:ahLst/>
              <a:cxnLst/>
              <a:rect l="l" t="t" r="r" b="b"/>
              <a:pathLst>
                <a:path w="1903" h="3413" extrusionOk="0">
                  <a:moveTo>
                    <a:pt x="1163" y="0"/>
                  </a:moveTo>
                  <a:cubicBezTo>
                    <a:pt x="733" y="0"/>
                    <a:pt x="234" y="210"/>
                    <a:pt x="234" y="210"/>
                  </a:cubicBezTo>
                  <a:cubicBezTo>
                    <a:pt x="1" y="677"/>
                    <a:pt x="234" y="3413"/>
                    <a:pt x="234" y="3413"/>
                  </a:cubicBezTo>
                  <a:lnTo>
                    <a:pt x="1902" y="3413"/>
                  </a:lnTo>
                  <a:cubicBezTo>
                    <a:pt x="1902" y="2645"/>
                    <a:pt x="1735" y="310"/>
                    <a:pt x="1735" y="310"/>
                  </a:cubicBezTo>
                  <a:cubicBezTo>
                    <a:pt x="1648" y="74"/>
                    <a:pt x="1418" y="0"/>
                    <a:pt x="1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64"/>
            <p:cNvSpPr/>
            <p:nvPr/>
          </p:nvSpPr>
          <p:spPr>
            <a:xfrm>
              <a:off x="4538400" y="2867500"/>
              <a:ext cx="297750" cy="894075"/>
            </a:xfrm>
            <a:custGeom>
              <a:avLst/>
              <a:gdLst/>
              <a:ahLst/>
              <a:cxnLst/>
              <a:rect l="l" t="t" r="r" b="b"/>
              <a:pathLst>
                <a:path w="11910" h="35763" extrusionOk="0">
                  <a:moveTo>
                    <a:pt x="9474" y="0"/>
                  </a:moveTo>
                  <a:lnTo>
                    <a:pt x="6272" y="167"/>
                  </a:lnTo>
                  <a:lnTo>
                    <a:pt x="2770" y="334"/>
                  </a:lnTo>
                  <a:cubicBezTo>
                    <a:pt x="2770" y="334"/>
                    <a:pt x="1" y="9040"/>
                    <a:pt x="1" y="18280"/>
                  </a:cubicBezTo>
                  <a:cubicBezTo>
                    <a:pt x="1" y="23951"/>
                    <a:pt x="635" y="29621"/>
                    <a:pt x="1869" y="35159"/>
                  </a:cubicBezTo>
                  <a:cubicBezTo>
                    <a:pt x="3270" y="35492"/>
                    <a:pt x="4738" y="35693"/>
                    <a:pt x="6172" y="35759"/>
                  </a:cubicBezTo>
                  <a:cubicBezTo>
                    <a:pt x="6274" y="35761"/>
                    <a:pt x="6377" y="35763"/>
                    <a:pt x="6479" y="35763"/>
                  </a:cubicBezTo>
                  <a:cubicBezTo>
                    <a:pt x="7875" y="35763"/>
                    <a:pt x="9233" y="35540"/>
                    <a:pt x="10041" y="34825"/>
                  </a:cubicBezTo>
                  <a:cubicBezTo>
                    <a:pt x="10041" y="34825"/>
                    <a:pt x="11909" y="28654"/>
                    <a:pt x="11809" y="18614"/>
                  </a:cubicBezTo>
                  <a:cubicBezTo>
                    <a:pt x="11676" y="12342"/>
                    <a:pt x="10909" y="6105"/>
                    <a:pt x="94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64"/>
            <p:cNvSpPr/>
            <p:nvPr/>
          </p:nvSpPr>
          <p:spPr>
            <a:xfrm>
              <a:off x="4573425" y="2518900"/>
              <a:ext cx="241050" cy="317825"/>
            </a:xfrm>
            <a:custGeom>
              <a:avLst/>
              <a:gdLst/>
              <a:ahLst/>
              <a:cxnLst/>
              <a:rect l="l" t="t" r="r" b="b"/>
              <a:pathLst>
                <a:path w="9642" h="12713" extrusionOk="0">
                  <a:moveTo>
                    <a:pt x="4571" y="1"/>
                  </a:moveTo>
                  <a:cubicBezTo>
                    <a:pt x="3770" y="1"/>
                    <a:pt x="2970" y="268"/>
                    <a:pt x="2269" y="701"/>
                  </a:cubicBezTo>
                  <a:cubicBezTo>
                    <a:pt x="2269" y="701"/>
                    <a:pt x="1" y="5238"/>
                    <a:pt x="335" y="9074"/>
                  </a:cubicBezTo>
                  <a:cubicBezTo>
                    <a:pt x="662" y="12527"/>
                    <a:pt x="1042" y="12713"/>
                    <a:pt x="1121" y="12713"/>
                  </a:cubicBezTo>
                  <a:cubicBezTo>
                    <a:pt x="1130" y="12713"/>
                    <a:pt x="1135" y="12710"/>
                    <a:pt x="1135" y="12710"/>
                  </a:cubicBezTo>
                  <a:lnTo>
                    <a:pt x="6539" y="12543"/>
                  </a:lnTo>
                  <a:lnTo>
                    <a:pt x="8040" y="12510"/>
                  </a:lnTo>
                  <a:lnTo>
                    <a:pt x="8741" y="11843"/>
                  </a:lnTo>
                  <a:cubicBezTo>
                    <a:pt x="8741" y="11843"/>
                    <a:pt x="9641" y="7973"/>
                    <a:pt x="8507" y="4337"/>
                  </a:cubicBezTo>
                  <a:cubicBezTo>
                    <a:pt x="7340" y="701"/>
                    <a:pt x="6572" y="401"/>
                    <a:pt x="6572" y="401"/>
                  </a:cubicBezTo>
                  <a:cubicBezTo>
                    <a:pt x="5939" y="134"/>
                    <a:pt x="5271" y="34"/>
                    <a:pt x="45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64"/>
            <p:cNvSpPr/>
            <p:nvPr/>
          </p:nvSpPr>
          <p:spPr>
            <a:xfrm>
              <a:off x="4573425" y="2519675"/>
              <a:ext cx="179325" cy="317050"/>
            </a:xfrm>
            <a:custGeom>
              <a:avLst/>
              <a:gdLst/>
              <a:ahLst/>
              <a:cxnLst/>
              <a:rect l="l" t="t" r="r" b="b"/>
              <a:pathLst>
                <a:path w="7173" h="12682" extrusionOk="0">
                  <a:moveTo>
                    <a:pt x="4430" y="1"/>
                  </a:moveTo>
                  <a:cubicBezTo>
                    <a:pt x="3647" y="1"/>
                    <a:pt x="2899" y="261"/>
                    <a:pt x="2269" y="670"/>
                  </a:cubicBezTo>
                  <a:cubicBezTo>
                    <a:pt x="2269" y="670"/>
                    <a:pt x="1" y="5207"/>
                    <a:pt x="335" y="9043"/>
                  </a:cubicBezTo>
                  <a:cubicBezTo>
                    <a:pt x="662" y="12496"/>
                    <a:pt x="1042" y="12682"/>
                    <a:pt x="1121" y="12682"/>
                  </a:cubicBezTo>
                  <a:cubicBezTo>
                    <a:pt x="1130" y="12682"/>
                    <a:pt x="1135" y="12679"/>
                    <a:pt x="1135" y="12679"/>
                  </a:cubicBezTo>
                  <a:lnTo>
                    <a:pt x="6539" y="12512"/>
                  </a:lnTo>
                  <a:cubicBezTo>
                    <a:pt x="7173" y="8243"/>
                    <a:pt x="6506" y="3873"/>
                    <a:pt x="4571" y="3"/>
                  </a:cubicBezTo>
                  <a:cubicBezTo>
                    <a:pt x="4524" y="1"/>
                    <a:pt x="4477" y="1"/>
                    <a:pt x="4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64"/>
            <p:cNvSpPr/>
            <p:nvPr/>
          </p:nvSpPr>
          <p:spPr>
            <a:xfrm>
              <a:off x="4532575" y="3725600"/>
              <a:ext cx="306075" cy="450400"/>
            </a:xfrm>
            <a:custGeom>
              <a:avLst/>
              <a:gdLst/>
              <a:ahLst/>
              <a:cxnLst/>
              <a:rect l="l" t="t" r="r" b="b"/>
              <a:pathLst>
                <a:path w="12243" h="18016" extrusionOk="0">
                  <a:moveTo>
                    <a:pt x="1868" y="1"/>
                  </a:moveTo>
                  <a:cubicBezTo>
                    <a:pt x="1602" y="635"/>
                    <a:pt x="1401" y="1302"/>
                    <a:pt x="1268" y="1969"/>
                  </a:cubicBezTo>
                  <a:cubicBezTo>
                    <a:pt x="1268" y="1969"/>
                    <a:pt x="1768" y="4804"/>
                    <a:pt x="2102" y="6539"/>
                  </a:cubicBezTo>
                  <a:cubicBezTo>
                    <a:pt x="2436" y="8273"/>
                    <a:pt x="2002" y="9841"/>
                    <a:pt x="1768" y="11609"/>
                  </a:cubicBezTo>
                  <a:cubicBezTo>
                    <a:pt x="1568" y="13377"/>
                    <a:pt x="0" y="16479"/>
                    <a:pt x="2436" y="17247"/>
                  </a:cubicBezTo>
                  <a:cubicBezTo>
                    <a:pt x="3906" y="17710"/>
                    <a:pt x="6217" y="18015"/>
                    <a:pt x="8081" y="18015"/>
                  </a:cubicBezTo>
                  <a:cubicBezTo>
                    <a:pt x="9303" y="18015"/>
                    <a:pt x="10333" y="17884"/>
                    <a:pt x="10808" y="17580"/>
                  </a:cubicBezTo>
                  <a:cubicBezTo>
                    <a:pt x="12042" y="16780"/>
                    <a:pt x="12243" y="14144"/>
                    <a:pt x="11909" y="12376"/>
                  </a:cubicBezTo>
                  <a:cubicBezTo>
                    <a:pt x="11575" y="10608"/>
                    <a:pt x="10475" y="8540"/>
                    <a:pt x="10942" y="5872"/>
                  </a:cubicBezTo>
                  <a:cubicBezTo>
                    <a:pt x="11375" y="3237"/>
                    <a:pt x="11375" y="1135"/>
                    <a:pt x="10274" y="468"/>
                  </a:cubicBezTo>
                  <a:cubicBezTo>
                    <a:pt x="10274" y="468"/>
                    <a:pt x="9160" y="1344"/>
                    <a:pt x="6410" y="1344"/>
                  </a:cubicBezTo>
                  <a:cubicBezTo>
                    <a:pt x="6077" y="1344"/>
                    <a:pt x="5720" y="1331"/>
                    <a:pt x="5338" y="1302"/>
                  </a:cubicBezTo>
                  <a:cubicBezTo>
                    <a:pt x="4270" y="1235"/>
                    <a:pt x="3169" y="1035"/>
                    <a:pt x="2102" y="801"/>
                  </a:cubicBezTo>
                  <a:lnTo>
                    <a:pt x="186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64"/>
            <p:cNvSpPr/>
            <p:nvPr/>
          </p:nvSpPr>
          <p:spPr>
            <a:xfrm>
              <a:off x="4576775" y="2812450"/>
              <a:ext cx="242700" cy="88625"/>
            </a:xfrm>
            <a:custGeom>
              <a:avLst/>
              <a:gdLst/>
              <a:ahLst/>
              <a:cxnLst/>
              <a:rect l="l" t="t" r="r" b="b"/>
              <a:pathLst>
                <a:path w="9708" h="3545" extrusionOk="0">
                  <a:moveTo>
                    <a:pt x="534" y="1"/>
                  </a:moveTo>
                  <a:cubicBezTo>
                    <a:pt x="0" y="935"/>
                    <a:pt x="0" y="2102"/>
                    <a:pt x="534" y="3070"/>
                  </a:cubicBezTo>
                  <a:cubicBezTo>
                    <a:pt x="2169" y="3336"/>
                    <a:pt x="3803" y="3503"/>
                    <a:pt x="5471" y="3537"/>
                  </a:cubicBezTo>
                  <a:cubicBezTo>
                    <a:pt x="5612" y="3542"/>
                    <a:pt x="5753" y="3545"/>
                    <a:pt x="5895" y="3545"/>
                  </a:cubicBezTo>
                  <a:cubicBezTo>
                    <a:pt x="6629" y="3545"/>
                    <a:pt x="7374" y="3471"/>
                    <a:pt x="8073" y="3303"/>
                  </a:cubicBezTo>
                  <a:cubicBezTo>
                    <a:pt x="8073" y="3303"/>
                    <a:pt x="9707" y="2202"/>
                    <a:pt x="8673" y="101"/>
                  </a:cubicBezTo>
                  <a:lnTo>
                    <a:pt x="8673" y="101"/>
                  </a:lnTo>
                  <a:cubicBezTo>
                    <a:pt x="7639" y="234"/>
                    <a:pt x="6605" y="334"/>
                    <a:pt x="5571" y="368"/>
                  </a:cubicBezTo>
                  <a:cubicBezTo>
                    <a:pt x="5369" y="372"/>
                    <a:pt x="5166" y="374"/>
                    <a:pt x="4963" y="374"/>
                  </a:cubicBezTo>
                  <a:cubicBezTo>
                    <a:pt x="3491" y="374"/>
                    <a:pt x="2000" y="265"/>
                    <a:pt x="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64"/>
            <p:cNvSpPr/>
            <p:nvPr/>
          </p:nvSpPr>
          <p:spPr>
            <a:xfrm>
              <a:off x="4576775" y="2812450"/>
              <a:ext cx="151800" cy="88425"/>
            </a:xfrm>
            <a:custGeom>
              <a:avLst/>
              <a:gdLst/>
              <a:ahLst/>
              <a:cxnLst/>
              <a:rect l="l" t="t" r="r" b="b"/>
              <a:pathLst>
                <a:path w="6072" h="3537" extrusionOk="0">
                  <a:moveTo>
                    <a:pt x="534" y="1"/>
                  </a:moveTo>
                  <a:cubicBezTo>
                    <a:pt x="0" y="935"/>
                    <a:pt x="0" y="2102"/>
                    <a:pt x="534" y="3070"/>
                  </a:cubicBezTo>
                  <a:cubicBezTo>
                    <a:pt x="2169" y="3336"/>
                    <a:pt x="3803" y="3503"/>
                    <a:pt x="5471" y="3537"/>
                  </a:cubicBezTo>
                  <a:cubicBezTo>
                    <a:pt x="5938" y="2703"/>
                    <a:pt x="6071" y="1702"/>
                    <a:pt x="5805" y="735"/>
                  </a:cubicBezTo>
                  <a:lnTo>
                    <a:pt x="5571" y="368"/>
                  </a:lnTo>
                  <a:cubicBezTo>
                    <a:pt x="5369" y="372"/>
                    <a:pt x="5166" y="374"/>
                    <a:pt x="4963" y="374"/>
                  </a:cubicBezTo>
                  <a:cubicBezTo>
                    <a:pt x="3491" y="374"/>
                    <a:pt x="2000" y="265"/>
                    <a:pt x="5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64"/>
            <p:cNvSpPr/>
            <p:nvPr/>
          </p:nvSpPr>
          <p:spPr>
            <a:xfrm>
              <a:off x="4698525" y="3120625"/>
              <a:ext cx="49225" cy="68800"/>
            </a:xfrm>
            <a:custGeom>
              <a:avLst/>
              <a:gdLst/>
              <a:ahLst/>
              <a:cxnLst/>
              <a:rect l="l" t="t" r="r" b="b"/>
              <a:pathLst>
                <a:path w="1969" h="2752" extrusionOk="0">
                  <a:moveTo>
                    <a:pt x="891" y="1"/>
                  </a:moveTo>
                  <a:cubicBezTo>
                    <a:pt x="851" y="1"/>
                    <a:pt x="810" y="5"/>
                    <a:pt x="768" y="16"/>
                  </a:cubicBezTo>
                  <a:cubicBezTo>
                    <a:pt x="768" y="16"/>
                    <a:pt x="1" y="16"/>
                    <a:pt x="1" y="1217"/>
                  </a:cubicBezTo>
                  <a:cubicBezTo>
                    <a:pt x="1" y="2451"/>
                    <a:pt x="434" y="2751"/>
                    <a:pt x="1101" y="2751"/>
                  </a:cubicBezTo>
                  <a:cubicBezTo>
                    <a:pt x="1735" y="2751"/>
                    <a:pt x="1969" y="1550"/>
                    <a:pt x="1869" y="1083"/>
                  </a:cubicBezTo>
                  <a:cubicBezTo>
                    <a:pt x="1746" y="684"/>
                    <a:pt x="1368" y="1"/>
                    <a:pt x="8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64"/>
            <p:cNvSpPr/>
            <p:nvPr/>
          </p:nvSpPr>
          <p:spPr>
            <a:xfrm>
              <a:off x="4695200" y="3244425"/>
              <a:ext cx="50050" cy="64450"/>
            </a:xfrm>
            <a:custGeom>
              <a:avLst/>
              <a:gdLst/>
              <a:ahLst/>
              <a:cxnLst/>
              <a:rect l="l" t="t" r="r" b="b"/>
              <a:pathLst>
                <a:path w="2002" h="2578" extrusionOk="0">
                  <a:moveTo>
                    <a:pt x="1001" y="1"/>
                  </a:moveTo>
                  <a:cubicBezTo>
                    <a:pt x="1001" y="1"/>
                    <a:pt x="0" y="134"/>
                    <a:pt x="134" y="1335"/>
                  </a:cubicBezTo>
                  <a:cubicBezTo>
                    <a:pt x="214" y="2303"/>
                    <a:pt x="664" y="2578"/>
                    <a:pt x="1009" y="2578"/>
                  </a:cubicBezTo>
                  <a:cubicBezTo>
                    <a:pt x="1093" y="2578"/>
                    <a:pt x="1170" y="2562"/>
                    <a:pt x="1234" y="2536"/>
                  </a:cubicBezTo>
                  <a:cubicBezTo>
                    <a:pt x="1535" y="2436"/>
                    <a:pt x="2002" y="2002"/>
                    <a:pt x="2002" y="1102"/>
                  </a:cubicBezTo>
                  <a:cubicBezTo>
                    <a:pt x="2002" y="234"/>
                    <a:pt x="1001" y="1"/>
                    <a:pt x="10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64"/>
            <p:cNvSpPr/>
            <p:nvPr/>
          </p:nvSpPr>
          <p:spPr>
            <a:xfrm>
              <a:off x="4703525" y="3355350"/>
              <a:ext cx="47575" cy="68400"/>
            </a:xfrm>
            <a:custGeom>
              <a:avLst/>
              <a:gdLst/>
              <a:ahLst/>
              <a:cxnLst/>
              <a:rect l="l" t="t" r="r" b="b"/>
              <a:pathLst>
                <a:path w="1903" h="2736" extrusionOk="0">
                  <a:moveTo>
                    <a:pt x="901" y="0"/>
                  </a:moveTo>
                  <a:cubicBezTo>
                    <a:pt x="368" y="200"/>
                    <a:pt x="1" y="734"/>
                    <a:pt x="1" y="1301"/>
                  </a:cubicBezTo>
                  <a:cubicBezTo>
                    <a:pt x="1" y="2302"/>
                    <a:pt x="334" y="2736"/>
                    <a:pt x="901" y="2736"/>
                  </a:cubicBezTo>
                  <a:cubicBezTo>
                    <a:pt x="1435" y="2736"/>
                    <a:pt x="1902" y="2202"/>
                    <a:pt x="1902" y="1201"/>
                  </a:cubicBezTo>
                  <a:cubicBezTo>
                    <a:pt x="1869" y="601"/>
                    <a:pt x="1468" y="100"/>
                    <a:pt x="9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64"/>
            <p:cNvSpPr/>
            <p:nvPr/>
          </p:nvSpPr>
          <p:spPr>
            <a:xfrm>
              <a:off x="4621450" y="3564650"/>
              <a:ext cx="112950" cy="102575"/>
            </a:xfrm>
            <a:custGeom>
              <a:avLst/>
              <a:gdLst/>
              <a:ahLst/>
              <a:cxnLst/>
              <a:rect l="l" t="t" r="r" b="b"/>
              <a:pathLst>
                <a:path w="4518" h="4103" extrusionOk="0">
                  <a:moveTo>
                    <a:pt x="2372" y="0"/>
                  </a:moveTo>
                  <a:cubicBezTo>
                    <a:pt x="2044" y="0"/>
                    <a:pt x="0" y="85"/>
                    <a:pt x="215" y="2202"/>
                  </a:cubicBezTo>
                  <a:cubicBezTo>
                    <a:pt x="360" y="3874"/>
                    <a:pt x="1808" y="4103"/>
                    <a:pt x="2589" y="4103"/>
                  </a:cubicBezTo>
                  <a:cubicBezTo>
                    <a:pt x="2884" y="4103"/>
                    <a:pt x="3084" y="4071"/>
                    <a:pt x="3084" y="4071"/>
                  </a:cubicBezTo>
                  <a:cubicBezTo>
                    <a:pt x="3917" y="3770"/>
                    <a:pt x="4485" y="2970"/>
                    <a:pt x="4518" y="2102"/>
                  </a:cubicBezTo>
                  <a:cubicBezTo>
                    <a:pt x="4518" y="535"/>
                    <a:pt x="2750" y="1"/>
                    <a:pt x="2416" y="1"/>
                  </a:cubicBezTo>
                  <a:cubicBezTo>
                    <a:pt x="2416" y="1"/>
                    <a:pt x="2401" y="0"/>
                    <a:pt x="23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64"/>
            <p:cNvSpPr/>
            <p:nvPr/>
          </p:nvSpPr>
          <p:spPr>
            <a:xfrm>
              <a:off x="4558400" y="3826300"/>
              <a:ext cx="82425" cy="27750"/>
            </a:xfrm>
            <a:custGeom>
              <a:avLst/>
              <a:gdLst/>
              <a:ahLst/>
              <a:cxnLst/>
              <a:rect l="l" t="t" r="r" b="b"/>
              <a:pathLst>
                <a:path w="3297" h="1110" extrusionOk="0">
                  <a:moveTo>
                    <a:pt x="610" y="1"/>
                  </a:moveTo>
                  <a:cubicBezTo>
                    <a:pt x="119" y="1"/>
                    <a:pt x="0" y="749"/>
                    <a:pt x="535" y="843"/>
                  </a:cubicBezTo>
                  <a:cubicBezTo>
                    <a:pt x="1169" y="976"/>
                    <a:pt x="1803" y="1077"/>
                    <a:pt x="2470" y="1110"/>
                  </a:cubicBezTo>
                  <a:cubicBezTo>
                    <a:pt x="2570" y="1110"/>
                    <a:pt x="2703" y="1077"/>
                    <a:pt x="2804" y="1043"/>
                  </a:cubicBezTo>
                  <a:cubicBezTo>
                    <a:pt x="3296" y="920"/>
                    <a:pt x="3163" y="228"/>
                    <a:pt x="2720" y="228"/>
                  </a:cubicBezTo>
                  <a:cubicBezTo>
                    <a:pt x="2683" y="228"/>
                    <a:pt x="2644" y="232"/>
                    <a:pt x="2603" y="243"/>
                  </a:cubicBezTo>
                  <a:cubicBezTo>
                    <a:pt x="1970" y="243"/>
                    <a:pt x="1336" y="176"/>
                    <a:pt x="702" y="9"/>
                  </a:cubicBezTo>
                  <a:cubicBezTo>
                    <a:pt x="670" y="3"/>
                    <a:pt x="639" y="1"/>
                    <a:pt x="6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64"/>
            <p:cNvSpPr/>
            <p:nvPr/>
          </p:nvSpPr>
          <p:spPr>
            <a:xfrm>
              <a:off x="4733250" y="3826725"/>
              <a:ext cx="87050" cy="25675"/>
            </a:xfrm>
            <a:custGeom>
              <a:avLst/>
              <a:gdLst/>
              <a:ahLst/>
              <a:cxnLst/>
              <a:rect l="l" t="t" r="r" b="b"/>
              <a:pathLst>
                <a:path w="3482" h="1027" extrusionOk="0">
                  <a:moveTo>
                    <a:pt x="3031" y="0"/>
                  </a:moveTo>
                  <a:cubicBezTo>
                    <a:pt x="2931" y="0"/>
                    <a:pt x="2831" y="42"/>
                    <a:pt x="2748" y="126"/>
                  </a:cubicBezTo>
                  <a:cubicBezTo>
                    <a:pt x="2398" y="176"/>
                    <a:pt x="2047" y="201"/>
                    <a:pt x="1697" y="201"/>
                  </a:cubicBezTo>
                  <a:cubicBezTo>
                    <a:pt x="1347" y="201"/>
                    <a:pt x="997" y="176"/>
                    <a:pt x="646" y="126"/>
                  </a:cubicBezTo>
                  <a:cubicBezTo>
                    <a:pt x="625" y="123"/>
                    <a:pt x="603" y="122"/>
                    <a:pt x="583" y="122"/>
                  </a:cubicBezTo>
                  <a:cubicBezTo>
                    <a:pt x="73" y="122"/>
                    <a:pt x="1" y="895"/>
                    <a:pt x="546" y="959"/>
                  </a:cubicBezTo>
                  <a:cubicBezTo>
                    <a:pt x="980" y="993"/>
                    <a:pt x="1414" y="1026"/>
                    <a:pt x="1847" y="1026"/>
                  </a:cubicBezTo>
                  <a:cubicBezTo>
                    <a:pt x="2514" y="1026"/>
                    <a:pt x="3081" y="959"/>
                    <a:pt x="3315" y="726"/>
                  </a:cubicBezTo>
                  <a:cubicBezTo>
                    <a:pt x="3482" y="559"/>
                    <a:pt x="3482" y="292"/>
                    <a:pt x="3315" y="126"/>
                  </a:cubicBezTo>
                  <a:cubicBezTo>
                    <a:pt x="3232" y="42"/>
                    <a:pt x="3131" y="0"/>
                    <a:pt x="30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64"/>
            <p:cNvSpPr/>
            <p:nvPr/>
          </p:nvSpPr>
          <p:spPr>
            <a:xfrm>
              <a:off x="4671850" y="3819000"/>
              <a:ext cx="45875" cy="79250"/>
            </a:xfrm>
            <a:custGeom>
              <a:avLst/>
              <a:gdLst/>
              <a:ahLst/>
              <a:cxnLst/>
              <a:rect l="l" t="t" r="r" b="b"/>
              <a:pathLst>
                <a:path w="1835" h="3170" extrusionOk="0">
                  <a:moveTo>
                    <a:pt x="1068" y="1"/>
                  </a:moveTo>
                  <a:lnTo>
                    <a:pt x="0" y="902"/>
                  </a:lnTo>
                  <a:lnTo>
                    <a:pt x="434" y="1435"/>
                  </a:lnTo>
                  <a:lnTo>
                    <a:pt x="801" y="1135"/>
                  </a:lnTo>
                  <a:cubicBezTo>
                    <a:pt x="867" y="1068"/>
                    <a:pt x="934" y="1002"/>
                    <a:pt x="1001" y="935"/>
                  </a:cubicBezTo>
                  <a:lnTo>
                    <a:pt x="1001" y="935"/>
                  </a:lnTo>
                  <a:cubicBezTo>
                    <a:pt x="1001" y="1102"/>
                    <a:pt x="967" y="1302"/>
                    <a:pt x="967" y="1502"/>
                  </a:cubicBezTo>
                  <a:lnTo>
                    <a:pt x="967" y="3170"/>
                  </a:lnTo>
                  <a:lnTo>
                    <a:pt x="1835" y="3170"/>
                  </a:lnTo>
                  <a:lnTo>
                    <a:pt x="18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64"/>
            <p:cNvSpPr/>
            <p:nvPr/>
          </p:nvSpPr>
          <p:spPr>
            <a:xfrm>
              <a:off x="2358525" y="3275275"/>
              <a:ext cx="413100" cy="846625"/>
            </a:xfrm>
            <a:custGeom>
              <a:avLst/>
              <a:gdLst/>
              <a:ahLst/>
              <a:cxnLst/>
              <a:rect l="l" t="t" r="r" b="b"/>
              <a:pathLst>
                <a:path w="16524" h="33865" extrusionOk="0">
                  <a:moveTo>
                    <a:pt x="7739" y="1"/>
                  </a:moveTo>
                  <a:lnTo>
                    <a:pt x="768" y="468"/>
                  </a:lnTo>
                  <a:cubicBezTo>
                    <a:pt x="768" y="468"/>
                    <a:pt x="968" y="18981"/>
                    <a:pt x="1635" y="24919"/>
                  </a:cubicBezTo>
                  <a:cubicBezTo>
                    <a:pt x="2302" y="30890"/>
                    <a:pt x="0" y="32758"/>
                    <a:pt x="4404" y="33425"/>
                  </a:cubicBezTo>
                  <a:cubicBezTo>
                    <a:pt x="6727" y="33720"/>
                    <a:pt x="9074" y="33865"/>
                    <a:pt x="11424" y="33865"/>
                  </a:cubicBezTo>
                  <a:cubicBezTo>
                    <a:pt x="13054" y="33865"/>
                    <a:pt x="14686" y="33795"/>
                    <a:pt x="16312" y="33658"/>
                  </a:cubicBezTo>
                  <a:cubicBezTo>
                    <a:pt x="16312" y="33658"/>
                    <a:pt x="16421" y="33743"/>
                    <a:pt x="16454" y="33743"/>
                  </a:cubicBezTo>
                  <a:cubicBezTo>
                    <a:pt x="16523" y="33743"/>
                    <a:pt x="16264" y="33377"/>
                    <a:pt x="14010" y="31123"/>
                  </a:cubicBezTo>
                  <a:cubicBezTo>
                    <a:pt x="10675" y="27788"/>
                    <a:pt x="7339" y="13210"/>
                    <a:pt x="7472" y="11809"/>
                  </a:cubicBezTo>
                  <a:cubicBezTo>
                    <a:pt x="7606" y="10408"/>
                    <a:pt x="7739" y="1"/>
                    <a:pt x="7739"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64"/>
            <p:cNvSpPr/>
            <p:nvPr/>
          </p:nvSpPr>
          <p:spPr>
            <a:xfrm>
              <a:off x="2377700" y="3407875"/>
              <a:ext cx="446175" cy="545425"/>
            </a:xfrm>
            <a:custGeom>
              <a:avLst/>
              <a:gdLst/>
              <a:ahLst/>
              <a:cxnLst/>
              <a:rect l="l" t="t" r="r" b="b"/>
              <a:pathLst>
                <a:path w="17847" h="21817" extrusionOk="0">
                  <a:moveTo>
                    <a:pt x="1" y="1"/>
                  </a:moveTo>
                  <a:lnTo>
                    <a:pt x="868" y="19615"/>
                  </a:lnTo>
                  <a:cubicBezTo>
                    <a:pt x="3054" y="21309"/>
                    <a:pt x="6269" y="21817"/>
                    <a:pt x="9231" y="21817"/>
                  </a:cubicBezTo>
                  <a:cubicBezTo>
                    <a:pt x="9885" y="21817"/>
                    <a:pt x="10526" y="21792"/>
                    <a:pt x="11142" y="21750"/>
                  </a:cubicBezTo>
                  <a:cubicBezTo>
                    <a:pt x="13310" y="21583"/>
                    <a:pt x="15445" y="21216"/>
                    <a:pt x="17546" y="20716"/>
                  </a:cubicBezTo>
                  <a:lnTo>
                    <a:pt x="17847" y="668"/>
                  </a:lnTo>
                  <a:lnTo>
                    <a:pt x="17847" y="668"/>
                  </a:lnTo>
                  <a:cubicBezTo>
                    <a:pt x="15459" y="1167"/>
                    <a:pt x="13029" y="1412"/>
                    <a:pt x="10594" y="1412"/>
                  </a:cubicBezTo>
                  <a:cubicBezTo>
                    <a:pt x="9286" y="1412"/>
                    <a:pt x="7977" y="1341"/>
                    <a:pt x="6672" y="1202"/>
                  </a:cubicBezTo>
                  <a:cubicBezTo>
                    <a:pt x="4404" y="1001"/>
                    <a:pt x="2169" y="601"/>
                    <a:pt x="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64"/>
            <p:cNvSpPr/>
            <p:nvPr/>
          </p:nvSpPr>
          <p:spPr>
            <a:xfrm>
              <a:off x="2377700" y="3407875"/>
              <a:ext cx="278550" cy="545500"/>
            </a:xfrm>
            <a:custGeom>
              <a:avLst/>
              <a:gdLst/>
              <a:ahLst/>
              <a:cxnLst/>
              <a:rect l="l" t="t" r="r" b="b"/>
              <a:pathLst>
                <a:path w="11142" h="21820" extrusionOk="0">
                  <a:moveTo>
                    <a:pt x="1" y="1"/>
                  </a:moveTo>
                  <a:lnTo>
                    <a:pt x="868" y="19615"/>
                  </a:lnTo>
                  <a:cubicBezTo>
                    <a:pt x="3011" y="21324"/>
                    <a:pt x="6213" y="21819"/>
                    <a:pt x="9164" y="21819"/>
                  </a:cubicBezTo>
                  <a:cubicBezTo>
                    <a:pt x="9842" y="21819"/>
                    <a:pt x="10506" y="21793"/>
                    <a:pt x="11142" y="21750"/>
                  </a:cubicBezTo>
                  <a:cubicBezTo>
                    <a:pt x="11142" y="21750"/>
                    <a:pt x="6972" y="17080"/>
                    <a:pt x="6705" y="2736"/>
                  </a:cubicBezTo>
                  <a:lnTo>
                    <a:pt x="6672" y="1202"/>
                  </a:lnTo>
                  <a:cubicBezTo>
                    <a:pt x="4437" y="1001"/>
                    <a:pt x="2202" y="601"/>
                    <a:pt x="1"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64"/>
            <p:cNvSpPr/>
            <p:nvPr/>
          </p:nvSpPr>
          <p:spPr>
            <a:xfrm>
              <a:off x="2375200" y="3556325"/>
              <a:ext cx="338600" cy="145075"/>
            </a:xfrm>
            <a:custGeom>
              <a:avLst/>
              <a:gdLst/>
              <a:ahLst/>
              <a:cxnLst/>
              <a:rect l="l" t="t" r="r" b="b"/>
              <a:pathLst>
                <a:path w="13544" h="5803" extrusionOk="0">
                  <a:moveTo>
                    <a:pt x="134" y="0"/>
                  </a:moveTo>
                  <a:lnTo>
                    <a:pt x="1" y="5137"/>
                  </a:lnTo>
                  <a:cubicBezTo>
                    <a:pt x="1" y="5137"/>
                    <a:pt x="5186" y="5802"/>
                    <a:pt x="8339" y="5802"/>
                  </a:cubicBezTo>
                  <a:cubicBezTo>
                    <a:pt x="8717" y="5802"/>
                    <a:pt x="9067" y="5793"/>
                    <a:pt x="9374" y="5771"/>
                  </a:cubicBezTo>
                  <a:cubicBezTo>
                    <a:pt x="12243" y="5538"/>
                    <a:pt x="13544" y="5538"/>
                    <a:pt x="13544" y="5538"/>
                  </a:cubicBezTo>
                  <a:lnTo>
                    <a:pt x="13544" y="868"/>
                  </a:lnTo>
                  <a:cubicBezTo>
                    <a:pt x="13544" y="868"/>
                    <a:pt x="11383" y="947"/>
                    <a:pt x="8795" y="947"/>
                  </a:cubicBezTo>
                  <a:cubicBezTo>
                    <a:pt x="5097" y="947"/>
                    <a:pt x="526" y="785"/>
                    <a:pt x="13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64"/>
            <p:cNvSpPr/>
            <p:nvPr/>
          </p:nvSpPr>
          <p:spPr>
            <a:xfrm>
              <a:off x="2381875" y="3730625"/>
              <a:ext cx="287725" cy="130000"/>
            </a:xfrm>
            <a:custGeom>
              <a:avLst/>
              <a:gdLst/>
              <a:ahLst/>
              <a:cxnLst/>
              <a:rect l="l" t="t" r="r" b="b"/>
              <a:pathLst>
                <a:path w="11509" h="5200" extrusionOk="0">
                  <a:moveTo>
                    <a:pt x="0" y="0"/>
                  </a:moveTo>
                  <a:lnTo>
                    <a:pt x="134" y="4170"/>
                  </a:lnTo>
                  <a:cubicBezTo>
                    <a:pt x="134" y="4170"/>
                    <a:pt x="7066" y="5200"/>
                    <a:pt x="9434" y="5200"/>
                  </a:cubicBezTo>
                  <a:cubicBezTo>
                    <a:pt x="9658" y="5200"/>
                    <a:pt x="9842" y="5191"/>
                    <a:pt x="9974" y="5170"/>
                  </a:cubicBezTo>
                  <a:lnTo>
                    <a:pt x="11509" y="4970"/>
                  </a:lnTo>
                  <a:cubicBezTo>
                    <a:pt x="11509" y="4970"/>
                    <a:pt x="11342" y="2335"/>
                    <a:pt x="11308" y="1201"/>
                  </a:cubicBezTo>
                  <a:cubicBezTo>
                    <a:pt x="11308" y="1201"/>
                    <a:pt x="10515" y="1231"/>
                    <a:pt x="9335" y="1231"/>
                  </a:cubicBezTo>
                  <a:cubicBezTo>
                    <a:pt x="6621" y="1231"/>
                    <a:pt x="1860" y="1069"/>
                    <a:pt x="0"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64"/>
            <p:cNvSpPr/>
            <p:nvPr/>
          </p:nvSpPr>
          <p:spPr>
            <a:xfrm>
              <a:off x="2371875" y="3048550"/>
              <a:ext cx="542900" cy="140750"/>
            </a:xfrm>
            <a:custGeom>
              <a:avLst/>
              <a:gdLst/>
              <a:ahLst/>
              <a:cxnLst/>
              <a:rect l="l" t="t" r="r" b="b"/>
              <a:pathLst>
                <a:path w="21716" h="5630" extrusionOk="0">
                  <a:moveTo>
                    <a:pt x="11222" y="0"/>
                  </a:moveTo>
                  <a:cubicBezTo>
                    <a:pt x="10621" y="0"/>
                    <a:pt x="10095" y="21"/>
                    <a:pt x="9674" y="30"/>
                  </a:cubicBezTo>
                  <a:cubicBezTo>
                    <a:pt x="7472" y="64"/>
                    <a:pt x="3970" y="464"/>
                    <a:pt x="2002" y="1998"/>
                  </a:cubicBezTo>
                  <a:cubicBezTo>
                    <a:pt x="0" y="3566"/>
                    <a:pt x="1434" y="5501"/>
                    <a:pt x="6004" y="5534"/>
                  </a:cubicBezTo>
                  <a:cubicBezTo>
                    <a:pt x="6925" y="5549"/>
                    <a:pt x="9172" y="5630"/>
                    <a:pt x="11619" y="5630"/>
                  </a:cubicBezTo>
                  <a:cubicBezTo>
                    <a:pt x="14671" y="5630"/>
                    <a:pt x="18033" y="5504"/>
                    <a:pt x="19514" y="4967"/>
                  </a:cubicBezTo>
                  <a:cubicBezTo>
                    <a:pt x="21716" y="4166"/>
                    <a:pt x="20648" y="2599"/>
                    <a:pt x="17246" y="1131"/>
                  </a:cubicBezTo>
                  <a:cubicBezTo>
                    <a:pt x="15051" y="156"/>
                    <a:pt x="12856" y="0"/>
                    <a:pt x="1122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64"/>
            <p:cNvSpPr/>
            <p:nvPr/>
          </p:nvSpPr>
          <p:spPr>
            <a:xfrm>
              <a:off x="2306825" y="3269450"/>
              <a:ext cx="564600" cy="857575"/>
            </a:xfrm>
            <a:custGeom>
              <a:avLst/>
              <a:gdLst/>
              <a:ahLst/>
              <a:cxnLst/>
              <a:rect l="l" t="t" r="r" b="b"/>
              <a:pathLst>
                <a:path w="22584" h="34303" extrusionOk="0">
                  <a:moveTo>
                    <a:pt x="17046" y="0"/>
                  </a:moveTo>
                  <a:lnTo>
                    <a:pt x="7706" y="634"/>
                  </a:lnTo>
                  <a:lnTo>
                    <a:pt x="734" y="1101"/>
                  </a:lnTo>
                  <a:cubicBezTo>
                    <a:pt x="734" y="1101"/>
                    <a:pt x="968" y="19648"/>
                    <a:pt x="1635" y="25585"/>
                  </a:cubicBezTo>
                  <a:cubicBezTo>
                    <a:pt x="2269" y="31523"/>
                    <a:pt x="0" y="33391"/>
                    <a:pt x="4403" y="34058"/>
                  </a:cubicBezTo>
                  <a:cubicBezTo>
                    <a:pt x="5652" y="34256"/>
                    <a:pt x="7429" y="34301"/>
                    <a:pt x="9359" y="34301"/>
                  </a:cubicBezTo>
                  <a:cubicBezTo>
                    <a:pt x="10972" y="34301"/>
                    <a:pt x="12691" y="34270"/>
                    <a:pt x="14300" y="34270"/>
                  </a:cubicBezTo>
                  <a:cubicBezTo>
                    <a:pt x="14985" y="34270"/>
                    <a:pt x="15650" y="34275"/>
                    <a:pt x="16279" y="34292"/>
                  </a:cubicBezTo>
                  <a:cubicBezTo>
                    <a:pt x="16525" y="34299"/>
                    <a:pt x="16766" y="34302"/>
                    <a:pt x="17000" y="34302"/>
                  </a:cubicBezTo>
                  <a:cubicBezTo>
                    <a:pt x="18987" y="34302"/>
                    <a:pt x="20508" y="34037"/>
                    <a:pt x="21015" y="33291"/>
                  </a:cubicBezTo>
                  <a:cubicBezTo>
                    <a:pt x="22583" y="31089"/>
                    <a:pt x="21349" y="6205"/>
                    <a:pt x="21682" y="2436"/>
                  </a:cubicBezTo>
                  <a:lnTo>
                    <a:pt x="170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64"/>
            <p:cNvSpPr/>
            <p:nvPr/>
          </p:nvSpPr>
          <p:spPr>
            <a:xfrm>
              <a:off x="2325175" y="3418725"/>
              <a:ext cx="446175" cy="545125"/>
            </a:xfrm>
            <a:custGeom>
              <a:avLst/>
              <a:gdLst/>
              <a:ahLst/>
              <a:cxnLst/>
              <a:rect l="l" t="t" r="r" b="b"/>
              <a:pathLst>
                <a:path w="17847" h="21805" extrusionOk="0">
                  <a:moveTo>
                    <a:pt x="0" y="0"/>
                  </a:moveTo>
                  <a:lnTo>
                    <a:pt x="901" y="19614"/>
                  </a:lnTo>
                  <a:cubicBezTo>
                    <a:pt x="3083" y="21327"/>
                    <a:pt x="6339" y="21804"/>
                    <a:pt x="9345" y="21804"/>
                  </a:cubicBezTo>
                  <a:cubicBezTo>
                    <a:pt x="9970" y="21804"/>
                    <a:pt x="10584" y="21784"/>
                    <a:pt x="11175" y="21749"/>
                  </a:cubicBezTo>
                  <a:cubicBezTo>
                    <a:pt x="13310" y="21549"/>
                    <a:pt x="15478" y="21216"/>
                    <a:pt x="17579" y="20682"/>
                  </a:cubicBezTo>
                  <a:lnTo>
                    <a:pt x="17846" y="668"/>
                  </a:lnTo>
                  <a:lnTo>
                    <a:pt x="17846" y="668"/>
                  </a:lnTo>
                  <a:cubicBezTo>
                    <a:pt x="15468" y="1143"/>
                    <a:pt x="13048" y="1395"/>
                    <a:pt x="10622" y="1395"/>
                  </a:cubicBezTo>
                  <a:cubicBezTo>
                    <a:pt x="9305" y="1395"/>
                    <a:pt x="7986" y="1321"/>
                    <a:pt x="6672" y="1168"/>
                  </a:cubicBezTo>
                  <a:cubicBezTo>
                    <a:pt x="4437" y="968"/>
                    <a:pt x="2202" y="56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64"/>
            <p:cNvSpPr/>
            <p:nvPr/>
          </p:nvSpPr>
          <p:spPr>
            <a:xfrm>
              <a:off x="2322675" y="3567150"/>
              <a:ext cx="338600" cy="144500"/>
            </a:xfrm>
            <a:custGeom>
              <a:avLst/>
              <a:gdLst/>
              <a:ahLst/>
              <a:cxnLst/>
              <a:rect l="l" t="t" r="r" b="b"/>
              <a:pathLst>
                <a:path w="13544" h="5780" extrusionOk="0">
                  <a:moveTo>
                    <a:pt x="167" y="1"/>
                  </a:moveTo>
                  <a:lnTo>
                    <a:pt x="0" y="5138"/>
                  </a:lnTo>
                  <a:cubicBezTo>
                    <a:pt x="0" y="5138"/>
                    <a:pt x="5005" y="5780"/>
                    <a:pt x="8171" y="5780"/>
                  </a:cubicBezTo>
                  <a:cubicBezTo>
                    <a:pt x="8614" y="5780"/>
                    <a:pt x="9021" y="5767"/>
                    <a:pt x="9373" y="5738"/>
                  </a:cubicBezTo>
                  <a:cubicBezTo>
                    <a:pt x="12242" y="5505"/>
                    <a:pt x="13543" y="5505"/>
                    <a:pt x="13543" y="5505"/>
                  </a:cubicBezTo>
                  <a:lnTo>
                    <a:pt x="13543" y="868"/>
                  </a:lnTo>
                  <a:cubicBezTo>
                    <a:pt x="13543" y="868"/>
                    <a:pt x="11504" y="938"/>
                    <a:pt x="9017" y="938"/>
                  </a:cubicBezTo>
                  <a:cubicBezTo>
                    <a:pt x="5286" y="938"/>
                    <a:pt x="547" y="782"/>
                    <a:pt x="1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64"/>
            <p:cNvSpPr/>
            <p:nvPr/>
          </p:nvSpPr>
          <p:spPr>
            <a:xfrm>
              <a:off x="2330175" y="3740625"/>
              <a:ext cx="286900" cy="130825"/>
            </a:xfrm>
            <a:custGeom>
              <a:avLst/>
              <a:gdLst/>
              <a:ahLst/>
              <a:cxnLst/>
              <a:rect l="l" t="t" r="r" b="b"/>
              <a:pathLst>
                <a:path w="11476" h="5233" extrusionOk="0">
                  <a:moveTo>
                    <a:pt x="0" y="0"/>
                  </a:moveTo>
                  <a:lnTo>
                    <a:pt x="134" y="4170"/>
                  </a:lnTo>
                  <a:cubicBezTo>
                    <a:pt x="134" y="4170"/>
                    <a:pt x="7070" y="5233"/>
                    <a:pt x="9418" y="5233"/>
                  </a:cubicBezTo>
                  <a:cubicBezTo>
                    <a:pt x="9634" y="5233"/>
                    <a:pt x="9811" y="5224"/>
                    <a:pt x="9941" y="5204"/>
                  </a:cubicBezTo>
                  <a:lnTo>
                    <a:pt x="11475" y="4971"/>
                  </a:lnTo>
                  <a:cubicBezTo>
                    <a:pt x="11475" y="4971"/>
                    <a:pt x="11308" y="2335"/>
                    <a:pt x="11275" y="1235"/>
                  </a:cubicBezTo>
                  <a:cubicBezTo>
                    <a:pt x="11275" y="1235"/>
                    <a:pt x="10592" y="1258"/>
                    <a:pt x="9551" y="1258"/>
                  </a:cubicBezTo>
                  <a:cubicBezTo>
                    <a:pt x="6890" y="1258"/>
                    <a:pt x="1894" y="1103"/>
                    <a:pt x="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64"/>
            <p:cNvSpPr/>
            <p:nvPr/>
          </p:nvSpPr>
          <p:spPr>
            <a:xfrm>
              <a:off x="2255125" y="3007600"/>
              <a:ext cx="648800" cy="367225"/>
            </a:xfrm>
            <a:custGeom>
              <a:avLst/>
              <a:gdLst/>
              <a:ahLst/>
              <a:cxnLst/>
              <a:rect l="l" t="t" r="r" b="b"/>
              <a:pathLst>
                <a:path w="25952" h="14689" extrusionOk="0">
                  <a:moveTo>
                    <a:pt x="13915" y="1"/>
                  </a:moveTo>
                  <a:cubicBezTo>
                    <a:pt x="7683" y="1"/>
                    <a:pt x="656" y="1457"/>
                    <a:pt x="967" y="5671"/>
                  </a:cubicBezTo>
                  <a:cubicBezTo>
                    <a:pt x="967" y="5671"/>
                    <a:pt x="0" y="12676"/>
                    <a:pt x="1968" y="13577"/>
                  </a:cubicBezTo>
                  <a:cubicBezTo>
                    <a:pt x="3136" y="14077"/>
                    <a:pt x="6438" y="14411"/>
                    <a:pt x="11108" y="14611"/>
                  </a:cubicBezTo>
                  <a:cubicBezTo>
                    <a:pt x="12192" y="14663"/>
                    <a:pt x="13358" y="14689"/>
                    <a:pt x="14506" y="14689"/>
                  </a:cubicBezTo>
                  <a:cubicBezTo>
                    <a:pt x="17032" y="14689"/>
                    <a:pt x="19474" y="14563"/>
                    <a:pt x="20782" y="14311"/>
                  </a:cubicBezTo>
                  <a:cubicBezTo>
                    <a:pt x="25418" y="13443"/>
                    <a:pt x="25518" y="13343"/>
                    <a:pt x="25752" y="11142"/>
                  </a:cubicBezTo>
                  <a:cubicBezTo>
                    <a:pt x="25952" y="8940"/>
                    <a:pt x="25785" y="6071"/>
                    <a:pt x="25585" y="5404"/>
                  </a:cubicBezTo>
                  <a:cubicBezTo>
                    <a:pt x="25352" y="4737"/>
                    <a:pt x="23083" y="601"/>
                    <a:pt x="17146" y="134"/>
                  </a:cubicBezTo>
                  <a:cubicBezTo>
                    <a:pt x="16126" y="47"/>
                    <a:pt x="15033" y="1"/>
                    <a:pt x="139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64"/>
            <p:cNvSpPr/>
            <p:nvPr/>
          </p:nvSpPr>
          <p:spPr>
            <a:xfrm>
              <a:off x="3246650" y="1793600"/>
              <a:ext cx="1096650" cy="1100875"/>
            </a:xfrm>
            <a:custGeom>
              <a:avLst/>
              <a:gdLst/>
              <a:ahLst/>
              <a:cxnLst/>
              <a:rect l="l" t="t" r="r" b="b"/>
              <a:pathLst>
                <a:path w="43866" h="44035" extrusionOk="0">
                  <a:moveTo>
                    <a:pt x="11566" y="1"/>
                  </a:moveTo>
                  <a:cubicBezTo>
                    <a:pt x="6375" y="1"/>
                    <a:pt x="966" y="1539"/>
                    <a:pt x="601" y="9666"/>
                  </a:cubicBezTo>
                  <a:cubicBezTo>
                    <a:pt x="1" y="22308"/>
                    <a:pt x="2336" y="35251"/>
                    <a:pt x="2336" y="35251"/>
                  </a:cubicBezTo>
                  <a:cubicBezTo>
                    <a:pt x="2336" y="35251"/>
                    <a:pt x="1202" y="41822"/>
                    <a:pt x="18247" y="42456"/>
                  </a:cubicBezTo>
                  <a:cubicBezTo>
                    <a:pt x="28554" y="42823"/>
                    <a:pt x="33649" y="44035"/>
                    <a:pt x="36343" y="44035"/>
                  </a:cubicBezTo>
                  <a:cubicBezTo>
                    <a:pt x="38061" y="44035"/>
                    <a:pt x="38802" y="43542"/>
                    <a:pt x="39295" y="42022"/>
                  </a:cubicBezTo>
                  <a:cubicBezTo>
                    <a:pt x="43865" y="28046"/>
                    <a:pt x="43565" y="22075"/>
                    <a:pt x="42831" y="12201"/>
                  </a:cubicBezTo>
                  <a:cubicBezTo>
                    <a:pt x="42010" y="1353"/>
                    <a:pt x="27983" y="539"/>
                    <a:pt x="21811" y="539"/>
                  </a:cubicBezTo>
                  <a:cubicBezTo>
                    <a:pt x="20720" y="539"/>
                    <a:pt x="19875" y="564"/>
                    <a:pt x="19391" y="564"/>
                  </a:cubicBezTo>
                  <a:cubicBezTo>
                    <a:pt x="19279" y="564"/>
                    <a:pt x="19186" y="563"/>
                    <a:pt x="19114" y="559"/>
                  </a:cubicBezTo>
                  <a:cubicBezTo>
                    <a:pt x="17268" y="476"/>
                    <a:pt x="14450" y="1"/>
                    <a:pt x="115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64"/>
            <p:cNvSpPr/>
            <p:nvPr/>
          </p:nvSpPr>
          <p:spPr>
            <a:xfrm>
              <a:off x="3246650" y="1793600"/>
              <a:ext cx="1032000" cy="1022125"/>
            </a:xfrm>
            <a:custGeom>
              <a:avLst/>
              <a:gdLst/>
              <a:ahLst/>
              <a:cxnLst/>
              <a:rect l="l" t="t" r="r" b="b"/>
              <a:pathLst>
                <a:path w="41280" h="40885" extrusionOk="0">
                  <a:moveTo>
                    <a:pt x="11566" y="1"/>
                  </a:moveTo>
                  <a:cubicBezTo>
                    <a:pt x="6375" y="1"/>
                    <a:pt x="966" y="1539"/>
                    <a:pt x="601" y="9666"/>
                  </a:cubicBezTo>
                  <a:cubicBezTo>
                    <a:pt x="1" y="22308"/>
                    <a:pt x="2336" y="35251"/>
                    <a:pt x="2336" y="35251"/>
                  </a:cubicBezTo>
                  <a:cubicBezTo>
                    <a:pt x="2336" y="35251"/>
                    <a:pt x="868" y="40855"/>
                    <a:pt x="17947" y="40855"/>
                  </a:cubicBezTo>
                  <a:cubicBezTo>
                    <a:pt x="21863" y="40855"/>
                    <a:pt x="24909" y="40885"/>
                    <a:pt x="27296" y="40885"/>
                  </a:cubicBezTo>
                  <a:cubicBezTo>
                    <a:pt x="35300" y="40885"/>
                    <a:pt x="35897" y="40548"/>
                    <a:pt x="37027" y="37619"/>
                  </a:cubicBezTo>
                  <a:cubicBezTo>
                    <a:pt x="38528" y="33783"/>
                    <a:pt x="40430" y="20307"/>
                    <a:pt x="40863" y="10867"/>
                  </a:cubicBezTo>
                  <a:cubicBezTo>
                    <a:pt x="41280" y="1679"/>
                    <a:pt x="31677" y="327"/>
                    <a:pt x="25044" y="327"/>
                  </a:cubicBezTo>
                  <a:cubicBezTo>
                    <a:pt x="22278" y="327"/>
                    <a:pt x="20028" y="562"/>
                    <a:pt x="19237" y="562"/>
                  </a:cubicBezTo>
                  <a:cubicBezTo>
                    <a:pt x="19191" y="562"/>
                    <a:pt x="19150" y="561"/>
                    <a:pt x="19114" y="559"/>
                  </a:cubicBezTo>
                  <a:cubicBezTo>
                    <a:pt x="17268" y="476"/>
                    <a:pt x="14450" y="1"/>
                    <a:pt x="1156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64"/>
            <p:cNvSpPr/>
            <p:nvPr/>
          </p:nvSpPr>
          <p:spPr>
            <a:xfrm>
              <a:off x="3322550" y="1868325"/>
              <a:ext cx="880150" cy="872300"/>
            </a:xfrm>
            <a:custGeom>
              <a:avLst/>
              <a:gdLst/>
              <a:ahLst/>
              <a:cxnLst/>
              <a:rect l="l" t="t" r="r" b="b"/>
              <a:pathLst>
                <a:path w="35206" h="34892" extrusionOk="0">
                  <a:moveTo>
                    <a:pt x="9906" y="1"/>
                  </a:moveTo>
                  <a:cubicBezTo>
                    <a:pt x="5466" y="1"/>
                    <a:pt x="823" y="1314"/>
                    <a:pt x="501" y="8278"/>
                  </a:cubicBezTo>
                  <a:cubicBezTo>
                    <a:pt x="0" y="19052"/>
                    <a:pt x="2002" y="30094"/>
                    <a:pt x="2002" y="30094"/>
                  </a:cubicBezTo>
                  <a:cubicBezTo>
                    <a:pt x="2002" y="30094"/>
                    <a:pt x="734" y="34864"/>
                    <a:pt x="15311" y="34864"/>
                  </a:cubicBezTo>
                  <a:cubicBezTo>
                    <a:pt x="18720" y="34864"/>
                    <a:pt x="21357" y="34891"/>
                    <a:pt x="23414" y="34891"/>
                  </a:cubicBezTo>
                  <a:cubicBezTo>
                    <a:pt x="30132" y="34891"/>
                    <a:pt x="30652" y="34598"/>
                    <a:pt x="31623" y="32095"/>
                  </a:cubicBezTo>
                  <a:cubicBezTo>
                    <a:pt x="32857" y="28859"/>
                    <a:pt x="34525" y="17318"/>
                    <a:pt x="34858" y="9279"/>
                  </a:cubicBezTo>
                  <a:cubicBezTo>
                    <a:pt x="35206" y="1426"/>
                    <a:pt x="26996" y="281"/>
                    <a:pt x="21343" y="281"/>
                  </a:cubicBezTo>
                  <a:cubicBezTo>
                    <a:pt x="19016" y="281"/>
                    <a:pt x="17122" y="475"/>
                    <a:pt x="16436" y="475"/>
                  </a:cubicBezTo>
                  <a:cubicBezTo>
                    <a:pt x="16389" y="475"/>
                    <a:pt x="16347" y="474"/>
                    <a:pt x="16312" y="472"/>
                  </a:cubicBezTo>
                  <a:cubicBezTo>
                    <a:pt x="14746" y="401"/>
                    <a:pt x="12357" y="1"/>
                    <a:pt x="9906" y="1"/>
                  </a:cubicBezTo>
                  <a:close/>
                </a:path>
              </a:pathLst>
            </a:custGeom>
            <a:solidFill>
              <a:srgbClr val="000000"/>
            </a:solidFill>
            <a:ln w="20850" cap="flat" cmpd="sng">
              <a:solidFill>
                <a:srgbClr val="000000"/>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64"/>
            <p:cNvSpPr/>
            <p:nvPr/>
          </p:nvSpPr>
          <p:spPr>
            <a:xfrm>
              <a:off x="3372575" y="2100275"/>
              <a:ext cx="821450" cy="520400"/>
            </a:xfrm>
            <a:custGeom>
              <a:avLst/>
              <a:gdLst/>
              <a:ahLst/>
              <a:cxnLst/>
              <a:rect l="l" t="t" r="r" b="b"/>
              <a:pathLst>
                <a:path w="32858" h="20816" extrusionOk="0">
                  <a:moveTo>
                    <a:pt x="32857" y="1"/>
                  </a:moveTo>
                  <a:lnTo>
                    <a:pt x="1" y="20816"/>
                  </a:lnTo>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64"/>
            <p:cNvSpPr/>
            <p:nvPr/>
          </p:nvSpPr>
          <p:spPr>
            <a:xfrm>
              <a:off x="3322550" y="1868325"/>
              <a:ext cx="880150" cy="752350"/>
            </a:xfrm>
            <a:custGeom>
              <a:avLst/>
              <a:gdLst/>
              <a:ahLst/>
              <a:cxnLst/>
              <a:rect l="l" t="t" r="r" b="b"/>
              <a:pathLst>
                <a:path w="35206" h="30094" extrusionOk="0">
                  <a:moveTo>
                    <a:pt x="9906" y="1"/>
                  </a:moveTo>
                  <a:cubicBezTo>
                    <a:pt x="5466" y="1"/>
                    <a:pt x="823" y="1314"/>
                    <a:pt x="501" y="8278"/>
                  </a:cubicBezTo>
                  <a:cubicBezTo>
                    <a:pt x="0" y="19052"/>
                    <a:pt x="2002" y="30094"/>
                    <a:pt x="2002" y="30094"/>
                  </a:cubicBezTo>
                  <a:lnTo>
                    <a:pt x="34858" y="9279"/>
                  </a:lnTo>
                  <a:cubicBezTo>
                    <a:pt x="35206" y="1426"/>
                    <a:pt x="26996" y="281"/>
                    <a:pt x="21343" y="281"/>
                  </a:cubicBezTo>
                  <a:cubicBezTo>
                    <a:pt x="19016" y="281"/>
                    <a:pt x="17122" y="475"/>
                    <a:pt x="16436" y="475"/>
                  </a:cubicBezTo>
                  <a:cubicBezTo>
                    <a:pt x="16389" y="475"/>
                    <a:pt x="16347" y="474"/>
                    <a:pt x="16312" y="472"/>
                  </a:cubicBezTo>
                  <a:cubicBezTo>
                    <a:pt x="14746" y="401"/>
                    <a:pt x="12357" y="1"/>
                    <a:pt x="990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64"/>
            <p:cNvSpPr/>
            <p:nvPr/>
          </p:nvSpPr>
          <p:spPr>
            <a:xfrm>
              <a:off x="3322550" y="1805075"/>
              <a:ext cx="883975" cy="815600"/>
            </a:xfrm>
            <a:custGeom>
              <a:avLst/>
              <a:gdLst/>
              <a:ahLst/>
              <a:cxnLst/>
              <a:rect l="l" t="t" r="r" b="b"/>
              <a:pathLst>
                <a:path w="35359" h="32624" fill="none" extrusionOk="0">
                  <a:moveTo>
                    <a:pt x="2002" y="32624"/>
                  </a:moveTo>
                  <a:cubicBezTo>
                    <a:pt x="2002" y="32624"/>
                    <a:pt x="0" y="21582"/>
                    <a:pt x="501" y="10808"/>
                  </a:cubicBezTo>
                  <a:cubicBezTo>
                    <a:pt x="1001" y="0"/>
                    <a:pt x="11909" y="2802"/>
                    <a:pt x="16312" y="3002"/>
                  </a:cubicBezTo>
                  <a:cubicBezTo>
                    <a:pt x="18113" y="3102"/>
                    <a:pt x="35359" y="501"/>
                    <a:pt x="34858" y="11809"/>
                  </a:cubicBezTo>
                </a:path>
              </a:pathLst>
            </a:custGeom>
            <a:noFill/>
            <a:ln w="20850"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64"/>
            <p:cNvSpPr/>
            <p:nvPr/>
          </p:nvSpPr>
          <p:spPr>
            <a:xfrm>
              <a:off x="3410100" y="1956000"/>
              <a:ext cx="81750" cy="130950"/>
            </a:xfrm>
            <a:custGeom>
              <a:avLst/>
              <a:gdLst/>
              <a:ahLst/>
              <a:cxnLst/>
              <a:rect l="l" t="t" r="r" b="b"/>
              <a:pathLst>
                <a:path w="3270" h="5238" extrusionOk="0">
                  <a:moveTo>
                    <a:pt x="1502" y="1"/>
                  </a:moveTo>
                  <a:cubicBezTo>
                    <a:pt x="1302" y="1"/>
                    <a:pt x="1068" y="34"/>
                    <a:pt x="835" y="101"/>
                  </a:cubicBezTo>
                  <a:cubicBezTo>
                    <a:pt x="568" y="134"/>
                    <a:pt x="301" y="234"/>
                    <a:pt x="34" y="334"/>
                  </a:cubicBezTo>
                  <a:lnTo>
                    <a:pt x="34" y="1035"/>
                  </a:lnTo>
                  <a:cubicBezTo>
                    <a:pt x="301" y="902"/>
                    <a:pt x="568" y="768"/>
                    <a:pt x="801" y="701"/>
                  </a:cubicBezTo>
                  <a:cubicBezTo>
                    <a:pt x="1068" y="635"/>
                    <a:pt x="1268" y="601"/>
                    <a:pt x="1502" y="601"/>
                  </a:cubicBezTo>
                  <a:cubicBezTo>
                    <a:pt x="1802" y="601"/>
                    <a:pt x="2069" y="668"/>
                    <a:pt x="2236" y="835"/>
                  </a:cubicBezTo>
                  <a:cubicBezTo>
                    <a:pt x="2436" y="1002"/>
                    <a:pt x="2536" y="1235"/>
                    <a:pt x="2536" y="1502"/>
                  </a:cubicBezTo>
                  <a:cubicBezTo>
                    <a:pt x="2536" y="1669"/>
                    <a:pt x="2503" y="1869"/>
                    <a:pt x="2402" y="2036"/>
                  </a:cubicBezTo>
                  <a:cubicBezTo>
                    <a:pt x="2302" y="2202"/>
                    <a:pt x="2169" y="2403"/>
                    <a:pt x="1935" y="2669"/>
                  </a:cubicBezTo>
                  <a:cubicBezTo>
                    <a:pt x="1835" y="2803"/>
                    <a:pt x="1535" y="3103"/>
                    <a:pt x="1068" y="3570"/>
                  </a:cubicBezTo>
                  <a:cubicBezTo>
                    <a:pt x="635" y="4004"/>
                    <a:pt x="268" y="4371"/>
                    <a:pt x="1" y="4638"/>
                  </a:cubicBezTo>
                  <a:lnTo>
                    <a:pt x="1" y="5238"/>
                  </a:lnTo>
                  <a:lnTo>
                    <a:pt x="3270" y="5238"/>
                  </a:lnTo>
                  <a:lnTo>
                    <a:pt x="3270" y="4638"/>
                  </a:lnTo>
                  <a:lnTo>
                    <a:pt x="835" y="4638"/>
                  </a:lnTo>
                  <a:cubicBezTo>
                    <a:pt x="1402" y="4070"/>
                    <a:pt x="1835" y="3637"/>
                    <a:pt x="2136" y="3303"/>
                  </a:cubicBezTo>
                  <a:cubicBezTo>
                    <a:pt x="2436" y="3003"/>
                    <a:pt x="2636" y="2803"/>
                    <a:pt x="2703" y="2736"/>
                  </a:cubicBezTo>
                  <a:cubicBezTo>
                    <a:pt x="2903" y="2469"/>
                    <a:pt x="3036" y="2269"/>
                    <a:pt x="3103" y="2069"/>
                  </a:cubicBezTo>
                  <a:cubicBezTo>
                    <a:pt x="3203" y="1869"/>
                    <a:pt x="3236" y="1669"/>
                    <a:pt x="3236" y="1469"/>
                  </a:cubicBezTo>
                  <a:cubicBezTo>
                    <a:pt x="3236" y="1035"/>
                    <a:pt x="3070" y="668"/>
                    <a:pt x="2769" y="401"/>
                  </a:cubicBezTo>
                  <a:cubicBezTo>
                    <a:pt x="2436" y="134"/>
                    <a:pt x="2036" y="1"/>
                    <a:pt x="1502"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64"/>
            <p:cNvSpPr/>
            <p:nvPr/>
          </p:nvSpPr>
          <p:spPr>
            <a:xfrm>
              <a:off x="3517675" y="1958500"/>
              <a:ext cx="94275" cy="128450"/>
            </a:xfrm>
            <a:custGeom>
              <a:avLst/>
              <a:gdLst/>
              <a:ahLst/>
              <a:cxnLst/>
              <a:rect l="l" t="t" r="r" b="b"/>
              <a:pathLst>
                <a:path w="3771" h="5138" extrusionOk="0">
                  <a:moveTo>
                    <a:pt x="2336" y="601"/>
                  </a:moveTo>
                  <a:lnTo>
                    <a:pt x="2336" y="3337"/>
                  </a:lnTo>
                  <a:lnTo>
                    <a:pt x="568" y="3337"/>
                  </a:lnTo>
                  <a:lnTo>
                    <a:pt x="2336" y="601"/>
                  </a:lnTo>
                  <a:close/>
                  <a:moveTo>
                    <a:pt x="2169" y="1"/>
                  </a:moveTo>
                  <a:lnTo>
                    <a:pt x="1" y="3270"/>
                  </a:lnTo>
                  <a:lnTo>
                    <a:pt x="1" y="3937"/>
                  </a:lnTo>
                  <a:lnTo>
                    <a:pt x="2336" y="3937"/>
                  </a:lnTo>
                  <a:lnTo>
                    <a:pt x="2336" y="5138"/>
                  </a:lnTo>
                  <a:lnTo>
                    <a:pt x="3036" y="5138"/>
                  </a:lnTo>
                  <a:lnTo>
                    <a:pt x="3036" y="3937"/>
                  </a:lnTo>
                  <a:lnTo>
                    <a:pt x="3770" y="3937"/>
                  </a:lnTo>
                  <a:lnTo>
                    <a:pt x="3770" y="3337"/>
                  </a:lnTo>
                  <a:lnTo>
                    <a:pt x="3036" y="3337"/>
                  </a:lnTo>
                  <a:lnTo>
                    <a:pt x="3036"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64"/>
            <p:cNvSpPr/>
            <p:nvPr/>
          </p:nvSpPr>
          <p:spPr>
            <a:xfrm>
              <a:off x="3769525" y="1958500"/>
              <a:ext cx="76750" cy="128450"/>
            </a:xfrm>
            <a:custGeom>
              <a:avLst/>
              <a:gdLst/>
              <a:ahLst/>
              <a:cxnLst/>
              <a:rect l="l" t="t" r="r" b="b"/>
              <a:pathLst>
                <a:path w="3070" h="5138" extrusionOk="0">
                  <a:moveTo>
                    <a:pt x="1235" y="1"/>
                  </a:moveTo>
                  <a:lnTo>
                    <a:pt x="1" y="234"/>
                  </a:lnTo>
                  <a:lnTo>
                    <a:pt x="1" y="868"/>
                  </a:lnTo>
                  <a:lnTo>
                    <a:pt x="1235" y="635"/>
                  </a:lnTo>
                  <a:lnTo>
                    <a:pt x="1235" y="4538"/>
                  </a:lnTo>
                  <a:lnTo>
                    <a:pt x="101" y="4538"/>
                  </a:lnTo>
                  <a:lnTo>
                    <a:pt x="101" y="5138"/>
                  </a:lnTo>
                  <a:lnTo>
                    <a:pt x="3070" y="5138"/>
                  </a:lnTo>
                  <a:lnTo>
                    <a:pt x="3070" y="4538"/>
                  </a:lnTo>
                  <a:lnTo>
                    <a:pt x="1902" y="4538"/>
                  </a:lnTo>
                  <a:lnTo>
                    <a:pt x="190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64"/>
            <p:cNvSpPr/>
            <p:nvPr/>
          </p:nvSpPr>
          <p:spPr>
            <a:xfrm>
              <a:off x="3875450" y="1956000"/>
              <a:ext cx="85075" cy="133475"/>
            </a:xfrm>
            <a:custGeom>
              <a:avLst/>
              <a:gdLst/>
              <a:ahLst/>
              <a:cxnLst/>
              <a:rect l="l" t="t" r="r" b="b"/>
              <a:pathLst>
                <a:path w="3403" h="5339" extrusionOk="0">
                  <a:moveTo>
                    <a:pt x="1568" y="1"/>
                  </a:moveTo>
                  <a:cubicBezTo>
                    <a:pt x="1368" y="1"/>
                    <a:pt x="1134" y="34"/>
                    <a:pt x="901" y="68"/>
                  </a:cubicBezTo>
                  <a:cubicBezTo>
                    <a:pt x="667" y="101"/>
                    <a:pt x="434" y="134"/>
                    <a:pt x="167" y="234"/>
                  </a:cubicBezTo>
                  <a:lnTo>
                    <a:pt x="167" y="835"/>
                  </a:lnTo>
                  <a:cubicBezTo>
                    <a:pt x="434" y="768"/>
                    <a:pt x="667" y="701"/>
                    <a:pt x="867" y="635"/>
                  </a:cubicBezTo>
                  <a:cubicBezTo>
                    <a:pt x="1101" y="601"/>
                    <a:pt x="1301" y="601"/>
                    <a:pt x="1501" y="601"/>
                  </a:cubicBezTo>
                  <a:cubicBezTo>
                    <a:pt x="1835" y="601"/>
                    <a:pt x="2102" y="668"/>
                    <a:pt x="2302" y="801"/>
                  </a:cubicBezTo>
                  <a:cubicBezTo>
                    <a:pt x="2468" y="935"/>
                    <a:pt x="2569" y="1135"/>
                    <a:pt x="2569" y="1402"/>
                  </a:cubicBezTo>
                  <a:cubicBezTo>
                    <a:pt x="2569" y="1669"/>
                    <a:pt x="2502" y="1869"/>
                    <a:pt x="2302" y="2002"/>
                  </a:cubicBezTo>
                  <a:cubicBezTo>
                    <a:pt x="2135" y="2136"/>
                    <a:pt x="1868" y="2202"/>
                    <a:pt x="1534" y="2202"/>
                  </a:cubicBezTo>
                  <a:lnTo>
                    <a:pt x="901" y="2202"/>
                  </a:lnTo>
                  <a:lnTo>
                    <a:pt x="901" y="2770"/>
                  </a:lnTo>
                  <a:lnTo>
                    <a:pt x="1501" y="2770"/>
                  </a:lnTo>
                  <a:cubicBezTo>
                    <a:pt x="1868" y="2770"/>
                    <a:pt x="2168" y="2870"/>
                    <a:pt x="2368" y="3036"/>
                  </a:cubicBezTo>
                  <a:cubicBezTo>
                    <a:pt x="2602" y="3203"/>
                    <a:pt x="2702" y="3437"/>
                    <a:pt x="2702" y="3737"/>
                  </a:cubicBezTo>
                  <a:cubicBezTo>
                    <a:pt x="2702" y="4070"/>
                    <a:pt x="2569" y="4337"/>
                    <a:pt x="2368" y="4504"/>
                  </a:cubicBezTo>
                  <a:cubicBezTo>
                    <a:pt x="2135" y="4671"/>
                    <a:pt x="1801" y="4738"/>
                    <a:pt x="1368" y="4738"/>
                  </a:cubicBezTo>
                  <a:cubicBezTo>
                    <a:pt x="1101" y="4738"/>
                    <a:pt x="867" y="4738"/>
                    <a:pt x="634" y="4671"/>
                  </a:cubicBezTo>
                  <a:cubicBezTo>
                    <a:pt x="400" y="4604"/>
                    <a:pt x="200" y="4537"/>
                    <a:pt x="0" y="4404"/>
                  </a:cubicBezTo>
                  <a:lnTo>
                    <a:pt x="0" y="5071"/>
                  </a:lnTo>
                  <a:cubicBezTo>
                    <a:pt x="234" y="5171"/>
                    <a:pt x="500" y="5238"/>
                    <a:pt x="701" y="5271"/>
                  </a:cubicBezTo>
                  <a:cubicBezTo>
                    <a:pt x="934" y="5305"/>
                    <a:pt x="1168" y="5338"/>
                    <a:pt x="1368" y="5338"/>
                  </a:cubicBezTo>
                  <a:cubicBezTo>
                    <a:pt x="2035" y="5338"/>
                    <a:pt x="2535" y="5205"/>
                    <a:pt x="2869" y="4904"/>
                  </a:cubicBezTo>
                  <a:cubicBezTo>
                    <a:pt x="3202" y="4638"/>
                    <a:pt x="3402" y="4237"/>
                    <a:pt x="3402" y="3737"/>
                  </a:cubicBezTo>
                  <a:cubicBezTo>
                    <a:pt x="3402" y="3403"/>
                    <a:pt x="3302" y="3136"/>
                    <a:pt x="3102" y="2903"/>
                  </a:cubicBezTo>
                  <a:cubicBezTo>
                    <a:pt x="2935" y="2669"/>
                    <a:pt x="2669" y="2536"/>
                    <a:pt x="2335" y="2469"/>
                  </a:cubicBezTo>
                  <a:cubicBezTo>
                    <a:pt x="2635" y="2403"/>
                    <a:pt x="2869" y="2269"/>
                    <a:pt x="3036" y="2069"/>
                  </a:cubicBezTo>
                  <a:cubicBezTo>
                    <a:pt x="3202" y="1869"/>
                    <a:pt x="3269" y="1635"/>
                    <a:pt x="3269" y="1335"/>
                  </a:cubicBezTo>
                  <a:cubicBezTo>
                    <a:pt x="3269" y="935"/>
                    <a:pt x="3102" y="601"/>
                    <a:pt x="2802" y="368"/>
                  </a:cubicBezTo>
                  <a:cubicBezTo>
                    <a:pt x="2502" y="134"/>
                    <a:pt x="2068" y="1"/>
                    <a:pt x="15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64"/>
            <p:cNvSpPr/>
            <p:nvPr/>
          </p:nvSpPr>
          <p:spPr>
            <a:xfrm>
              <a:off x="3993025" y="2065250"/>
              <a:ext cx="18375" cy="21700"/>
            </a:xfrm>
            <a:custGeom>
              <a:avLst/>
              <a:gdLst/>
              <a:ahLst/>
              <a:cxnLst/>
              <a:rect l="l" t="t" r="r" b="b"/>
              <a:pathLst>
                <a:path w="735" h="868" extrusionOk="0">
                  <a:moveTo>
                    <a:pt x="0" y="1"/>
                  </a:moveTo>
                  <a:lnTo>
                    <a:pt x="0" y="868"/>
                  </a:lnTo>
                  <a:lnTo>
                    <a:pt x="734" y="868"/>
                  </a:lnTo>
                  <a:lnTo>
                    <a:pt x="7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64"/>
            <p:cNvSpPr/>
            <p:nvPr/>
          </p:nvSpPr>
          <p:spPr>
            <a:xfrm>
              <a:off x="4042225" y="1956000"/>
              <a:ext cx="88425" cy="133475"/>
            </a:xfrm>
            <a:custGeom>
              <a:avLst/>
              <a:gdLst/>
              <a:ahLst/>
              <a:cxnLst/>
              <a:rect l="l" t="t" r="r" b="b"/>
              <a:pathLst>
                <a:path w="3537" h="5339" extrusionOk="0">
                  <a:moveTo>
                    <a:pt x="1768" y="568"/>
                  </a:moveTo>
                  <a:cubicBezTo>
                    <a:pt x="2135" y="568"/>
                    <a:pt x="2402" y="735"/>
                    <a:pt x="2569" y="1068"/>
                  </a:cubicBezTo>
                  <a:cubicBezTo>
                    <a:pt x="2769" y="1435"/>
                    <a:pt x="2869" y="1969"/>
                    <a:pt x="2869" y="2669"/>
                  </a:cubicBezTo>
                  <a:cubicBezTo>
                    <a:pt x="2869" y="3370"/>
                    <a:pt x="2769" y="3904"/>
                    <a:pt x="2569" y="4271"/>
                  </a:cubicBezTo>
                  <a:cubicBezTo>
                    <a:pt x="2402" y="4604"/>
                    <a:pt x="2135" y="4771"/>
                    <a:pt x="1768" y="4771"/>
                  </a:cubicBezTo>
                  <a:cubicBezTo>
                    <a:pt x="1401" y="4771"/>
                    <a:pt x="1135" y="4604"/>
                    <a:pt x="968" y="4271"/>
                  </a:cubicBezTo>
                  <a:cubicBezTo>
                    <a:pt x="768" y="3904"/>
                    <a:pt x="701" y="3370"/>
                    <a:pt x="701" y="2669"/>
                  </a:cubicBezTo>
                  <a:cubicBezTo>
                    <a:pt x="701" y="1969"/>
                    <a:pt x="768" y="1435"/>
                    <a:pt x="968" y="1068"/>
                  </a:cubicBezTo>
                  <a:cubicBezTo>
                    <a:pt x="1135" y="735"/>
                    <a:pt x="1401" y="568"/>
                    <a:pt x="1768" y="568"/>
                  </a:cubicBezTo>
                  <a:close/>
                  <a:moveTo>
                    <a:pt x="1768" y="1"/>
                  </a:moveTo>
                  <a:cubicBezTo>
                    <a:pt x="1201" y="1"/>
                    <a:pt x="768" y="234"/>
                    <a:pt x="434" y="701"/>
                  </a:cubicBezTo>
                  <a:cubicBezTo>
                    <a:pt x="134" y="1135"/>
                    <a:pt x="0" y="1802"/>
                    <a:pt x="0" y="2669"/>
                  </a:cubicBezTo>
                  <a:cubicBezTo>
                    <a:pt x="0" y="3537"/>
                    <a:pt x="134" y="4204"/>
                    <a:pt x="434" y="4671"/>
                  </a:cubicBezTo>
                  <a:cubicBezTo>
                    <a:pt x="768" y="5105"/>
                    <a:pt x="1201" y="5338"/>
                    <a:pt x="1768" y="5338"/>
                  </a:cubicBezTo>
                  <a:cubicBezTo>
                    <a:pt x="2335" y="5338"/>
                    <a:pt x="2802" y="5105"/>
                    <a:pt x="3103" y="4671"/>
                  </a:cubicBezTo>
                  <a:cubicBezTo>
                    <a:pt x="3403" y="4204"/>
                    <a:pt x="3536" y="3537"/>
                    <a:pt x="3536" y="2669"/>
                  </a:cubicBezTo>
                  <a:cubicBezTo>
                    <a:pt x="3536" y="1802"/>
                    <a:pt x="3403" y="1135"/>
                    <a:pt x="3103" y="701"/>
                  </a:cubicBezTo>
                  <a:cubicBezTo>
                    <a:pt x="2802" y="234"/>
                    <a:pt x="2335" y="1"/>
                    <a:pt x="1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64"/>
            <p:cNvSpPr/>
            <p:nvPr/>
          </p:nvSpPr>
          <p:spPr>
            <a:xfrm>
              <a:off x="3429275" y="2304600"/>
              <a:ext cx="216025" cy="326925"/>
            </a:xfrm>
            <a:custGeom>
              <a:avLst/>
              <a:gdLst/>
              <a:ahLst/>
              <a:cxnLst/>
              <a:rect l="l" t="t" r="r" b="b"/>
              <a:pathLst>
                <a:path w="8641" h="13077" extrusionOk="0">
                  <a:moveTo>
                    <a:pt x="4304" y="1334"/>
                  </a:moveTo>
                  <a:cubicBezTo>
                    <a:pt x="5038" y="1334"/>
                    <a:pt x="5605" y="1535"/>
                    <a:pt x="6039" y="1902"/>
                  </a:cubicBezTo>
                  <a:cubicBezTo>
                    <a:pt x="6439" y="2268"/>
                    <a:pt x="6639" y="2769"/>
                    <a:pt x="6639" y="3436"/>
                  </a:cubicBezTo>
                  <a:cubicBezTo>
                    <a:pt x="6639" y="4070"/>
                    <a:pt x="6439" y="4570"/>
                    <a:pt x="6039" y="4937"/>
                  </a:cubicBezTo>
                  <a:cubicBezTo>
                    <a:pt x="5605" y="5304"/>
                    <a:pt x="5038" y="5504"/>
                    <a:pt x="4304" y="5504"/>
                  </a:cubicBezTo>
                  <a:cubicBezTo>
                    <a:pt x="3570" y="5504"/>
                    <a:pt x="3003" y="5304"/>
                    <a:pt x="2603" y="4937"/>
                  </a:cubicBezTo>
                  <a:cubicBezTo>
                    <a:pt x="2169" y="4570"/>
                    <a:pt x="1969" y="4070"/>
                    <a:pt x="1969" y="3436"/>
                  </a:cubicBezTo>
                  <a:cubicBezTo>
                    <a:pt x="1969" y="2769"/>
                    <a:pt x="2169" y="2268"/>
                    <a:pt x="2603" y="1902"/>
                  </a:cubicBezTo>
                  <a:cubicBezTo>
                    <a:pt x="3003" y="1535"/>
                    <a:pt x="3570" y="1334"/>
                    <a:pt x="4304" y="1334"/>
                  </a:cubicBezTo>
                  <a:close/>
                  <a:moveTo>
                    <a:pt x="4304" y="6838"/>
                  </a:moveTo>
                  <a:cubicBezTo>
                    <a:pt x="5138" y="6838"/>
                    <a:pt x="5772" y="7072"/>
                    <a:pt x="6239" y="7506"/>
                  </a:cubicBezTo>
                  <a:cubicBezTo>
                    <a:pt x="6706" y="7939"/>
                    <a:pt x="6939" y="8506"/>
                    <a:pt x="6939" y="9273"/>
                  </a:cubicBezTo>
                  <a:cubicBezTo>
                    <a:pt x="6939" y="10041"/>
                    <a:pt x="6706" y="10641"/>
                    <a:pt x="6239" y="11075"/>
                  </a:cubicBezTo>
                  <a:cubicBezTo>
                    <a:pt x="5772" y="11508"/>
                    <a:pt x="5105" y="11709"/>
                    <a:pt x="4304" y="11709"/>
                  </a:cubicBezTo>
                  <a:cubicBezTo>
                    <a:pt x="3503" y="11709"/>
                    <a:pt x="2870" y="11508"/>
                    <a:pt x="2403" y="11075"/>
                  </a:cubicBezTo>
                  <a:cubicBezTo>
                    <a:pt x="1936" y="10641"/>
                    <a:pt x="1702" y="10041"/>
                    <a:pt x="1702" y="9273"/>
                  </a:cubicBezTo>
                  <a:cubicBezTo>
                    <a:pt x="1702" y="8506"/>
                    <a:pt x="1936" y="7939"/>
                    <a:pt x="2403" y="7506"/>
                  </a:cubicBezTo>
                  <a:cubicBezTo>
                    <a:pt x="2870" y="7072"/>
                    <a:pt x="3503" y="6838"/>
                    <a:pt x="4304" y="6838"/>
                  </a:cubicBezTo>
                  <a:close/>
                  <a:moveTo>
                    <a:pt x="4304" y="0"/>
                  </a:moveTo>
                  <a:cubicBezTo>
                    <a:pt x="3070" y="0"/>
                    <a:pt x="2069" y="300"/>
                    <a:pt x="1369" y="867"/>
                  </a:cubicBezTo>
                  <a:cubicBezTo>
                    <a:pt x="635" y="1468"/>
                    <a:pt x="301" y="2268"/>
                    <a:pt x="301" y="3269"/>
                  </a:cubicBezTo>
                  <a:cubicBezTo>
                    <a:pt x="301" y="3970"/>
                    <a:pt x="501" y="4603"/>
                    <a:pt x="902" y="5104"/>
                  </a:cubicBezTo>
                  <a:cubicBezTo>
                    <a:pt x="1302" y="5604"/>
                    <a:pt x="1869" y="5938"/>
                    <a:pt x="2603" y="6105"/>
                  </a:cubicBezTo>
                  <a:cubicBezTo>
                    <a:pt x="1769" y="6305"/>
                    <a:pt x="1135" y="6672"/>
                    <a:pt x="668" y="7239"/>
                  </a:cubicBezTo>
                  <a:cubicBezTo>
                    <a:pt x="234" y="7806"/>
                    <a:pt x="1" y="8473"/>
                    <a:pt x="1" y="9273"/>
                  </a:cubicBezTo>
                  <a:cubicBezTo>
                    <a:pt x="1" y="10508"/>
                    <a:pt x="368" y="11442"/>
                    <a:pt x="1102" y="12075"/>
                  </a:cubicBezTo>
                  <a:cubicBezTo>
                    <a:pt x="1836" y="12743"/>
                    <a:pt x="2936" y="13076"/>
                    <a:pt x="4304" y="13076"/>
                  </a:cubicBezTo>
                  <a:cubicBezTo>
                    <a:pt x="5705" y="13076"/>
                    <a:pt x="6772" y="12743"/>
                    <a:pt x="7506" y="12075"/>
                  </a:cubicBezTo>
                  <a:cubicBezTo>
                    <a:pt x="8274" y="11442"/>
                    <a:pt x="8640" y="10508"/>
                    <a:pt x="8640" y="9273"/>
                  </a:cubicBezTo>
                  <a:cubicBezTo>
                    <a:pt x="8640" y="8473"/>
                    <a:pt x="8407" y="7806"/>
                    <a:pt x="7940" y="7239"/>
                  </a:cubicBezTo>
                  <a:cubicBezTo>
                    <a:pt x="7473" y="6672"/>
                    <a:pt x="6839" y="6305"/>
                    <a:pt x="6039" y="6105"/>
                  </a:cubicBezTo>
                  <a:cubicBezTo>
                    <a:pt x="6739" y="5938"/>
                    <a:pt x="7306" y="5604"/>
                    <a:pt x="7706" y="5104"/>
                  </a:cubicBezTo>
                  <a:cubicBezTo>
                    <a:pt x="8140" y="4603"/>
                    <a:pt x="8340" y="3970"/>
                    <a:pt x="8340" y="3269"/>
                  </a:cubicBezTo>
                  <a:cubicBezTo>
                    <a:pt x="8340" y="2268"/>
                    <a:pt x="7973" y="1468"/>
                    <a:pt x="7273" y="867"/>
                  </a:cubicBezTo>
                  <a:cubicBezTo>
                    <a:pt x="6539" y="300"/>
                    <a:pt x="5572" y="0"/>
                    <a:pt x="4304"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64"/>
            <p:cNvSpPr/>
            <p:nvPr/>
          </p:nvSpPr>
          <p:spPr>
            <a:xfrm>
              <a:off x="3721150" y="2571450"/>
              <a:ext cx="44225" cy="54225"/>
            </a:xfrm>
            <a:custGeom>
              <a:avLst/>
              <a:gdLst/>
              <a:ahLst/>
              <a:cxnLst/>
              <a:rect l="l" t="t" r="r" b="b"/>
              <a:pathLst>
                <a:path w="1769" h="2169" extrusionOk="0">
                  <a:moveTo>
                    <a:pt x="1" y="0"/>
                  </a:moveTo>
                  <a:lnTo>
                    <a:pt x="1" y="2169"/>
                  </a:lnTo>
                  <a:lnTo>
                    <a:pt x="1769" y="2169"/>
                  </a:lnTo>
                  <a:lnTo>
                    <a:pt x="17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64"/>
            <p:cNvSpPr/>
            <p:nvPr/>
          </p:nvSpPr>
          <p:spPr>
            <a:xfrm>
              <a:off x="3845425" y="2310425"/>
              <a:ext cx="203500" cy="321100"/>
            </a:xfrm>
            <a:custGeom>
              <a:avLst/>
              <a:gdLst/>
              <a:ahLst/>
              <a:cxnLst/>
              <a:rect l="l" t="t" r="r" b="b"/>
              <a:pathLst>
                <a:path w="8140" h="12844" extrusionOk="0">
                  <a:moveTo>
                    <a:pt x="534" y="1"/>
                  </a:moveTo>
                  <a:lnTo>
                    <a:pt x="534" y="6339"/>
                  </a:lnTo>
                  <a:cubicBezTo>
                    <a:pt x="1001" y="6105"/>
                    <a:pt x="1468" y="5938"/>
                    <a:pt x="1902" y="5838"/>
                  </a:cubicBezTo>
                  <a:cubicBezTo>
                    <a:pt x="2369" y="5738"/>
                    <a:pt x="2836" y="5705"/>
                    <a:pt x="3269" y="5705"/>
                  </a:cubicBezTo>
                  <a:cubicBezTo>
                    <a:pt x="4237" y="5705"/>
                    <a:pt x="5037" y="5938"/>
                    <a:pt x="5604" y="6472"/>
                  </a:cubicBezTo>
                  <a:cubicBezTo>
                    <a:pt x="6171" y="6972"/>
                    <a:pt x="6438" y="7673"/>
                    <a:pt x="6438" y="8540"/>
                  </a:cubicBezTo>
                  <a:cubicBezTo>
                    <a:pt x="6438" y="9441"/>
                    <a:pt x="6171" y="10108"/>
                    <a:pt x="5604" y="10642"/>
                  </a:cubicBezTo>
                  <a:cubicBezTo>
                    <a:pt x="5037" y="11142"/>
                    <a:pt x="4237" y="11409"/>
                    <a:pt x="3269" y="11409"/>
                  </a:cubicBezTo>
                  <a:cubicBezTo>
                    <a:pt x="2669" y="11409"/>
                    <a:pt x="2102" y="11342"/>
                    <a:pt x="1568" y="11209"/>
                  </a:cubicBezTo>
                  <a:cubicBezTo>
                    <a:pt x="1034" y="11075"/>
                    <a:pt x="501" y="10875"/>
                    <a:pt x="0" y="10575"/>
                  </a:cubicBezTo>
                  <a:lnTo>
                    <a:pt x="0" y="12309"/>
                  </a:lnTo>
                  <a:cubicBezTo>
                    <a:pt x="567" y="12476"/>
                    <a:pt x="1134" y="12610"/>
                    <a:pt x="1701" y="12710"/>
                  </a:cubicBezTo>
                  <a:cubicBezTo>
                    <a:pt x="2235" y="12776"/>
                    <a:pt x="2769" y="12843"/>
                    <a:pt x="3303" y="12843"/>
                  </a:cubicBezTo>
                  <a:cubicBezTo>
                    <a:pt x="4837" y="12843"/>
                    <a:pt x="6038" y="12476"/>
                    <a:pt x="6872" y="11709"/>
                  </a:cubicBezTo>
                  <a:cubicBezTo>
                    <a:pt x="7739" y="10975"/>
                    <a:pt x="8139" y="9908"/>
                    <a:pt x="8139" y="8540"/>
                  </a:cubicBezTo>
                  <a:cubicBezTo>
                    <a:pt x="8139" y="7239"/>
                    <a:pt x="7739" y="6205"/>
                    <a:pt x="6905" y="5405"/>
                  </a:cubicBezTo>
                  <a:cubicBezTo>
                    <a:pt x="6105" y="4637"/>
                    <a:pt x="4970" y="4270"/>
                    <a:pt x="3569" y="4270"/>
                  </a:cubicBezTo>
                  <a:cubicBezTo>
                    <a:pt x="3336" y="4270"/>
                    <a:pt x="3069" y="4270"/>
                    <a:pt x="2836" y="4337"/>
                  </a:cubicBezTo>
                  <a:cubicBezTo>
                    <a:pt x="2569" y="4370"/>
                    <a:pt x="2335" y="4437"/>
                    <a:pt x="2102" y="4504"/>
                  </a:cubicBezTo>
                  <a:lnTo>
                    <a:pt x="2102" y="1435"/>
                  </a:lnTo>
                  <a:lnTo>
                    <a:pt x="7205" y="1435"/>
                  </a:lnTo>
                  <a:lnTo>
                    <a:pt x="720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64"/>
            <p:cNvSpPr/>
            <p:nvPr/>
          </p:nvSpPr>
          <p:spPr>
            <a:xfrm>
              <a:off x="3408450" y="2304600"/>
              <a:ext cx="216000" cy="326925"/>
            </a:xfrm>
            <a:custGeom>
              <a:avLst/>
              <a:gdLst/>
              <a:ahLst/>
              <a:cxnLst/>
              <a:rect l="l" t="t" r="r" b="b"/>
              <a:pathLst>
                <a:path w="8640" h="13077" extrusionOk="0">
                  <a:moveTo>
                    <a:pt x="4303" y="1334"/>
                  </a:moveTo>
                  <a:cubicBezTo>
                    <a:pt x="5037" y="1334"/>
                    <a:pt x="5604" y="1535"/>
                    <a:pt x="6038" y="1902"/>
                  </a:cubicBezTo>
                  <a:cubicBezTo>
                    <a:pt x="6438" y="2268"/>
                    <a:pt x="6638" y="2769"/>
                    <a:pt x="6638" y="3436"/>
                  </a:cubicBezTo>
                  <a:cubicBezTo>
                    <a:pt x="6638" y="4070"/>
                    <a:pt x="6438" y="4570"/>
                    <a:pt x="6038" y="4937"/>
                  </a:cubicBezTo>
                  <a:cubicBezTo>
                    <a:pt x="5604" y="5304"/>
                    <a:pt x="5037" y="5504"/>
                    <a:pt x="4303" y="5504"/>
                  </a:cubicBezTo>
                  <a:cubicBezTo>
                    <a:pt x="3569" y="5504"/>
                    <a:pt x="3002" y="5304"/>
                    <a:pt x="2602" y="4937"/>
                  </a:cubicBezTo>
                  <a:cubicBezTo>
                    <a:pt x="2168" y="4570"/>
                    <a:pt x="1968" y="4070"/>
                    <a:pt x="1968" y="3436"/>
                  </a:cubicBezTo>
                  <a:cubicBezTo>
                    <a:pt x="1968" y="2769"/>
                    <a:pt x="2168" y="2268"/>
                    <a:pt x="2602" y="1902"/>
                  </a:cubicBezTo>
                  <a:cubicBezTo>
                    <a:pt x="3002" y="1535"/>
                    <a:pt x="3569" y="1334"/>
                    <a:pt x="4303" y="1334"/>
                  </a:cubicBezTo>
                  <a:close/>
                  <a:moveTo>
                    <a:pt x="4303" y="6838"/>
                  </a:moveTo>
                  <a:cubicBezTo>
                    <a:pt x="5137" y="6838"/>
                    <a:pt x="5771" y="7072"/>
                    <a:pt x="6238" y="7506"/>
                  </a:cubicBezTo>
                  <a:cubicBezTo>
                    <a:pt x="6705" y="7939"/>
                    <a:pt x="6938" y="8506"/>
                    <a:pt x="6938" y="9273"/>
                  </a:cubicBezTo>
                  <a:cubicBezTo>
                    <a:pt x="6938" y="10041"/>
                    <a:pt x="6705" y="10641"/>
                    <a:pt x="6238" y="11075"/>
                  </a:cubicBezTo>
                  <a:cubicBezTo>
                    <a:pt x="5771" y="11508"/>
                    <a:pt x="5104" y="11709"/>
                    <a:pt x="4303" y="11709"/>
                  </a:cubicBezTo>
                  <a:cubicBezTo>
                    <a:pt x="3503" y="11709"/>
                    <a:pt x="2869" y="11508"/>
                    <a:pt x="2402" y="11075"/>
                  </a:cubicBezTo>
                  <a:cubicBezTo>
                    <a:pt x="1935" y="10641"/>
                    <a:pt x="1701" y="10041"/>
                    <a:pt x="1701" y="9273"/>
                  </a:cubicBezTo>
                  <a:cubicBezTo>
                    <a:pt x="1701" y="8506"/>
                    <a:pt x="1935" y="7939"/>
                    <a:pt x="2402" y="7506"/>
                  </a:cubicBezTo>
                  <a:cubicBezTo>
                    <a:pt x="2869" y="7072"/>
                    <a:pt x="3503" y="6838"/>
                    <a:pt x="4303" y="6838"/>
                  </a:cubicBezTo>
                  <a:close/>
                  <a:moveTo>
                    <a:pt x="4303" y="0"/>
                  </a:moveTo>
                  <a:cubicBezTo>
                    <a:pt x="3069" y="0"/>
                    <a:pt x="2068" y="300"/>
                    <a:pt x="1368" y="867"/>
                  </a:cubicBezTo>
                  <a:cubicBezTo>
                    <a:pt x="634" y="1468"/>
                    <a:pt x="300" y="2268"/>
                    <a:pt x="300" y="3269"/>
                  </a:cubicBezTo>
                  <a:cubicBezTo>
                    <a:pt x="300" y="3970"/>
                    <a:pt x="500" y="4603"/>
                    <a:pt x="901" y="5104"/>
                  </a:cubicBezTo>
                  <a:cubicBezTo>
                    <a:pt x="1301" y="5604"/>
                    <a:pt x="1868" y="5938"/>
                    <a:pt x="2602" y="6105"/>
                  </a:cubicBezTo>
                  <a:cubicBezTo>
                    <a:pt x="1768" y="6305"/>
                    <a:pt x="1134" y="6672"/>
                    <a:pt x="667" y="7239"/>
                  </a:cubicBezTo>
                  <a:cubicBezTo>
                    <a:pt x="234" y="7806"/>
                    <a:pt x="0" y="8473"/>
                    <a:pt x="0" y="9273"/>
                  </a:cubicBezTo>
                  <a:cubicBezTo>
                    <a:pt x="0" y="10508"/>
                    <a:pt x="367" y="11442"/>
                    <a:pt x="1101" y="12075"/>
                  </a:cubicBezTo>
                  <a:cubicBezTo>
                    <a:pt x="1835" y="12743"/>
                    <a:pt x="2935" y="13076"/>
                    <a:pt x="4303" y="13076"/>
                  </a:cubicBezTo>
                  <a:cubicBezTo>
                    <a:pt x="5704" y="13076"/>
                    <a:pt x="6772" y="12743"/>
                    <a:pt x="7505" y="12075"/>
                  </a:cubicBezTo>
                  <a:cubicBezTo>
                    <a:pt x="8273" y="11442"/>
                    <a:pt x="8640" y="10508"/>
                    <a:pt x="8640" y="9273"/>
                  </a:cubicBezTo>
                  <a:cubicBezTo>
                    <a:pt x="8640" y="8473"/>
                    <a:pt x="8406" y="7806"/>
                    <a:pt x="7939" y="7239"/>
                  </a:cubicBezTo>
                  <a:cubicBezTo>
                    <a:pt x="7472" y="6672"/>
                    <a:pt x="6838" y="6305"/>
                    <a:pt x="6038" y="6105"/>
                  </a:cubicBezTo>
                  <a:cubicBezTo>
                    <a:pt x="6738" y="5938"/>
                    <a:pt x="7305" y="5604"/>
                    <a:pt x="7706" y="5104"/>
                  </a:cubicBezTo>
                  <a:cubicBezTo>
                    <a:pt x="8139" y="4603"/>
                    <a:pt x="8339" y="3970"/>
                    <a:pt x="8339" y="3269"/>
                  </a:cubicBezTo>
                  <a:cubicBezTo>
                    <a:pt x="8339" y="2268"/>
                    <a:pt x="7972" y="1468"/>
                    <a:pt x="7272" y="867"/>
                  </a:cubicBezTo>
                  <a:cubicBezTo>
                    <a:pt x="6538" y="300"/>
                    <a:pt x="5571" y="0"/>
                    <a:pt x="4303"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64"/>
            <p:cNvSpPr/>
            <p:nvPr/>
          </p:nvSpPr>
          <p:spPr>
            <a:xfrm>
              <a:off x="3700325" y="2571450"/>
              <a:ext cx="44200" cy="54225"/>
            </a:xfrm>
            <a:custGeom>
              <a:avLst/>
              <a:gdLst/>
              <a:ahLst/>
              <a:cxnLst/>
              <a:rect l="l" t="t" r="r" b="b"/>
              <a:pathLst>
                <a:path w="1768" h="2169" extrusionOk="0">
                  <a:moveTo>
                    <a:pt x="0" y="0"/>
                  </a:moveTo>
                  <a:lnTo>
                    <a:pt x="0" y="2169"/>
                  </a:lnTo>
                  <a:lnTo>
                    <a:pt x="1768" y="2169"/>
                  </a:lnTo>
                  <a:lnTo>
                    <a:pt x="1768"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64"/>
            <p:cNvSpPr/>
            <p:nvPr/>
          </p:nvSpPr>
          <p:spPr>
            <a:xfrm>
              <a:off x="3824575" y="2310425"/>
              <a:ext cx="203500" cy="321100"/>
            </a:xfrm>
            <a:custGeom>
              <a:avLst/>
              <a:gdLst/>
              <a:ahLst/>
              <a:cxnLst/>
              <a:rect l="l" t="t" r="r" b="b"/>
              <a:pathLst>
                <a:path w="8140" h="12844" extrusionOk="0">
                  <a:moveTo>
                    <a:pt x="534" y="1"/>
                  </a:moveTo>
                  <a:lnTo>
                    <a:pt x="534" y="6339"/>
                  </a:lnTo>
                  <a:cubicBezTo>
                    <a:pt x="1001" y="6105"/>
                    <a:pt x="1468" y="5938"/>
                    <a:pt x="1902" y="5838"/>
                  </a:cubicBezTo>
                  <a:cubicBezTo>
                    <a:pt x="2369" y="5738"/>
                    <a:pt x="2836" y="5705"/>
                    <a:pt x="3269" y="5705"/>
                  </a:cubicBezTo>
                  <a:cubicBezTo>
                    <a:pt x="4237" y="5705"/>
                    <a:pt x="5037" y="5938"/>
                    <a:pt x="5604" y="6472"/>
                  </a:cubicBezTo>
                  <a:cubicBezTo>
                    <a:pt x="6171" y="6972"/>
                    <a:pt x="6438" y="7673"/>
                    <a:pt x="6438" y="8540"/>
                  </a:cubicBezTo>
                  <a:cubicBezTo>
                    <a:pt x="6438" y="9441"/>
                    <a:pt x="6171" y="10108"/>
                    <a:pt x="5604" y="10642"/>
                  </a:cubicBezTo>
                  <a:cubicBezTo>
                    <a:pt x="5037" y="11142"/>
                    <a:pt x="4237" y="11409"/>
                    <a:pt x="3269" y="11409"/>
                  </a:cubicBezTo>
                  <a:cubicBezTo>
                    <a:pt x="2669" y="11409"/>
                    <a:pt x="2102" y="11342"/>
                    <a:pt x="1568" y="11209"/>
                  </a:cubicBezTo>
                  <a:cubicBezTo>
                    <a:pt x="1034" y="11075"/>
                    <a:pt x="501" y="10875"/>
                    <a:pt x="0" y="10575"/>
                  </a:cubicBezTo>
                  <a:lnTo>
                    <a:pt x="0" y="12309"/>
                  </a:lnTo>
                  <a:cubicBezTo>
                    <a:pt x="567" y="12476"/>
                    <a:pt x="1134" y="12610"/>
                    <a:pt x="1701" y="12710"/>
                  </a:cubicBezTo>
                  <a:cubicBezTo>
                    <a:pt x="2235" y="12776"/>
                    <a:pt x="2769" y="12843"/>
                    <a:pt x="3303" y="12843"/>
                  </a:cubicBezTo>
                  <a:cubicBezTo>
                    <a:pt x="4837" y="12843"/>
                    <a:pt x="6038" y="12476"/>
                    <a:pt x="6872" y="11709"/>
                  </a:cubicBezTo>
                  <a:cubicBezTo>
                    <a:pt x="7739" y="10975"/>
                    <a:pt x="8139" y="9908"/>
                    <a:pt x="8139" y="8540"/>
                  </a:cubicBezTo>
                  <a:cubicBezTo>
                    <a:pt x="8139" y="7239"/>
                    <a:pt x="7739" y="6205"/>
                    <a:pt x="6905" y="5405"/>
                  </a:cubicBezTo>
                  <a:cubicBezTo>
                    <a:pt x="6105" y="4637"/>
                    <a:pt x="4970" y="4270"/>
                    <a:pt x="3569" y="4270"/>
                  </a:cubicBezTo>
                  <a:cubicBezTo>
                    <a:pt x="3336" y="4270"/>
                    <a:pt x="3069" y="4270"/>
                    <a:pt x="2836" y="4337"/>
                  </a:cubicBezTo>
                  <a:cubicBezTo>
                    <a:pt x="2569" y="4370"/>
                    <a:pt x="2335" y="4437"/>
                    <a:pt x="2102" y="4504"/>
                  </a:cubicBezTo>
                  <a:lnTo>
                    <a:pt x="2102" y="1435"/>
                  </a:lnTo>
                  <a:lnTo>
                    <a:pt x="7205" y="1435"/>
                  </a:lnTo>
                  <a:lnTo>
                    <a:pt x="7205"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64"/>
            <p:cNvSpPr/>
            <p:nvPr/>
          </p:nvSpPr>
          <p:spPr>
            <a:xfrm>
              <a:off x="3576900" y="2961575"/>
              <a:ext cx="370350" cy="310400"/>
            </a:xfrm>
            <a:custGeom>
              <a:avLst/>
              <a:gdLst/>
              <a:ahLst/>
              <a:cxnLst/>
              <a:rect l="l" t="t" r="r" b="b"/>
              <a:pathLst>
                <a:path w="14814" h="12416" extrusionOk="0">
                  <a:moveTo>
                    <a:pt x="6626" y="0"/>
                  </a:moveTo>
                  <a:cubicBezTo>
                    <a:pt x="6489" y="0"/>
                    <a:pt x="6348" y="2"/>
                    <a:pt x="6205" y="7"/>
                  </a:cubicBezTo>
                  <a:cubicBezTo>
                    <a:pt x="6205" y="7"/>
                    <a:pt x="6106" y="0"/>
                    <a:pt x="5935" y="0"/>
                  </a:cubicBezTo>
                  <a:cubicBezTo>
                    <a:pt x="4932" y="0"/>
                    <a:pt x="1458" y="220"/>
                    <a:pt x="1201" y="3242"/>
                  </a:cubicBezTo>
                  <a:cubicBezTo>
                    <a:pt x="901" y="6745"/>
                    <a:pt x="0" y="12049"/>
                    <a:pt x="4103" y="12049"/>
                  </a:cubicBezTo>
                  <a:cubicBezTo>
                    <a:pt x="6155" y="12049"/>
                    <a:pt x="8073" y="12416"/>
                    <a:pt x="9553" y="12416"/>
                  </a:cubicBezTo>
                  <a:cubicBezTo>
                    <a:pt x="11033" y="12416"/>
                    <a:pt x="12075" y="12049"/>
                    <a:pt x="12376" y="10581"/>
                  </a:cubicBezTo>
                  <a:cubicBezTo>
                    <a:pt x="12933" y="7694"/>
                    <a:pt x="14814" y="0"/>
                    <a:pt x="662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64"/>
            <p:cNvSpPr/>
            <p:nvPr/>
          </p:nvSpPr>
          <p:spPr>
            <a:xfrm>
              <a:off x="3606925" y="3350075"/>
              <a:ext cx="307725" cy="390575"/>
            </a:xfrm>
            <a:custGeom>
              <a:avLst/>
              <a:gdLst/>
              <a:ahLst/>
              <a:cxnLst/>
              <a:rect l="l" t="t" r="r" b="b"/>
              <a:pathLst>
                <a:path w="12309" h="15623" extrusionOk="0">
                  <a:moveTo>
                    <a:pt x="3461" y="0"/>
                  </a:moveTo>
                  <a:cubicBezTo>
                    <a:pt x="2428" y="0"/>
                    <a:pt x="495" y="320"/>
                    <a:pt x="300" y="2680"/>
                  </a:cubicBezTo>
                  <a:cubicBezTo>
                    <a:pt x="0" y="5915"/>
                    <a:pt x="133" y="15622"/>
                    <a:pt x="4236" y="15622"/>
                  </a:cubicBezTo>
                  <a:cubicBezTo>
                    <a:pt x="8339" y="15622"/>
                    <a:pt x="11742" y="15522"/>
                    <a:pt x="12042" y="11986"/>
                  </a:cubicBezTo>
                  <a:cubicBezTo>
                    <a:pt x="12309" y="8484"/>
                    <a:pt x="11442" y="44"/>
                    <a:pt x="4103" y="44"/>
                  </a:cubicBezTo>
                  <a:cubicBezTo>
                    <a:pt x="4103" y="44"/>
                    <a:pt x="3844" y="0"/>
                    <a:pt x="3461"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64"/>
            <p:cNvSpPr/>
            <p:nvPr/>
          </p:nvSpPr>
          <p:spPr>
            <a:xfrm>
              <a:off x="3298350" y="3180100"/>
              <a:ext cx="331100" cy="321650"/>
            </a:xfrm>
            <a:custGeom>
              <a:avLst/>
              <a:gdLst/>
              <a:ahLst/>
              <a:cxnLst/>
              <a:rect l="l" t="t" r="r" b="b"/>
              <a:pathLst>
                <a:path w="13244" h="12866" extrusionOk="0">
                  <a:moveTo>
                    <a:pt x="7137" y="1"/>
                  </a:moveTo>
                  <a:cubicBezTo>
                    <a:pt x="5758" y="1"/>
                    <a:pt x="4971" y="372"/>
                    <a:pt x="4971" y="372"/>
                  </a:cubicBezTo>
                  <a:cubicBezTo>
                    <a:pt x="4971" y="372"/>
                    <a:pt x="568" y="1273"/>
                    <a:pt x="268" y="4775"/>
                  </a:cubicBezTo>
                  <a:cubicBezTo>
                    <a:pt x="1" y="8311"/>
                    <a:pt x="6706" y="12214"/>
                    <a:pt x="6706" y="12214"/>
                  </a:cubicBezTo>
                  <a:cubicBezTo>
                    <a:pt x="6706" y="12214"/>
                    <a:pt x="7535" y="12865"/>
                    <a:pt x="8311" y="12865"/>
                  </a:cubicBezTo>
                  <a:cubicBezTo>
                    <a:pt x="8917" y="12865"/>
                    <a:pt x="9491" y="12467"/>
                    <a:pt x="9608" y="11046"/>
                  </a:cubicBezTo>
                  <a:cubicBezTo>
                    <a:pt x="9875" y="7811"/>
                    <a:pt x="13244" y="739"/>
                    <a:pt x="8207" y="72"/>
                  </a:cubicBezTo>
                  <a:cubicBezTo>
                    <a:pt x="7819" y="21"/>
                    <a:pt x="7462" y="1"/>
                    <a:pt x="71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64"/>
            <p:cNvSpPr/>
            <p:nvPr/>
          </p:nvSpPr>
          <p:spPr>
            <a:xfrm>
              <a:off x="3882100" y="3167700"/>
              <a:ext cx="296075" cy="311750"/>
            </a:xfrm>
            <a:custGeom>
              <a:avLst/>
              <a:gdLst/>
              <a:ahLst/>
              <a:cxnLst/>
              <a:rect l="l" t="t" r="r" b="b"/>
              <a:pathLst>
                <a:path w="11843" h="12470" extrusionOk="0">
                  <a:moveTo>
                    <a:pt x="3403" y="1"/>
                  </a:moveTo>
                  <a:cubicBezTo>
                    <a:pt x="3403" y="1"/>
                    <a:pt x="1035" y="268"/>
                    <a:pt x="735" y="2636"/>
                  </a:cubicBezTo>
                  <a:cubicBezTo>
                    <a:pt x="435" y="5004"/>
                    <a:pt x="1" y="11643"/>
                    <a:pt x="3503" y="12343"/>
                  </a:cubicBezTo>
                  <a:cubicBezTo>
                    <a:pt x="3936" y="12430"/>
                    <a:pt x="4368" y="12469"/>
                    <a:pt x="4796" y="12469"/>
                  </a:cubicBezTo>
                  <a:cubicBezTo>
                    <a:pt x="8493" y="12469"/>
                    <a:pt x="11843" y="9520"/>
                    <a:pt x="11843" y="8474"/>
                  </a:cubicBezTo>
                  <a:cubicBezTo>
                    <a:pt x="11843" y="7306"/>
                    <a:pt x="10442" y="2936"/>
                    <a:pt x="3403"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64"/>
            <p:cNvSpPr/>
            <p:nvPr/>
          </p:nvSpPr>
          <p:spPr>
            <a:xfrm>
              <a:off x="3576900" y="2961475"/>
              <a:ext cx="300925" cy="301550"/>
            </a:xfrm>
            <a:custGeom>
              <a:avLst/>
              <a:gdLst/>
              <a:ahLst/>
              <a:cxnLst/>
              <a:rect l="l" t="t" r="r" b="b"/>
              <a:pathLst>
                <a:path w="12037" h="12062" extrusionOk="0">
                  <a:moveTo>
                    <a:pt x="6577" y="1"/>
                  </a:moveTo>
                  <a:cubicBezTo>
                    <a:pt x="6456" y="1"/>
                    <a:pt x="6332" y="4"/>
                    <a:pt x="6205" y="11"/>
                  </a:cubicBezTo>
                  <a:cubicBezTo>
                    <a:pt x="6205" y="11"/>
                    <a:pt x="6106" y="4"/>
                    <a:pt x="5935" y="4"/>
                  </a:cubicBezTo>
                  <a:cubicBezTo>
                    <a:pt x="4932" y="4"/>
                    <a:pt x="1458" y="224"/>
                    <a:pt x="1201" y="3246"/>
                  </a:cubicBezTo>
                  <a:cubicBezTo>
                    <a:pt x="901" y="6749"/>
                    <a:pt x="0" y="12053"/>
                    <a:pt x="4103" y="12053"/>
                  </a:cubicBezTo>
                  <a:cubicBezTo>
                    <a:pt x="4800" y="12053"/>
                    <a:pt x="5429" y="12061"/>
                    <a:pt x="5997" y="12061"/>
                  </a:cubicBezTo>
                  <a:cubicBezTo>
                    <a:pt x="8773" y="12061"/>
                    <a:pt x="10076" y="11854"/>
                    <a:pt x="10574" y="9417"/>
                  </a:cubicBezTo>
                  <a:cubicBezTo>
                    <a:pt x="11162" y="6513"/>
                    <a:pt x="12037" y="1"/>
                    <a:pt x="65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64"/>
            <p:cNvSpPr/>
            <p:nvPr/>
          </p:nvSpPr>
          <p:spPr>
            <a:xfrm>
              <a:off x="3591900" y="3350075"/>
              <a:ext cx="301075" cy="332300"/>
            </a:xfrm>
            <a:custGeom>
              <a:avLst/>
              <a:gdLst/>
              <a:ahLst/>
              <a:cxnLst/>
              <a:rect l="l" t="t" r="r" b="b"/>
              <a:pathLst>
                <a:path w="12043" h="13292" extrusionOk="0">
                  <a:moveTo>
                    <a:pt x="4062" y="0"/>
                  </a:moveTo>
                  <a:cubicBezTo>
                    <a:pt x="3029" y="0"/>
                    <a:pt x="1096" y="320"/>
                    <a:pt x="901" y="2680"/>
                  </a:cubicBezTo>
                  <a:cubicBezTo>
                    <a:pt x="601" y="5915"/>
                    <a:pt x="1" y="13287"/>
                    <a:pt x="4137" y="13287"/>
                  </a:cubicBezTo>
                  <a:cubicBezTo>
                    <a:pt x="4679" y="13287"/>
                    <a:pt x="5186" y="13292"/>
                    <a:pt x="5658" y="13292"/>
                  </a:cubicBezTo>
                  <a:cubicBezTo>
                    <a:pt x="8755" y="13292"/>
                    <a:pt x="10343" y="13091"/>
                    <a:pt x="10575" y="10052"/>
                  </a:cubicBezTo>
                  <a:cubicBezTo>
                    <a:pt x="10875" y="6516"/>
                    <a:pt x="12043" y="44"/>
                    <a:pt x="4704" y="44"/>
                  </a:cubicBezTo>
                  <a:cubicBezTo>
                    <a:pt x="4704" y="44"/>
                    <a:pt x="4445" y="0"/>
                    <a:pt x="40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64"/>
            <p:cNvSpPr/>
            <p:nvPr/>
          </p:nvSpPr>
          <p:spPr>
            <a:xfrm>
              <a:off x="3298350" y="3180100"/>
              <a:ext cx="256875" cy="268275"/>
            </a:xfrm>
            <a:custGeom>
              <a:avLst/>
              <a:gdLst/>
              <a:ahLst/>
              <a:cxnLst/>
              <a:rect l="l" t="t" r="r" b="b"/>
              <a:pathLst>
                <a:path w="10275" h="10731" extrusionOk="0">
                  <a:moveTo>
                    <a:pt x="7137" y="1"/>
                  </a:moveTo>
                  <a:cubicBezTo>
                    <a:pt x="5758" y="1"/>
                    <a:pt x="4971" y="372"/>
                    <a:pt x="4971" y="372"/>
                  </a:cubicBezTo>
                  <a:cubicBezTo>
                    <a:pt x="4971" y="372"/>
                    <a:pt x="568" y="1273"/>
                    <a:pt x="268" y="4775"/>
                  </a:cubicBezTo>
                  <a:cubicBezTo>
                    <a:pt x="1" y="8311"/>
                    <a:pt x="5572" y="10079"/>
                    <a:pt x="5572" y="10079"/>
                  </a:cubicBezTo>
                  <a:cubicBezTo>
                    <a:pt x="5572" y="10079"/>
                    <a:pt x="6401" y="10730"/>
                    <a:pt x="7182" y="10730"/>
                  </a:cubicBezTo>
                  <a:cubicBezTo>
                    <a:pt x="7794" y="10730"/>
                    <a:pt x="8375" y="10332"/>
                    <a:pt x="8507" y="8912"/>
                  </a:cubicBezTo>
                  <a:cubicBezTo>
                    <a:pt x="8807" y="5676"/>
                    <a:pt x="10275" y="372"/>
                    <a:pt x="8207" y="72"/>
                  </a:cubicBezTo>
                  <a:cubicBezTo>
                    <a:pt x="7819" y="21"/>
                    <a:pt x="7462" y="1"/>
                    <a:pt x="713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64"/>
            <p:cNvSpPr/>
            <p:nvPr/>
          </p:nvSpPr>
          <p:spPr>
            <a:xfrm>
              <a:off x="3872975" y="3167700"/>
              <a:ext cx="270175" cy="280250"/>
            </a:xfrm>
            <a:custGeom>
              <a:avLst/>
              <a:gdLst/>
              <a:ahLst/>
              <a:cxnLst/>
              <a:rect l="l" t="t" r="r" b="b"/>
              <a:pathLst>
                <a:path w="10807" h="11210" extrusionOk="0">
                  <a:moveTo>
                    <a:pt x="3768" y="1"/>
                  </a:moveTo>
                  <a:cubicBezTo>
                    <a:pt x="3768" y="1"/>
                    <a:pt x="1400" y="268"/>
                    <a:pt x="1100" y="2636"/>
                  </a:cubicBezTo>
                  <a:cubicBezTo>
                    <a:pt x="812" y="4910"/>
                    <a:pt x="1" y="11209"/>
                    <a:pt x="3064" y="11209"/>
                  </a:cubicBezTo>
                  <a:cubicBezTo>
                    <a:pt x="3192" y="11209"/>
                    <a:pt x="3326" y="11198"/>
                    <a:pt x="3468" y="11176"/>
                  </a:cubicBezTo>
                  <a:cubicBezTo>
                    <a:pt x="6971" y="10575"/>
                    <a:pt x="9639" y="9107"/>
                    <a:pt x="9639" y="7940"/>
                  </a:cubicBezTo>
                  <a:cubicBezTo>
                    <a:pt x="9639" y="6739"/>
                    <a:pt x="10807" y="2936"/>
                    <a:pt x="3768"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64"/>
            <p:cNvSpPr/>
            <p:nvPr/>
          </p:nvSpPr>
          <p:spPr>
            <a:xfrm>
              <a:off x="3659450" y="3089325"/>
              <a:ext cx="143450" cy="125950"/>
            </a:xfrm>
            <a:custGeom>
              <a:avLst/>
              <a:gdLst/>
              <a:ahLst/>
              <a:cxnLst/>
              <a:rect l="l" t="t" r="r" b="b"/>
              <a:pathLst>
                <a:path w="5738" h="5038" extrusionOk="0">
                  <a:moveTo>
                    <a:pt x="1" y="0"/>
                  </a:moveTo>
                  <a:lnTo>
                    <a:pt x="1" y="5037"/>
                  </a:lnTo>
                  <a:lnTo>
                    <a:pt x="1201" y="5037"/>
                  </a:lnTo>
                  <a:lnTo>
                    <a:pt x="1201" y="2836"/>
                  </a:lnTo>
                  <a:cubicBezTo>
                    <a:pt x="1201" y="2502"/>
                    <a:pt x="1201" y="2035"/>
                    <a:pt x="1135" y="1401"/>
                  </a:cubicBezTo>
                  <a:lnTo>
                    <a:pt x="1168" y="1401"/>
                  </a:lnTo>
                  <a:lnTo>
                    <a:pt x="2202" y="5037"/>
                  </a:lnTo>
                  <a:lnTo>
                    <a:pt x="3503" y="5037"/>
                  </a:lnTo>
                  <a:lnTo>
                    <a:pt x="4504" y="1401"/>
                  </a:lnTo>
                  <a:lnTo>
                    <a:pt x="4537" y="1401"/>
                  </a:lnTo>
                  <a:cubicBezTo>
                    <a:pt x="4504" y="1968"/>
                    <a:pt x="4504" y="2302"/>
                    <a:pt x="4504" y="2435"/>
                  </a:cubicBezTo>
                  <a:cubicBezTo>
                    <a:pt x="4504" y="2569"/>
                    <a:pt x="4504" y="2702"/>
                    <a:pt x="4504" y="2836"/>
                  </a:cubicBezTo>
                  <a:lnTo>
                    <a:pt x="4504" y="5037"/>
                  </a:lnTo>
                  <a:lnTo>
                    <a:pt x="5738" y="5037"/>
                  </a:lnTo>
                  <a:lnTo>
                    <a:pt x="5738" y="0"/>
                  </a:lnTo>
                  <a:lnTo>
                    <a:pt x="3937" y="0"/>
                  </a:lnTo>
                  <a:lnTo>
                    <a:pt x="2903" y="3570"/>
                  </a:lnTo>
                  <a:lnTo>
                    <a:pt x="2869" y="3570"/>
                  </a:lnTo>
                  <a:lnTo>
                    <a:pt x="18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64"/>
            <p:cNvSpPr/>
            <p:nvPr/>
          </p:nvSpPr>
          <p:spPr>
            <a:xfrm>
              <a:off x="3674450" y="3472925"/>
              <a:ext cx="100100" cy="130125"/>
            </a:xfrm>
            <a:custGeom>
              <a:avLst/>
              <a:gdLst/>
              <a:ahLst/>
              <a:cxnLst/>
              <a:rect l="l" t="t" r="r" b="b"/>
              <a:pathLst>
                <a:path w="4004" h="5205" extrusionOk="0">
                  <a:moveTo>
                    <a:pt x="2436" y="1"/>
                  </a:moveTo>
                  <a:cubicBezTo>
                    <a:pt x="1969" y="1"/>
                    <a:pt x="1535" y="134"/>
                    <a:pt x="1135" y="334"/>
                  </a:cubicBezTo>
                  <a:cubicBezTo>
                    <a:pt x="768" y="534"/>
                    <a:pt x="501" y="835"/>
                    <a:pt x="301" y="1235"/>
                  </a:cubicBezTo>
                  <a:cubicBezTo>
                    <a:pt x="101" y="1635"/>
                    <a:pt x="1" y="2102"/>
                    <a:pt x="1" y="2602"/>
                  </a:cubicBezTo>
                  <a:cubicBezTo>
                    <a:pt x="1" y="3436"/>
                    <a:pt x="201" y="4104"/>
                    <a:pt x="601" y="4537"/>
                  </a:cubicBezTo>
                  <a:cubicBezTo>
                    <a:pt x="1035" y="4971"/>
                    <a:pt x="1602" y="5204"/>
                    <a:pt x="2369" y="5204"/>
                  </a:cubicBezTo>
                  <a:cubicBezTo>
                    <a:pt x="2903" y="5204"/>
                    <a:pt x="3370" y="5104"/>
                    <a:pt x="3804" y="4904"/>
                  </a:cubicBezTo>
                  <a:lnTo>
                    <a:pt x="3804" y="3770"/>
                  </a:lnTo>
                  <a:cubicBezTo>
                    <a:pt x="3570" y="3837"/>
                    <a:pt x="3370" y="3937"/>
                    <a:pt x="3170" y="3970"/>
                  </a:cubicBezTo>
                  <a:cubicBezTo>
                    <a:pt x="2936" y="4037"/>
                    <a:pt x="2736" y="4070"/>
                    <a:pt x="2503" y="4070"/>
                  </a:cubicBezTo>
                  <a:cubicBezTo>
                    <a:pt x="1769" y="4070"/>
                    <a:pt x="1402" y="3603"/>
                    <a:pt x="1402" y="2636"/>
                  </a:cubicBezTo>
                  <a:cubicBezTo>
                    <a:pt x="1402" y="2169"/>
                    <a:pt x="1502" y="1802"/>
                    <a:pt x="1669" y="1535"/>
                  </a:cubicBezTo>
                  <a:cubicBezTo>
                    <a:pt x="1869" y="1268"/>
                    <a:pt x="2102" y="1135"/>
                    <a:pt x="2436" y="1135"/>
                  </a:cubicBezTo>
                  <a:cubicBezTo>
                    <a:pt x="2636" y="1135"/>
                    <a:pt x="2836" y="1168"/>
                    <a:pt x="3036" y="1201"/>
                  </a:cubicBezTo>
                  <a:cubicBezTo>
                    <a:pt x="3237" y="1268"/>
                    <a:pt x="3403" y="1335"/>
                    <a:pt x="3604" y="1435"/>
                  </a:cubicBezTo>
                  <a:lnTo>
                    <a:pt x="4004" y="368"/>
                  </a:lnTo>
                  <a:cubicBezTo>
                    <a:pt x="3503" y="134"/>
                    <a:pt x="3003" y="1"/>
                    <a:pt x="2436"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64"/>
            <p:cNvSpPr/>
            <p:nvPr/>
          </p:nvSpPr>
          <p:spPr>
            <a:xfrm>
              <a:off x="3393425" y="3270275"/>
              <a:ext cx="59225" cy="85100"/>
            </a:xfrm>
            <a:custGeom>
              <a:avLst/>
              <a:gdLst/>
              <a:ahLst/>
              <a:cxnLst/>
              <a:rect l="l" t="t" r="r" b="b"/>
              <a:pathLst>
                <a:path w="2369" h="3404" extrusionOk="0">
                  <a:moveTo>
                    <a:pt x="2369" y="1"/>
                  </a:moveTo>
                  <a:cubicBezTo>
                    <a:pt x="2369" y="1"/>
                    <a:pt x="1" y="868"/>
                    <a:pt x="601" y="2069"/>
                  </a:cubicBezTo>
                  <a:cubicBezTo>
                    <a:pt x="935" y="2769"/>
                    <a:pt x="1602" y="3236"/>
                    <a:pt x="2369" y="3403"/>
                  </a:cubicBezTo>
                  <a:lnTo>
                    <a:pt x="236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64"/>
            <p:cNvSpPr/>
            <p:nvPr/>
          </p:nvSpPr>
          <p:spPr>
            <a:xfrm>
              <a:off x="3978850" y="3270275"/>
              <a:ext cx="59225" cy="84250"/>
            </a:xfrm>
            <a:custGeom>
              <a:avLst/>
              <a:gdLst/>
              <a:ahLst/>
              <a:cxnLst/>
              <a:rect l="l" t="t" r="r" b="b"/>
              <a:pathLst>
                <a:path w="2369" h="3370" extrusionOk="0">
                  <a:moveTo>
                    <a:pt x="0" y="1"/>
                  </a:moveTo>
                  <a:lnTo>
                    <a:pt x="0" y="3370"/>
                  </a:lnTo>
                  <a:cubicBezTo>
                    <a:pt x="768" y="3236"/>
                    <a:pt x="1435" y="2736"/>
                    <a:pt x="1768" y="2069"/>
                  </a:cubicBezTo>
                  <a:cubicBezTo>
                    <a:pt x="2369" y="868"/>
                    <a:pt x="0" y="1"/>
                    <a:pt x="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64"/>
            <p:cNvSpPr/>
            <p:nvPr/>
          </p:nvSpPr>
          <p:spPr>
            <a:xfrm>
              <a:off x="2958950" y="1624875"/>
              <a:ext cx="1558650" cy="2354275"/>
            </a:xfrm>
            <a:custGeom>
              <a:avLst/>
              <a:gdLst/>
              <a:ahLst/>
              <a:cxnLst/>
              <a:rect l="l" t="t" r="r" b="b"/>
              <a:pathLst>
                <a:path w="62346" h="94171" extrusionOk="0">
                  <a:moveTo>
                    <a:pt x="27694" y="1"/>
                  </a:moveTo>
                  <a:cubicBezTo>
                    <a:pt x="22091" y="1"/>
                    <a:pt x="9981" y="1021"/>
                    <a:pt x="6205" y="9510"/>
                  </a:cubicBezTo>
                  <a:cubicBezTo>
                    <a:pt x="6205" y="9510"/>
                    <a:pt x="1" y="16548"/>
                    <a:pt x="5304" y="38597"/>
                  </a:cubicBezTo>
                  <a:cubicBezTo>
                    <a:pt x="10608" y="60646"/>
                    <a:pt x="8840" y="64182"/>
                    <a:pt x="8840" y="67718"/>
                  </a:cubicBezTo>
                  <a:cubicBezTo>
                    <a:pt x="8840" y="71221"/>
                    <a:pt x="7973" y="81828"/>
                    <a:pt x="11776" y="84163"/>
                  </a:cubicBezTo>
                  <a:cubicBezTo>
                    <a:pt x="15612" y="86532"/>
                    <a:pt x="20015" y="87699"/>
                    <a:pt x="21182" y="90034"/>
                  </a:cubicBezTo>
                  <a:cubicBezTo>
                    <a:pt x="22350" y="92403"/>
                    <a:pt x="25018" y="94170"/>
                    <a:pt x="28821" y="94170"/>
                  </a:cubicBezTo>
                  <a:cubicBezTo>
                    <a:pt x="32657" y="94170"/>
                    <a:pt x="35893" y="93870"/>
                    <a:pt x="37060" y="92403"/>
                  </a:cubicBezTo>
                  <a:cubicBezTo>
                    <a:pt x="38228" y="90935"/>
                    <a:pt x="39696" y="88266"/>
                    <a:pt x="42631" y="87699"/>
                  </a:cubicBezTo>
                  <a:cubicBezTo>
                    <a:pt x="45566" y="87099"/>
                    <a:pt x="50103" y="83630"/>
                    <a:pt x="50703" y="79193"/>
                  </a:cubicBezTo>
                  <a:cubicBezTo>
                    <a:pt x="51270" y="74790"/>
                    <a:pt x="51270" y="53908"/>
                    <a:pt x="54206" y="45969"/>
                  </a:cubicBezTo>
                  <a:cubicBezTo>
                    <a:pt x="57141" y="38030"/>
                    <a:pt x="62345" y="19183"/>
                    <a:pt x="56174" y="8609"/>
                  </a:cubicBezTo>
                  <a:cubicBezTo>
                    <a:pt x="54072" y="5040"/>
                    <a:pt x="50637" y="2938"/>
                    <a:pt x="46967" y="1704"/>
                  </a:cubicBezTo>
                  <a:cubicBezTo>
                    <a:pt x="42694" y="300"/>
                    <a:pt x="38069" y="57"/>
                    <a:pt x="34810" y="57"/>
                  </a:cubicBezTo>
                  <a:cubicBezTo>
                    <a:pt x="33086" y="57"/>
                    <a:pt x="31745" y="125"/>
                    <a:pt x="31041" y="125"/>
                  </a:cubicBezTo>
                  <a:cubicBezTo>
                    <a:pt x="30832" y="125"/>
                    <a:pt x="30679" y="119"/>
                    <a:pt x="30589" y="103"/>
                  </a:cubicBezTo>
                  <a:cubicBezTo>
                    <a:pt x="30589" y="103"/>
                    <a:pt x="29467" y="1"/>
                    <a:pt x="276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64"/>
            <p:cNvSpPr/>
            <p:nvPr/>
          </p:nvSpPr>
          <p:spPr>
            <a:xfrm>
              <a:off x="3194125" y="1804450"/>
              <a:ext cx="1032250" cy="1021400"/>
            </a:xfrm>
            <a:custGeom>
              <a:avLst/>
              <a:gdLst/>
              <a:ahLst/>
              <a:cxnLst/>
              <a:rect l="l" t="t" r="r" b="b"/>
              <a:pathLst>
                <a:path w="41290" h="40856" extrusionOk="0">
                  <a:moveTo>
                    <a:pt x="11588" y="1"/>
                  </a:moveTo>
                  <a:cubicBezTo>
                    <a:pt x="6404" y="1"/>
                    <a:pt x="987" y="1539"/>
                    <a:pt x="601" y="9665"/>
                  </a:cubicBezTo>
                  <a:cubicBezTo>
                    <a:pt x="0" y="22308"/>
                    <a:pt x="2369" y="35250"/>
                    <a:pt x="2369" y="35250"/>
                  </a:cubicBezTo>
                  <a:cubicBezTo>
                    <a:pt x="2369" y="35250"/>
                    <a:pt x="901" y="40821"/>
                    <a:pt x="17946" y="40821"/>
                  </a:cubicBezTo>
                  <a:cubicBezTo>
                    <a:pt x="22010" y="40821"/>
                    <a:pt x="25139" y="40855"/>
                    <a:pt x="27568" y="40855"/>
                  </a:cubicBezTo>
                  <a:cubicBezTo>
                    <a:pt x="35327" y="40855"/>
                    <a:pt x="35942" y="40507"/>
                    <a:pt x="37060" y="37585"/>
                  </a:cubicBezTo>
                  <a:cubicBezTo>
                    <a:pt x="38528" y="33783"/>
                    <a:pt x="40462" y="20273"/>
                    <a:pt x="40896" y="10833"/>
                  </a:cubicBezTo>
                  <a:cubicBezTo>
                    <a:pt x="41289" y="1675"/>
                    <a:pt x="31695" y="325"/>
                    <a:pt x="25060" y="325"/>
                  </a:cubicBezTo>
                  <a:cubicBezTo>
                    <a:pt x="22286" y="325"/>
                    <a:pt x="20029" y="561"/>
                    <a:pt x="19237" y="561"/>
                  </a:cubicBezTo>
                  <a:cubicBezTo>
                    <a:pt x="19191" y="561"/>
                    <a:pt x="19150" y="561"/>
                    <a:pt x="19114" y="559"/>
                  </a:cubicBezTo>
                  <a:cubicBezTo>
                    <a:pt x="17279" y="476"/>
                    <a:pt x="14470" y="1"/>
                    <a:pt x="115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64"/>
            <p:cNvSpPr/>
            <p:nvPr/>
          </p:nvSpPr>
          <p:spPr>
            <a:xfrm>
              <a:off x="3270000" y="1879125"/>
              <a:ext cx="881000" cy="872325"/>
            </a:xfrm>
            <a:custGeom>
              <a:avLst/>
              <a:gdLst/>
              <a:ahLst/>
              <a:cxnLst/>
              <a:rect l="l" t="t" r="r" b="b"/>
              <a:pathLst>
                <a:path w="35240" h="34893" extrusionOk="0">
                  <a:moveTo>
                    <a:pt x="9892" y="1"/>
                  </a:moveTo>
                  <a:cubicBezTo>
                    <a:pt x="5457" y="1"/>
                    <a:pt x="823" y="1311"/>
                    <a:pt x="501" y="8246"/>
                  </a:cubicBezTo>
                  <a:cubicBezTo>
                    <a:pt x="1" y="19054"/>
                    <a:pt x="2002" y="30095"/>
                    <a:pt x="2002" y="30095"/>
                  </a:cubicBezTo>
                  <a:cubicBezTo>
                    <a:pt x="2002" y="30095"/>
                    <a:pt x="768" y="34865"/>
                    <a:pt x="15312" y="34865"/>
                  </a:cubicBezTo>
                  <a:cubicBezTo>
                    <a:pt x="18720" y="34865"/>
                    <a:pt x="21359" y="34893"/>
                    <a:pt x="23418" y="34893"/>
                  </a:cubicBezTo>
                  <a:cubicBezTo>
                    <a:pt x="30144" y="34893"/>
                    <a:pt x="30678" y="34599"/>
                    <a:pt x="31623" y="32097"/>
                  </a:cubicBezTo>
                  <a:cubicBezTo>
                    <a:pt x="32891" y="28828"/>
                    <a:pt x="34559" y="17319"/>
                    <a:pt x="34892" y="9247"/>
                  </a:cubicBezTo>
                  <a:cubicBezTo>
                    <a:pt x="35239" y="1429"/>
                    <a:pt x="27055" y="267"/>
                    <a:pt x="21391" y="267"/>
                  </a:cubicBezTo>
                  <a:cubicBezTo>
                    <a:pt x="18994" y="267"/>
                    <a:pt x="17049" y="475"/>
                    <a:pt x="16393" y="475"/>
                  </a:cubicBezTo>
                  <a:cubicBezTo>
                    <a:pt x="16364" y="475"/>
                    <a:pt x="16337" y="475"/>
                    <a:pt x="16312" y="474"/>
                  </a:cubicBezTo>
                  <a:cubicBezTo>
                    <a:pt x="14743" y="403"/>
                    <a:pt x="12348" y="1"/>
                    <a:pt x="98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64"/>
            <p:cNvSpPr/>
            <p:nvPr/>
          </p:nvSpPr>
          <p:spPr>
            <a:xfrm>
              <a:off x="3320050" y="2110275"/>
              <a:ext cx="822275" cy="521250"/>
            </a:xfrm>
            <a:custGeom>
              <a:avLst/>
              <a:gdLst/>
              <a:ahLst/>
              <a:cxnLst/>
              <a:rect l="l" t="t" r="r" b="b"/>
              <a:pathLst>
                <a:path w="32891" h="20850" extrusionOk="0">
                  <a:moveTo>
                    <a:pt x="32890" y="1"/>
                  </a:moveTo>
                  <a:lnTo>
                    <a:pt x="0" y="20849"/>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64"/>
            <p:cNvSpPr/>
            <p:nvPr/>
          </p:nvSpPr>
          <p:spPr>
            <a:xfrm>
              <a:off x="3270000" y="1878925"/>
              <a:ext cx="881000" cy="752600"/>
            </a:xfrm>
            <a:custGeom>
              <a:avLst/>
              <a:gdLst/>
              <a:ahLst/>
              <a:cxnLst/>
              <a:rect l="l" t="t" r="r" b="b"/>
              <a:pathLst>
                <a:path w="35240" h="30104" extrusionOk="0">
                  <a:moveTo>
                    <a:pt x="9856" y="1"/>
                  </a:moveTo>
                  <a:cubicBezTo>
                    <a:pt x="5432" y="1"/>
                    <a:pt x="822" y="1317"/>
                    <a:pt x="501" y="8254"/>
                  </a:cubicBezTo>
                  <a:cubicBezTo>
                    <a:pt x="1" y="19062"/>
                    <a:pt x="2002" y="30103"/>
                    <a:pt x="2002" y="30103"/>
                  </a:cubicBezTo>
                  <a:lnTo>
                    <a:pt x="34892" y="9255"/>
                  </a:lnTo>
                  <a:cubicBezTo>
                    <a:pt x="35239" y="1437"/>
                    <a:pt x="27055" y="275"/>
                    <a:pt x="21391" y="275"/>
                  </a:cubicBezTo>
                  <a:cubicBezTo>
                    <a:pt x="18994" y="275"/>
                    <a:pt x="17049" y="483"/>
                    <a:pt x="16393" y="483"/>
                  </a:cubicBezTo>
                  <a:cubicBezTo>
                    <a:pt x="16364" y="483"/>
                    <a:pt x="16337" y="483"/>
                    <a:pt x="16312" y="482"/>
                  </a:cubicBezTo>
                  <a:cubicBezTo>
                    <a:pt x="14736" y="410"/>
                    <a:pt x="12325" y="1"/>
                    <a:pt x="98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64"/>
            <p:cNvSpPr/>
            <p:nvPr/>
          </p:nvSpPr>
          <p:spPr>
            <a:xfrm>
              <a:off x="3402509" y="1992992"/>
              <a:ext cx="70943" cy="113638"/>
            </a:xfrm>
            <a:custGeom>
              <a:avLst/>
              <a:gdLst/>
              <a:ahLst/>
              <a:cxnLst/>
              <a:rect l="l" t="t" r="r" b="b"/>
              <a:pathLst>
                <a:path w="3270" h="5238" extrusionOk="0">
                  <a:moveTo>
                    <a:pt x="1501" y="1"/>
                  </a:moveTo>
                  <a:cubicBezTo>
                    <a:pt x="1301" y="1"/>
                    <a:pt x="1068" y="1"/>
                    <a:pt x="834" y="67"/>
                  </a:cubicBezTo>
                  <a:cubicBezTo>
                    <a:pt x="601" y="134"/>
                    <a:pt x="334" y="201"/>
                    <a:pt x="67" y="334"/>
                  </a:cubicBezTo>
                  <a:lnTo>
                    <a:pt x="67" y="1035"/>
                  </a:lnTo>
                  <a:cubicBezTo>
                    <a:pt x="334" y="868"/>
                    <a:pt x="601" y="768"/>
                    <a:pt x="834" y="668"/>
                  </a:cubicBezTo>
                  <a:cubicBezTo>
                    <a:pt x="1068" y="601"/>
                    <a:pt x="1301" y="568"/>
                    <a:pt x="1535" y="568"/>
                  </a:cubicBezTo>
                  <a:cubicBezTo>
                    <a:pt x="1835" y="568"/>
                    <a:pt x="2068" y="668"/>
                    <a:pt x="2269" y="834"/>
                  </a:cubicBezTo>
                  <a:cubicBezTo>
                    <a:pt x="2469" y="1001"/>
                    <a:pt x="2569" y="1235"/>
                    <a:pt x="2569" y="1502"/>
                  </a:cubicBezTo>
                  <a:cubicBezTo>
                    <a:pt x="2569" y="1668"/>
                    <a:pt x="2502" y="1835"/>
                    <a:pt x="2435" y="2002"/>
                  </a:cubicBezTo>
                  <a:cubicBezTo>
                    <a:pt x="2335" y="2169"/>
                    <a:pt x="2168" y="2402"/>
                    <a:pt x="1968" y="2636"/>
                  </a:cubicBezTo>
                  <a:cubicBezTo>
                    <a:pt x="1835" y="2769"/>
                    <a:pt x="1568" y="3069"/>
                    <a:pt x="1101" y="3536"/>
                  </a:cubicBezTo>
                  <a:cubicBezTo>
                    <a:pt x="634" y="4003"/>
                    <a:pt x="267" y="4370"/>
                    <a:pt x="0" y="4637"/>
                  </a:cubicBezTo>
                  <a:lnTo>
                    <a:pt x="0" y="5238"/>
                  </a:lnTo>
                  <a:lnTo>
                    <a:pt x="3269" y="5238"/>
                  </a:lnTo>
                  <a:lnTo>
                    <a:pt x="3269" y="4637"/>
                  </a:lnTo>
                  <a:lnTo>
                    <a:pt x="868" y="4637"/>
                  </a:lnTo>
                  <a:cubicBezTo>
                    <a:pt x="1401" y="4070"/>
                    <a:pt x="1835" y="3603"/>
                    <a:pt x="2168" y="3303"/>
                  </a:cubicBezTo>
                  <a:cubicBezTo>
                    <a:pt x="2469" y="2969"/>
                    <a:pt x="2635" y="2803"/>
                    <a:pt x="2702" y="2736"/>
                  </a:cubicBezTo>
                  <a:cubicBezTo>
                    <a:pt x="2902" y="2469"/>
                    <a:pt x="3069" y="2235"/>
                    <a:pt x="3136" y="2069"/>
                  </a:cubicBezTo>
                  <a:cubicBezTo>
                    <a:pt x="3203" y="1869"/>
                    <a:pt x="3269" y="1668"/>
                    <a:pt x="3269" y="1468"/>
                  </a:cubicBezTo>
                  <a:cubicBezTo>
                    <a:pt x="3269" y="1001"/>
                    <a:pt x="3102" y="634"/>
                    <a:pt x="2769" y="401"/>
                  </a:cubicBezTo>
                  <a:cubicBezTo>
                    <a:pt x="2469" y="134"/>
                    <a:pt x="2035" y="1"/>
                    <a:pt x="15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64"/>
            <p:cNvSpPr/>
            <p:nvPr/>
          </p:nvSpPr>
          <p:spPr>
            <a:xfrm>
              <a:off x="3496579" y="1994445"/>
              <a:ext cx="81074" cy="112185"/>
            </a:xfrm>
            <a:custGeom>
              <a:avLst/>
              <a:gdLst/>
              <a:ahLst/>
              <a:cxnLst/>
              <a:rect l="l" t="t" r="r" b="b"/>
              <a:pathLst>
                <a:path w="3737" h="5171" extrusionOk="0">
                  <a:moveTo>
                    <a:pt x="2302" y="601"/>
                  </a:moveTo>
                  <a:lnTo>
                    <a:pt x="2302" y="3369"/>
                  </a:lnTo>
                  <a:lnTo>
                    <a:pt x="568" y="3369"/>
                  </a:lnTo>
                  <a:lnTo>
                    <a:pt x="2302" y="601"/>
                  </a:lnTo>
                  <a:close/>
                  <a:moveTo>
                    <a:pt x="2136" y="0"/>
                  </a:moveTo>
                  <a:lnTo>
                    <a:pt x="1" y="3269"/>
                  </a:lnTo>
                  <a:lnTo>
                    <a:pt x="1" y="3936"/>
                  </a:lnTo>
                  <a:lnTo>
                    <a:pt x="2302" y="3936"/>
                  </a:lnTo>
                  <a:lnTo>
                    <a:pt x="2302" y="5171"/>
                  </a:lnTo>
                  <a:lnTo>
                    <a:pt x="3003" y="5171"/>
                  </a:lnTo>
                  <a:lnTo>
                    <a:pt x="3003" y="3936"/>
                  </a:lnTo>
                  <a:lnTo>
                    <a:pt x="3737" y="3936"/>
                  </a:lnTo>
                  <a:lnTo>
                    <a:pt x="3737" y="3369"/>
                  </a:lnTo>
                  <a:lnTo>
                    <a:pt x="3003" y="3369"/>
                  </a:lnTo>
                  <a:lnTo>
                    <a:pt x="30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64"/>
            <p:cNvSpPr/>
            <p:nvPr/>
          </p:nvSpPr>
          <p:spPr>
            <a:xfrm>
              <a:off x="3714419" y="1994445"/>
              <a:ext cx="66604" cy="112185"/>
            </a:xfrm>
            <a:custGeom>
              <a:avLst/>
              <a:gdLst/>
              <a:ahLst/>
              <a:cxnLst/>
              <a:rect l="l" t="t" r="r" b="b"/>
              <a:pathLst>
                <a:path w="3070" h="5171" extrusionOk="0">
                  <a:moveTo>
                    <a:pt x="1234" y="0"/>
                  </a:moveTo>
                  <a:lnTo>
                    <a:pt x="0" y="267"/>
                  </a:lnTo>
                  <a:lnTo>
                    <a:pt x="0" y="901"/>
                  </a:lnTo>
                  <a:lnTo>
                    <a:pt x="1234" y="634"/>
                  </a:lnTo>
                  <a:lnTo>
                    <a:pt x="1234" y="4570"/>
                  </a:lnTo>
                  <a:lnTo>
                    <a:pt x="100" y="4570"/>
                  </a:lnTo>
                  <a:lnTo>
                    <a:pt x="100" y="5171"/>
                  </a:lnTo>
                  <a:lnTo>
                    <a:pt x="3069" y="5171"/>
                  </a:lnTo>
                  <a:lnTo>
                    <a:pt x="3069" y="4570"/>
                  </a:lnTo>
                  <a:lnTo>
                    <a:pt x="1935" y="4570"/>
                  </a:lnTo>
                  <a:lnTo>
                    <a:pt x="19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64"/>
            <p:cNvSpPr/>
            <p:nvPr/>
          </p:nvSpPr>
          <p:spPr>
            <a:xfrm>
              <a:off x="3807035" y="1992992"/>
              <a:ext cx="73112" cy="115092"/>
            </a:xfrm>
            <a:custGeom>
              <a:avLst/>
              <a:gdLst/>
              <a:ahLst/>
              <a:cxnLst/>
              <a:rect l="l" t="t" r="r" b="b"/>
              <a:pathLst>
                <a:path w="3370" h="5305" extrusionOk="0">
                  <a:moveTo>
                    <a:pt x="1535" y="1"/>
                  </a:moveTo>
                  <a:cubicBezTo>
                    <a:pt x="1335" y="1"/>
                    <a:pt x="1102" y="1"/>
                    <a:pt x="902" y="34"/>
                  </a:cubicBezTo>
                  <a:cubicBezTo>
                    <a:pt x="668" y="67"/>
                    <a:pt x="401" y="134"/>
                    <a:pt x="134" y="201"/>
                  </a:cubicBezTo>
                  <a:lnTo>
                    <a:pt x="134" y="834"/>
                  </a:lnTo>
                  <a:cubicBezTo>
                    <a:pt x="401" y="734"/>
                    <a:pt x="635" y="668"/>
                    <a:pt x="868" y="634"/>
                  </a:cubicBezTo>
                  <a:cubicBezTo>
                    <a:pt x="1068" y="601"/>
                    <a:pt x="1302" y="568"/>
                    <a:pt x="1469" y="568"/>
                  </a:cubicBezTo>
                  <a:cubicBezTo>
                    <a:pt x="1836" y="568"/>
                    <a:pt x="2102" y="634"/>
                    <a:pt x="2269" y="768"/>
                  </a:cubicBezTo>
                  <a:cubicBezTo>
                    <a:pt x="2469" y="935"/>
                    <a:pt x="2569" y="1135"/>
                    <a:pt x="2569" y="1402"/>
                  </a:cubicBezTo>
                  <a:cubicBezTo>
                    <a:pt x="2569" y="1635"/>
                    <a:pt x="2469" y="1835"/>
                    <a:pt x="2303" y="1969"/>
                  </a:cubicBezTo>
                  <a:cubicBezTo>
                    <a:pt x="2102" y="2102"/>
                    <a:pt x="1836" y="2202"/>
                    <a:pt x="1502" y="2202"/>
                  </a:cubicBezTo>
                  <a:lnTo>
                    <a:pt x="868" y="2202"/>
                  </a:lnTo>
                  <a:lnTo>
                    <a:pt x="868" y="2769"/>
                  </a:lnTo>
                  <a:lnTo>
                    <a:pt x="1469" y="2769"/>
                  </a:lnTo>
                  <a:cubicBezTo>
                    <a:pt x="1869" y="2769"/>
                    <a:pt x="2136" y="2836"/>
                    <a:pt x="2369" y="3003"/>
                  </a:cubicBezTo>
                  <a:cubicBezTo>
                    <a:pt x="2569" y="3203"/>
                    <a:pt x="2669" y="3436"/>
                    <a:pt x="2669" y="3737"/>
                  </a:cubicBezTo>
                  <a:cubicBezTo>
                    <a:pt x="2669" y="4070"/>
                    <a:pt x="2569" y="4304"/>
                    <a:pt x="2336" y="4470"/>
                  </a:cubicBezTo>
                  <a:cubicBezTo>
                    <a:pt x="2102" y="4637"/>
                    <a:pt x="1769" y="4737"/>
                    <a:pt x="1335" y="4737"/>
                  </a:cubicBezTo>
                  <a:cubicBezTo>
                    <a:pt x="1102" y="4737"/>
                    <a:pt x="868" y="4704"/>
                    <a:pt x="635" y="4637"/>
                  </a:cubicBezTo>
                  <a:cubicBezTo>
                    <a:pt x="401" y="4604"/>
                    <a:pt x="168" y="4504"/>
                    <a:pt x="1" y="4404"/>
                  </a:cubicBezTo>
                  <a:lnTo>
                    <a:pt x="1" y="5071"/>
                  </a:lnTo>
                  <a:cubicBezTo>
                    <a:pt x="234" y="5138"/>
                    <a:pt x="468" y="5204"/>
                    <a:pt x="701" y="5271"/>
                  </a:cubicBezTo>
                  <a:cubicBezTo>
                    <a:pt x="935" y="5304"/>
                    <a:pt x="1135" y="5304"/>
                    <a:pt x="1369" y="5304"/>
                  </a:cubicBezTo>
                  <a:cubicBezTo>
                    <a:pt x="2002" y="5304"/>
                    <a:pt x="2503" y="5171"/>
                    <a:pt x="2836" y="4904"/>
                  </a:cubicBezTo>
                  <a:cubicBezTo>
                    <a:pt x="3203" y="4637"/>
                    <a:pt x="3370" y="4237"/>
                    <a:pt x="3370" y="3737"/>
                  </a:cubicBezTo>
                  <a:cubicBezTo>
                    <a:pt x="3370" y="3403"/>
                    <a:pt x="3270" y="3103"/>
                    <a:pt x="3103" y="2903"/>
                  </a:cubicBezTo>
                  <a:cubicBezTo>
                    <a:pt x="2903" y="2669"/>
                    <a:pt x="2636" y="2536"/>
                    <a:pt x="2303" y="2436"/>
                  </a:cubicBezTo>
                  <a:cubicBezTo>
                    <a:pt x="2603" y="2369"/>
                    <a:pt x="2836" y="2235"/>
                    <a:pt x="3003" y="2035"/>
                  </a:cubicBezTo>
                  <a:cubicBezTo>
                    <a:pt x="3170" y="1835"/>
                    <a:pt x="3270" y="1602"/>
                    <a:pt x="3270" y="1301"/>
                  </a:cubicBezTo>
                  <a:cubicBezTo>
                    <a:pt x="3270" y="901"/>
                    <a:pt x="3103" y="601"/>
                    <a:pt x="2803" y="334"/>
                  </a:cubicBezTo>
                  <a:cubicBezTo>
                    <a:pt x="2503" y="101"/>
                    <a:pt x="2069" y="1"/>
                    <a:pt x="15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64"/>
            <p:cNvSpPr/>
            <p:nvPr/>
          </p:nvSpPr>
          <p:spPr>
            <a:xfrm>
              <a:off x="3909089" y="2087060"/>
              <a:ext cx="15946" cy="19569"/>
            </a:xfrm>
            <a:custGeom>
              <a:avLst/>
              <a:gdLst/>
              <a:ahLst/>
              <a:cxnLst/>
              <a:rect l="l" t="t" r="r" b="b"/>
              <a:pathLst>
                <a:path w="735" h="902" extrusionOk="0">
                  <a:moveTo>
                    <a:pt x="0" y="1"/>
                  </a:moveTo>
                  <a:lnTo>
                    <a:pt x="0" y="902"/>
                  </a:lnTo>
                  <a:lnTo>
                    <a:pt x="734" y="902"/>
                  </a:lnTo>
                  <a:lnTo>
                    <a:pt x="7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64"/>
            <p:cNvSpPr/>
            <p:nvPr/>
          </p:nvSpPr>
          <p:spPr>
            <a:xfrm>
              <a:off x="3951047" y="1992992"/>
              <a:ext cx="77473" cy="115092"/>
            </a:xfrm>
            <a:custGeom>
              <a:avLst/>
              <a:gdLst/>
              <a:ahLst/>
              <a:cxnLst/>
              <a:rect l="l" t="t" r="r" b="b"/>
              <a:pathLst>
                <a:path w="3571" h="5305" extrusionOk="0">
                  <a:moveTo>
                    <a:pt x="1802" y="534"/>
                  </a:moveTo>
                  <a:cubicBezTo>
                    <a:pt x="2136" y="534"/>
                    <a:pt x="2403" y="701"/>
                    <a:pt x="2603" y="1068"/>
                  </a:cubicBezTo>
                  <a:cubicBezTo>
                    <a:pt x="2770" y="1402"/>
                    <a:pt x="2870" y="1935"/>
                    <a:pt x="2870" y="2669"/>
                  </a:cubicBezTo>
                  <a:cubicBezTo>
                    <a:pt x="2870" y="3370"/>
                    <a:pt x="2770" y="3903"/>
                    <a:pt x="2603" y="4237"/>
                  </a:cubicBezTo>
                  <a:cubicBezTo>
                    <a:pt x="2403" y="4604"/>
                    <a:pt x="2136" y="4771"/>
                    <a:pt x="1802" y="4771"/>
                  </a:cubicBezTo>
                  <a:cubicBezTo>
                    <a:pt x="1435" y="4771"/>
                    <a:pt x="1168" y="4604"/>
                    <a:pt x="968" y="4237"/>
                  </a:cubicBezTo>
                  <a:cubicBezTo>
                    <a:pt x="802" y="3903"/>
                    <a:pt x="701" y="3370"/>
                    <a:pt x="701" y="2669"/>
                  </a:cubicBezTo>
                  <a:cubicBezTo>
                    <a:pt x="701" y="1935"/>
                    <a:pt x="802" y="1402"/>
                    <a:pt x="968" y="1068"/>
                  </a:cubicBezTo>
                  <a:cubicBezTo>
                    <a:pt x="1168" y="701"/>
                    <a:pt x="1435" y="534"/>
                    <a:pt x="1802" y="534"/>
                  </a:cubicBezTo>
                  <a:close/>
                  <a:moveTo>
                    <a:pt x="1802" y="1"/>
                  </a:moveTo>
                  <a:cubicBezTo>
                    <a:pt x="1202" y="1"/>
                    <a:pt x="768" y="201"/>
                    <a:pt x="468" y="668"/>
                  </a:cubicBezTo>
                  <a:cubicBezTo>
                    <a:pt x="168" y="1135"/>
                    <a:pt x="1" y="1802"/>
                    <a:pt x="1" y="2669"/>
                  </a:cubicBezTo>
                  <a:cubicBezTo>
                    <a:pt x="1" y="3536"/>
                    <a:pt x="168" y="4170"/>
                    <a:pt x="468" y="4637"/>
                  </a:cubicBezTo>
                  <a:cubicBezTo>
                    <a:pt x="768" y="5104"/>
                    <a:pt x="1202" y="5304"/>
                    <a:pt x="1802" y="5304"/>
                  </a:cubicBezTo>
                  <a:cubicBezTo>
                    <a:pt x="2369" y="5304"/>
                    <a:pt x="2803" y="5104"/>
                    <a:pt x="3103" y="4637"/>
                  </a:cubicBezTo>
                  <a:cubicBezTo>
                    <a:pt x="3403" y="4170"/>
                    <a:pt x="3570" y="3536"/>
                    <a:pt x="3570" y="2669"/>
                  </a:cubicBezTo>
                  <a:cubicBezTo>
                    <a:pt x="3570" y="1802"/>
                    <a:pt x="3403" y="1135"/>
                    <a:pt x="3103" y="668"/>
                  </a:cubicBezTo>
                  <a:cubicBezTo>
                    <a:pt x="2803" y="201"/>
                    <a:pt x="2369" y="1"/>
                    <a:pt x="18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64"/>
            <p:cNvSpPr/>
            <p:nvPr/>
          </p:nvSpPr>
          <p:spPr>
            <a:xfrm>
              <a:off x="3425699" y="2314600"/>
              <a:ext cx="216025" cy="326925"/>
            </a:xfrm>
            <a:custGeom>
              <a:avLst/>
              <a:gdLst/>
              <a:ahLst/>
              <a:cxnLst/>
              <a:rect l="l" t="t" r="r" b="b"/>
              <a:pathLst>
                <a:path w="8641" h="13077" extrusionOk="0">
                  <a:moveTo>
                    <a:pt x="4337" y="1368"/>
                  </a:moveTo>
                  <a:cubicBezTo>
                    <a:pt x="5071" y="1368"/>
                    <a:pt x="5638" y="1535"/>
                    <a:pt x="6038" y="1902"/>
                  </a:cubicBezTo>
                  <a:cubicBezTo>
                    <a:pt x="6472" y="2269"/>
                    <a:pt x="6672" y="2802"/>
                    <a:pt x="6672" y="3436"/>
                  </a:cubicBezTo>
                  <a:cubicBezTo>
                    <a:pt x="6672" y="4103"/>
                    <a:pt x="6472" y="4604"/>
                    <a:pt x="6038" y="4971"/>
                  </a:cubicBezTo>
                  <a:cubicBezTo>
                    <a:pt x="5638" y="5338"/>
                    <a:pt x="5071" y="5504"/>
                    <a:pt x="4337" y="5504"/>
                  </a:cubicBezTo>
                  <a:cubicBezTo>
                    <a:pt x="3603" y="5504"/>
                    <a:pt x="3003" y="5338"/>
                    <a:pt x="2602" y="4971"/>
                  </a:cubicBezTo>
                  <a:cubicBezTo>
                    <a:pt x="2202" y="4604"/>
                    <a:pt x="2002" y="4103"/>
                    <a:pt x="2002" y="3436"/>
                  </a:cubicBezTo>
                  <a:cubicBezTo>
                    <a:pt x="2002" y="2802"/>
                    <a:pt x="2202" y="2269"/>
                    <a:pt x="2602" y="1902"/>
                  </a:cubicBezTo>
                  <a:cubicBezTo>
                    <a:pt x="3003" y="1535"/>
                    <a:pt x="3603" y="1368"/>
                    <a:pt x="4337" y="1368"/>
                  </a:cubicBezTo>
                  <a:close/>
                  <a:moveTo>
                    <a:pt x="4337" y="6872"/>
                  </a:moveTo>
                  <a:cubicBezTo>
                    <a:pt x="5138" y="6872"/>
                    <a:pt x="5771" y="7072"/>
                    <a:pt x="6238" y="7506"/>
                  </a:cubicBezTo>
                  <a:cubicBezTo>
                    <a:pt x="6705" y="7939"/>
                    <a:pt x="6939" y="8540"/>
                    <a:pt x="6939" y="9307"/>
                  </a:cubicBezTo>
                  <a:cubicBezTo>
                    <a:pt x="6939" y="10041"/>
                    <a:pt x="6705" y="10641"/>
                    <a:pt x="6238" y="11075"/>
                  </a:cubicBezTo>
                  <a:cubicBezTo>
                    <a:pt x="5771" y="11509"/>
                    <a:pt x="5138" y="11742"/>
                    <a:pt x="4337" y="11742"/>
                  </a:cubicBezTo>
                  <a:cubicBezTo>
                    <a:pt x="3503" y="11742"/>
                    <a:pt x="2869" y="11509"/>
                    <a:pt x="2402" y="11075"/>
                  </a:cubicBezTo>
                  <a:cubicBezTo>
                    <a:pt x="1935" y="10641"/>
                    <a:pt x="1735" y="10074"/>
                    <a:pt x="1735" y="9307"/>
                  </a:cubicBezTo>
                  <a:cubicBezTo>
                    <a:pt x="1735" y="8540"/>
                    <a:pt x="1935" y="7939"/>
                    <a:pt x="2402" y="7506"/>
                  </a:cubicBezTo>
                  <a:cubicBezTo>
                    <a:pt x="2869" y="7072"/>
                    <a:pt x="3503" y="6872"/>
                    <a:pt x="4337" y="6872"/>
                  </a:cubicBezTo>
                  <a:close/>
                  <a:moveTo>
                    <a:pt x="4337" y="0"/>
                  </a:moveTo>
                  <a:cubicBezTo>
                    <a:pt x="3069" y="0"/>
                    <a:pt x="2102" y="301"/>
                    <a:pt x="1368" y="901"/>
                  </a:cubicBezTo>
                  <a:cubicBezTo>
                    <a:pt x="668" y="1468"/>
                    <a:pt x="301" y="2269"/>
                    <a:pt x="301" y="3269"/>
                  </a:cubicBezTo>
                  <a:cubicBezTo>
                    <a:pt x="301" y="4003"/>
                    <a:pt x="501" y="4604"/>
                    <a:pt x="901" y="5104"/>
                  </a:cubicBezTo>
                  <a:cubicBezTo>
                    <a:pt x="1335" y="5604"/>
                    <a:pt x="1902" y="5938"/>
                    <a:pt x="2636" y="6138"/>
                  </a:cubicBezTo>
                  <a:cubicBezTo>
                    <a:pt x="1802" y="6338"/>
                    <a:pt x="1168" y="6705"/>
                    <a:pt x="701" y="7272"/>
                  </a:cubicBezTo>
                  <a:cubicBezTo>
                    <a:pt x="234" y="7806"/>
                    <a:pt x="1" y="8507"/>
                    <a:pt x="1" y="9307"/>
                  </a:cubicBezTo>
                  <a:cubicBezTo>
                    <a:pt x="1" y="10508"/>
                    <a:pt x="367" y="11442"/>
                    <a:pt x="1135" y="12109"/>
                  </a:cubicBezTo>
                  <a:cubicBezTo>
                    <a:pt x="1869" y="12776"/>
                    <a:pt x="2936" y="13076"/>
                    <a:pt x="4337" y="13076"/>
                  </a:cubicBezTo>
                  <a:cubicBezTo>
                    <a:pt x="5705" y="13076"/>
                    <a:pt x="6772" y="12776"/>
                    <a:pt x="7539" y="12109"/>
                  </a:cubicBezTo>
                  <a:cubicBezTo>
                    <a:pt x="8273" y="11442"/>
                    <a:pt x="8640" y="10508"/>
                    <a:pt x="8640" y="9307"/>
                  </a:cubicBezTo>
                  <a:cubicBezTo>
                    <a:pt x="8640" y="8507"/>
                    <a:pt x="8407" y="7806"/>
                    <a:pt x="7940" y="7272"/>
                  </a:cubicBezTo>
                  <a:cubicBezTo>
                    <a:pt x="7506" y="6705"/>
                    <a:pt x="6872" y="6338"/>
                    <a:pt x="6038" y="6138"/>
                  </a:cubicBezTo>
                  <a:cubicBezTo>
                    <a:pt x="6772" y="5938"/>
                    <a:pt x="7339" y="5604"/>
                    <a:pt x="7739" y="5104"/>
                  </a:cubicBezTo>
                  <a:cubicBezTo>
                    <a:pt x="8140" y="4604"/>
                    <a:pt x="8340" y="4003"/>
                    <a:pt x="8340" y="3269"/>
                  </a:cubicBezTo>
                  <a:cubicBezTo>
                    <a:pt x="8340" y="2269"/>
                    <a:pt x="8006" y="1468"/>
                    <a:pt x="7272" y="901"/>
                  </a:cubicBezTo>
                  <a:cubicBezTo>
                    <a:pt x="6572" y="301"/>
                    <a:pt x="5571" y="0"/>
                    <a:pt x="43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64"/>
            <p:cNvSpPr/>
            <p:nvPr/>
          </p:nvSpPr>
          <p:spPr>
            <a:xfrm>
              <a:off x="3647775" y="2582300"/>
              <a:ext cx="44225" cy="53375"/>
            </a:xfrm>
            <a:custGeom>
              <a:avLst/>
              <a:gdLst/>
              <a:ahLst/>
              <a:cxnLst/>
              <a:rect l="l" t="t" r="r" b="b"/>
              <a:pathLst>
                <a:path w="1769" h="2135" extrusionOk="0">
                  <a:moveTo>
                    <a:pt x="1" y="0"/>
                  </a:moveTo>
                  <a:lnTo>
                    <a:pt x="1" y="2135"/>
                  </a:lnTo>
                  <a:lnTo>
                    <a:pt x="1768" y="2135"/>
                  </a:lnTo>
                  <a:lnTo>
                    <a:pt x="176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64"/>
            <p:cNvSpPr/>
            <p:nvPr/>
          </p:nvSpPr>
          <p:spPr>
            <a:xfrm>
              <a:off x="3721857" y="2320425"/>
              <a:ext cx="204350" cy="321100"/>
            </a:xfrm>
            <a:custGeom>
              <a:avLst/>
              <a:gdLst/>
              <a:ahLst/>
              <a:cxnLst/>
              <a:rect l="l" t="t" r="r" b="b"/>
              <a:pathLst>
                <a:path w="8174" h="12844" extrusionOk="0">
                  <a:moveTo>
                    <a:pt x="534" y="1"/>
                  </a:moveTo>
                  <a:lnTo>
                    <a:pt x="534" y="6339"/>
                  </a:lnTo>
                  <a:cubicBezTo>
                    <a:pt x="1001" y="6139"/>
                    <a:pt x="1468" y="5972"/>
                    <a:pt x="1935" y="5872"/>
                  </a:cubicBezTo>
                  <a:cubicBezTo>
                    <a:pt x="2369" y="5772"/>
                    <a:pt x="2836" y="5705"/>
                    <a:pt x="3303" y="5705"/>
                  </a:cubicBezTo>
                  <a:cubicBezTo>
                    <a:pt x="4270" y="5705"/>
                    <a:pt x="5038" y="5972"/>
                    <a:pt x="5605" y="6472"/>
                  </a:cubicBezTo>
                  <a:cubicBezTo>
                    <a:pt x="6172" y="7006"/>
                    <a:pt x="6472" y="7706"/>
                    <a:pt x="6472" y="8574"/>
                  </a:cubicBezTo>
                  <a:cubicBezTo>
                    <a:pt x="6472" y="9441"/>
                    <a:pt x="6172" y="10142"/>
                    <a:pt x="5605" y="10642"/>
                  </a:cubicBezTo>
                  <a:cubicBezTo>
                    <a:pt x="5038" y="11176"/>
                    <a:pt x="4270" y="11409"/>
                    <a:pt x="3303" y="11409"/>
                  </a:cubicBezTo>
                  <a:cubicBezTo>
                    <a:pt x="2703" y="11409"/>
                    <a:pt x="2136" y="11342"/>
                    <a:pt x="1569" y="11209"/>
                  </a:cubicBezTo>
                  <a:cubicBezTo>
                    <a:pt x="1035" y="11076"/>
                    <a:pt x="501" y="10875"/>
                    <a:pt x="1" y="10609"/>
                  </a:cubicBezTo>
                  <a:lnTo>
                    <a:pt x="1" y="12310"/>
                  </a:lnTo>
                  <a:cubicBezTo>
                    <a:pt x="601" y="12510"/>
                    <a:pt x="1168" y="12643"/>
                    <a:pt x="1702" y="12710"/>
                  </a:cubicBezTo>
                  <a:cubicBezTo>
                    <a:pt x="2269" y="12810"/>
                    <a:pt x="2803" y="12843"/>
                    <a:pt x="3336" y="12843"/>
                  </a:cubicBezTo>
                  <a:cubicBezTo>
                    <a:pt x="4871" y="12843"/>
                    <a:pt x="6038" y="12477"/>
                    <a:pt x="6906" y="11743"/>
                  </a:cubicBezTo>
                  <a:cubicBezTo>
                    <a:pt x="7740" y="10975"/>
                    <a:pt x="8173" y="9908"/>
                    <a:pt x="8173" y="8574"/>
                  </a:cubicBezTo>
                  <a:cubicBezTo>
                    <a:pt x="8173" y="7239"/>
                    <a:pt x="7740" y="6205"/>
                    <a:pt x="6939" y="5438"/>
                  </a:cubicBezTo>
                  <a:cubicBezTo>
                    <a:pt x="6105" y="4671"/>
                    <a:pt x="5004" y="4271"/>
                    <a:pt x="3603" y="4271"/>
                  </a:cubicBezTo>
                  <a:cubicBezTo>
                    <a:pt x="3336" y="4271"/>
                    <a:pt x="3103" y="4304"/>
                    <a:pt x="2836" y="4337"/>
                  </a:cubicBezTo>
                  <a:cubicBezTo>
                    <a:pt x="2603" y="4404"/>
                    <a:pt x="2336" y="4437"/>
                    <a:pt x="2102" y="4538"/>
                  </a:cubicBezTo>
                  <a:lnTo>
                    <a:pt x="2102" y="1435"/>
                  </a:lnTo>
                  <a:lnTo>
                    <a:pt x="7239" y="1435"/>
                  </a:lnTo>
                  <a:lnTo>
                    <a:pt x="72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64"/>
            <p:cNvSpPr/>
            <p:nvPr/>
          </p:nvSpPr>
          <p:spPr>
            <a:xfrm>
              <a:off x="3525200" y="2971500"/>
              <a:ext cx="300100" cy="301525"/>
            </a:xfrm>
            <a:custGeom>
              <a:avLst/>
              <a:gdLst/>
              <a:ahLst/>
              <a:cxnLst/>
              <a:rect l="l" t="t" r="r" b="b"/>
              <a:pathLst>
                <a:path w="12004" h="12061" extrusionOk="0">
                  <a:moveTo>
                    <a:pt x="6542" y="0"/>
                  </a:moveTo>
                  <a:cubicBezTo>
                    <a:pt x="6421" y="0"/>
                    <a:pt x="6298" y="3"/>
                    <a:pt x="6171" y="10"/>
                  </a:cubicBezTo>
                  <a:cubicBezTo>
                    <a:pt x="6171" y="10"/>
                    <a:pt x="6089" y="5"/>
                    <a:pt x="5945" y="5"/>
                  </a:cubicBezTo>
                  <a:cubicBezTo>
                    <a:pt x="5004" y="5"/>
                    <a:pt x="1428" y="206"/>
                    <a:pt x="1168" y="3246"/>
                  </a:cubicBezTo>
                  <a:cubicBezTo>
                    <a:pt x="867" y="6781"/>
                    <a:pt x="0" y="12052"/>
                    <a:pt x="4103" y="12052"/>
                  </a:cubicBezTo>
                  <a:cubicBezTo>
                    <a:pt x="4794" y="12052"/>
                    <a:pt x="5420" y="12061"/>
                    <a:pt x="5985" y="12061"/>
                  </a:cubicBezTo>
                  <a:cubicBezTo>
                    <a:pt x="8749" y="12061"/>
                    <a:pt x="10070" y="11854"/>
                    <a:pt x="10541" y="9417"/>
                  </a:cubicBezTo>
                  <a:cubicBezTo>
                    <a:pt x="11128" y="6545"/>
                    <a:pt x="12003" y="0"/>
                    <a:pt x="65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64"/>
            <p:cNvSpPr/>
            <p:nvPr/>
          </p:nvSpPr>
          <p:spPr>
            <a:xfrm>
              <a:off x="3540200" y="3360225"/>
              <a:ext cx="301075" cy="332200"/>
            </a:xfrm>
            <a:custGeom>
              <a:avLst/>
              <a:gdLst/>
              <a:ahLst/>
              <a:cxnLst/>
              <a:rect l="l" t="t" r="r" b="b"/>
              <a:pathLst>
                <a:path w="12043" h="13288" extrusionOk="0">
                  <a:moveTo>
                    <a:pt x="4108" y="1"/>
                  </a:moveTo>
                  <a:cubicBezTo>
                    <a:pt x="3086" y="1"/>
                    <a:pt x="1090" y="311"/>
                    <a:pt x="868" y="2707"/>
                  </a:cubicBezTo>
                  <a:cubicBezTo>
                    <a:pt x="568" y="5943"/>
                    <a:pt x="0" y="13282"/>
                    <a:pt x="4103" y="13282"/>
                  </a:cubicBezTo>
                  <a:cubicBezTo>
                    <a:pt x="4699" y="13282"/>
                    <a:pt x="5252" y="13288"/>
                    <a:pt x="5762" y="13288"/>
                  </a:cubicBezTo>
                  <a:cubicBezTo>
                    <a:pt x="8770" y="13288"/>
                    <a:pt x="10318" y="13069"/>
                    <a:pt x="10575" y="10046"/>
                  </a:cubicBezTo>
                  <a:cubicBezTo>
                    <a:pt x="10875" y="6510"/>
                    <a:pt x="12042" y="39"/>
                    <a:pt x="4704" y="39"/>
                  </a:cubicBezTo>
                  <a:cubicBezTo>
                    <a:pt x="4704" y="39"/>
                    <a:pt x="4466" y="1"/>
                    <a:pt x="4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64"/>
            <p:cNvSpPr/>
            <p:nvPr/>
          </p:nvSpPr>
          <p:spPr>
            <a:xfrm>
              <a:off x="3245825" y="3190625"/>
              <a:ext cx="257700" cy="267750"/>
            </a:xfrm>
            <a:custGeom>
              <a:avLst/>
              <a:gdLst/>
              <a:ahLst/>
              <a:cxnLst/>
              <a:rect l="l" t="t" r="r" b="b"/>
              <a:pathLst>
                <a:path w="10308" h="10710" extrusionOk="0">
                  <a:moveTo>
                    <a:pt x="7109" y="1"/>
                  </a:moveTo>
                  <a:cubicBezTo>
                    <a:pt x="5751" y="1"/>
                    <a:pt x="5004" y="385"/>
                    <a:pt x="5004" y="385"/>
                  </a:cubicBezTo>
                  <a:cubicBezTo>
                    <a:pt x="5004" y="385"/>
                    <a:pt x="601" y="1252"/>
                    <a:pt x="301" y="4788"/>
                  </a:cubicBezTo>
                  <a:cubicBezTo>
                    <a:pt x="0" y="8290"/>
                    <a:pt x="5604" y="10058"/>
                    <a:pt x="5604" y="10058"/>
                  </a:cubicBezTo>
                  <a:cubicBezTo>
                    <a:pt x="5604" y="10058"/>
                    <a:pt x="6434" y="10710"/>
                    <a:pt x="7215" y="10710"/>
                  </a:cubicBezTo>
                  <a:cubicBezTo>
                    <a:pt x="7826" y="10710"/>
                    <a:pt x="8408" y="10311"/>
                    <a:pt x="8540" y="8891"/>
                  </a:cubicBezTo>
                  <a:cubicBezTo>
                    <a:pt x="8807" y="5655"/>
                    <a:pt x="10308" y="385"/>
                    <a:pt x="8240" y="85"/>
                  </a:cubicBezTo>
                  <a:cubicBezTo>
                    <a:pt x="7826" y="25"/>
                    <a:pt x="7448" y="1"/>
                    <a:pt x="710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64"/>
            <p:cNvSpPr/>
            <p:nvPr/>
          </p:nvSpPr>
          <p:spPr>
            <a:xfrm>
              <a:off x="3820600" y="3177725"/>
              <a:ext cx="270025" cy="280325"/>
            </a:xfrm>
            <a:custGeom>
              <a:avLst/>
              <a:gdLst/>
              <a:ahLst/>
              <a:cxnLst/>
              <a:rect l="l" t="t" r="r" b="b"/>
              <a:pathLst>
                <a:path w="10801" h="11213" extrusionOk="0">
                  <a:moveTo>
                    <a:pt x="3762" y="0"/>
                  </a:moveTo>
                  <a:cubicBezTo>
                    <a:pt x="3762" y="0"/>
                    <a:pt x="1427" y="300"/>
                    <a:pt x="1127" y="2635"/>
                  </a:cubicBezTo>
                  <a:cubicBezTo>
                    <a:pt x="839" y="4904"/>
                    <a:pt x="1" y="11212"/>
                    <a:pt x="3038" y="11212"/>
                  </a:cubicBezTo>
                  <a:cubicBezTo>
                    <a:pt x="3171" y="11212"/>
                    <a:pt x="3313" y="11200"/>
                    <a:pt x="3462" y="11175"/>
                  </a:cubicBezTo>
                  <a:cubicBezTo>
                    <a:pt x="6997" y="10574"/>
                    <a:pt x="9633" y="9107"/>
                    <a:pt x="9633" y="7939"/>
                  </a:cubicBezTo>
                  <a:cubicBezTo>
                    <a:pt x="9633" y="6772"/>
                    <a:pt x="10800" y="2936"/>
                    <a:pt x="37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64"/>
            <p:cNvSpPr/>
            <p:nvPr/>
          </p:nvSpPr>
          <p:spPr>
            <a:xfrm>
              <a:off x="3603388" y="3070969"/>
              <a:ext cx="143450" cy="125950"/>
            </a:xfrm>
            <a:custGeom>
              <a:avLst/>
              <a:gdLst/>
              <a:ahLst/>
              <a:cxnLst/>
              <a:rect l="l" t="t" r="r" b="b"/>
              <a:pathLst>
                <a:path w="5738" h="5038" extrusionOk="0">
                  <a:moveTo>
                    <a:pt x="0" y="1"/>
                  </a:moveTo>
                  <a:lnTo>
                    <a:pt x="0" y="5038"/>
                  </a:lnTo>
                  <a:lnTo>
                    <a:pt x="1201" y="5038"/>
                  </a:lnTo>
                  <a:lnTo>
                    <a:pt x="1201" y="2869"/>
                  </a:lnTo>
                  <a:cubicBezTo>
                    <a:pt x="1201" y="2502"/>
                    <a:pt x="1168" y="2035"/>
                    <a:pt x="1135" y="1435"/>
                  </a:cubicBezTo>
                  <a:lnTo>
                    <a:pt x="1168" y="1435"/>
                  </a:lnTo>
                  <a:lnTo>
                    <a:pt x="2169" y="5038"/>
                  </a:lnTo>
                  <a:lnTo>
                    <a:pt x="3470" y="5038"/>
                  </a:lnTo>
                  <a:lnTo>
                    <a:pt x="4504" y="1435"/>
                  </a:lnTo>
                  <a:lnTo>
                    <a:pt x="4537" y="1435"/>
                  </a:lnTo>
                  <a:cubicBezTo>
                    <a:pt x="4504" y="1969"/>
                    <a:pt x="4470" y="2302"/>
                    <a:pt x="4470" y="2469"/>
                  </a:cubicBezTo>
                  <a:cubicBezTo>
                    <a:pt x="4470" y="2602"/>
                    <a:pt x="4470" y="2736"/>
                    <a:pt x="4470" y="2836"/>
                  </a:cubicBezTo>
                  <a:lnTo>
                    <a:pt x="4470" y="5038"/>
                  </a:lnTo>
                  <a:lnTo>
                    <a:pt x="5738" y="5038"/>
                  </a:lnTo>
                  <a:lnTo>
                    <a:pt x="5738" y="1"/>
                  </a:lnTo>
                  <a:lnTo>
                    <a:pt x="3903" y="1"/>
                  </a:lnTo>
                  <a:lnTo>
                    <a:pt x="2869" y="3570"/>
                  </a:lnTo>
                  <a:lnTo>
                    <a:pt x="18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64"/>
            <p:cNvSpPr/>
            <p:nvPr/>
          </p:nvSpPr>
          <p:spPr>
            <a:xfrm>
              <a:off x="3622750" y="3481594"/>
              <a:ext cx="100100" cy="129275"/>
            </a:xfrm>
            <a:custGeom>
              <a:avLst/>
              <a:gdLst/>
              <a:ahLst/>
              <a:cxnLst/>
              <a:rect l="l" t="t" r="r" b="b"/>
              <a:pathLst>
                <a:path w="4004" h="5171" extrusionOk="0">
                  <a:moveTo>
                    <a:pt x="2436" y="0"/>
                  </a:moveTo>
                  <a:cubicBezTo>
                    <a:pt x="1936" y="0"/>
                    <a:pt x="1502" y="100"/>
                    <a:pt x="1135" y="300"/>
                  </a:cubicBezTo>
                  <a:cubicBezTo>
                    <a:pt x="768" y="534"/>
                    <a:pt x="468" y="834"/>
                    <a:pt x="301" y="1234"/>
                  </a:cubicBezTo>
                  <a:cubicBezTo>
                    <a:pt x="101" y="1635"/>
                    <a:pt x="1" y="2068"/>
                    <a:pt x="1" y="2602"/>
                  </a:cubicBezTo>
                  <a:cubicBezTo>
                    <a:pt x="1" y="3436"/>
                    <a:pt x="201" y="4070"/>
                    <a:pt x="601" y="4503"/>
                  </a:cubicBezTo>
                  <a:cubicBezTo>
                    <a:pt x="1002" y="4937"/>
                    <a:pt x="1602" y="5171"/>
                    <a:pt x="2336" y="5171"/>
                  </a:cubicBezTo>
                  <a:cubicBezTo>
                    <a:pt x="2870" y="5171"/>
                    <a:pt x="3370" y="5071"/>
                    <a:pt x="3770" y="4904"/>
                  </a:cubicBezTo>
                  <a:lnTo>
                    <a:pt x="3770" y="3736"/>
                  </a:lnTo>
                  <a:cubicBezTo>
                    <a:pt x="3570" y="3836"/>
                    <a:pt x="3337" y="3903"/>
                    <a:pt x="3136" y="3970"/>
                  </a:cubicBezTo>
                  <a:cubicBezTo>
                    <a:pt x="2936" y="4036"/>
                    <a:pt x="2703" y="4070"/>
                    <a:pt x="2503" y="4070"/>
                  </a:cubicBezTo>
                  <a:cubicBezTo>
                    <a:pt x="1769" y="4070"/>
                    <a:pt x="1402" y="3569"/>
                    <a:pt x="1402" y="2602"/>
                  </a:cubicBezTo>
                  <a:cubicBezTo>
                    <a:pt x="1402" y="2135"/>
                    <a:pt x="1469" y="1768"/>
                    <a:pt x="1669" y="1501"/>
                  </a:cubicBezTo>
                  <a:cubicBezTo>
                    <a:pt x="1835" y="1234"/>
                    <a:pt x="2102" y="1101"/>
                    <a:pt x="2436" y="1101"/>
                  </a:cubicBezTo>
                  <a:cubicBezTo>
                    <a:pt x="2636" y="1101"/>
                    <a:pt x="2836" y="1134"/>
                    <a:pt x="3036" y="1201"/>
                  </a:cubicBezTo>
                  <a:cubicBezTo>
                    <a:pt x="3203" y="1268"/>
                    <a:pt x="3403" y="1335"/>
                    <a:pt x="3570" y="1435"/>
                  </a:cubicBezTo>
                  <a:lnTo>
                    <a:pt x="4004" y="334"/>
                  </a:lnTo>
                  <a:cubicBezTo>
                    <a:pt x="3503" y="100"/>
                    <a:pt x="2970" y="0"/>
                    <a:pt x="24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64"/>
            <p:cNvSpPr/>
            <p:nvPr/>
          </p:nvSpPr>
          <p:spPr>
            <a:xfrm>
              <a:off x="3341725" y="3280300"/>
              <a:ext cx="58400" cy="85075"/>
            </a:xfrm>
            <a:custGeom>
              <a:avLst/>
              <a:gdLst/>
              <a:ahLst/>
              <a:cxnLst/>
              <a:rect l="l" t="t" r="r" b="b"/>
              <a:pathLst>
                <a:path w="2336" h="3403" extrusionOk="0">
                  <a:moveTo>
                    <a:pt x="2335" y="0"/>
                  </a:moveTo>
                  <a:cubicBezTo>
                    <a:pt x="2335" y="0"/>
                    <a:pt x="0" y="901"/>
                    <a:pt x="568" y="2068"/>
                  </a:cubicBezTo>
                  <a:cubicBezTo>
                    <a:pt x="901" y="2769"/>
                    <a:pt x="1568" y="3269"/>
                    <a:pt x="2335" y="3403"/>
                  </a:cubicBezTo>
                  <a:lnTo>
                    <a:pt x="233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64"/>
            <p:cNvSpPr/>
            <p:nvPr/>
          </p:nvSpPr>
          <p:spPr>
            <a:xfrm>
              <a:off x="3927150" y="3280300"/>
              <a:ext cx="58400" cy="85075"/>
            </a:xfrm>
            <a:custGeom>
              <a:avLst/>
              <a:gdLst/>
              <a:ahLst/>
              <a:cxnLst/>
              <a:rect l="l" t="t" r="r" b="b"/>
              <a:pathLst>
                <a:path w="2336" h="3403" extrusionOk="0">
                  <a:moveTo>
                    <a:pt x="0" y="0"/>
                  </a:moveTo>
                  <a:lnTo>
                    <a:pt x="0" y="3403"/>
                  </a:lnTo>
                  <a:cubicBezTo>
                    <a:pt x="767" y="3269"/>
                    <a:pt x="1401" y="2769"/>
                    <a:pt x="1768" y="2068"/>
                  </a:cubicBezTo>
                  <a:cubicBezTo>
                    <a:pt x="2335" y="901"/>
                    <a:pt x="0"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64"/>
            <p:cNvSpPr/>
            <p:nvPr/>
          </p:nvSpPr>
          <p:spPr>
            <a:xfrm>
              <a:off x="3942150" y="4538300"/>
              <a:ext cx="199325" cy="233475"/>
            </a:xfrm>
            <a:custGeom>
              <a:avLst/>
              <a:gdLst/>
              <a:ahLst/>
              <a:cxnLst/>
              <a:rect l="l" t="t" r="r" b="b"/>
              <a:pathLst>
                <a:path w="7973" h="9339" extrusionOk="0">
                  <a:moveTo>
                    <a:pt x="2927" y="1"/>
                  </a:moveTo>
                  <a:cubicBezTo>
                    <a:pt x="2537" y="1"/>
                    <a:pt x="2141" y="92"/>
                    <a:pt x="1769" y="283"/>
                  </a:cubicBezTo>
                  <a:lnTo>
                    <a:pt x="1702" y="316"/>
                  </a:lnTo>
                  <a:cubicBezTo>
                    <a:pt x="468" y="950"/>
                    <a:pt x="1" y="2451"/>
                    <a:pt x="634" y="3685"/>
                  </a:cubicBezTo>
                  <a:lnTo>
                    <a:pt x="1735" y="5820"/>
                  </a:lnTo>
                  <a:lnTo>
                    <a:pt x="2836" y="7989"/>
                  </a:lnTo>
                  <a:cubicBezTo>
                    <a:pt x="3279" y="8850"/>
                    <a:pt x="4144" y="9338"/>
                    <a:pt x="5046" y="9338"/>
                  </a:cubicBezTo>
                  <a:cubicBezTo>
                    <a:pt x="5436" y="9338"/>
                    <a:pt x="5833" y="9247"/>
                    <a:pt x="6205" y="9056"/>
                  </a:cubicBezTo>
                  <a:lnTo>
                    <a:pt x="6272" y="9023"/>
                  </a:lnTo>
                  <a:cubicBezTo>
                    <a:pt x="7506" y="8389"/>
                    <a:pt x="7973" y="6888"/>
                    <a:pt x="7373" y="5654"/>
                  </a:cubicBezTo>
                  <a:lnTo>
                    <a:pt x="6238" y="3519"/>
                  </a:lnTo>
                  <a:lnTo>
                    <a:pt x="5138" y="1350"/>
                  </a:lnTo>
                  <a:cubicBezTo>
                    <a:pt x="4695" y="489"/>
                    <a:pt x="3829" y="1"/>
                    <a:pt x="29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64"/>
            <p:cNvSpPr/>
            <p:nvPr/>
          </p:nvSpPr>
          <p:spPr>
            <a:xfrm>
              <a:off x="3942150" y="4538300"/>
              <a:ext cx="155975" cy="145525"/>
            </a:xfrm>
            <a:custGeom>
              <a:avLst/>
              <a:gdLst/>
              <a:ahLst/>
              <a:cxnLst/>
              <a:rect l="l" t="t" r="r" b="b"/>
              <a:pathLst>
                <a:path w="6239" h="5821" extrusionOk="0">
                  <a:moveTo>
                    <a:pt x="2927" y="1"/>
                  </a:moveTo>
                  <a:cubicBezTo>
                    <a:pt x="2537" y="1"/>
                    <a:pt x="2141" y="92"/>
                    <a:pt x="1769" y="283"/>
                  </a:cubicBezTo>
                  <a:lnTo>
                    <a:pt x="1702" y="316"/>
                  </a:lnTo>
                  <a:cubicBezTo>
                    <a:pt x="468" y="917"/>
                    <a:pt x="1" y="2451"/>
                    <a:pt x="634" y="3685"/>
                  </a:cubicBezTo>
                  <a:lnTo>
                    <a:pt x="1735" y="5820"/>
                  </a:lnTo>
                  <a:lnTo>
                    <a:pt x="6238" y="3519"/>
                  </a:lnTo>
                  <a:lnTo>
                    <a:pt x="5138" y="1350"/>
                  </a:lnTo>
                  <a:cubicBezTo>
                    <a:pt x="4695" y="489"/>
                    <a:pt x="3829" y="1"/>
                    <a:pt x="292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64"/>
            <p:cNvSpPr/>
            <p:nvPr/>
          </p:nvSpPr>
          <p:spPr>
            <a:xfrm>
              <a:off x="4119775" y="4231325"/>
              <a:ext cx="196825" cy="235150"/>
            </a:xfrm>
            <a:custGeom>
              <a:avLst/>
              <a:gdLst/>
              <a:ahLst/>
              <a:cxnLst/>
              <a:rect l="l" t="t" r="r" b="b"/>
              <a:pathLst>
                <a:path w="7873" h="9406" extrusionOk="0">
                  <a:moveTo>
                    <a:pt x="4925" y="0"/>
                  </a:moveTo>
                  <a:cubicBezTo>
                    <a:pt x="3991" y="0"/>
                    <a:pt x="3108" y="514"/>
                    <a:pt x="2703" y="1421"/>
                  </a:cubicBezTo>
                  <a:lnTo>
                    <a:pt x="1635" y="3589"/>
                  </a:lnTo>
                  <a:lnTo>
                    <a:pt x="601" y="5790"/>
                  </a:lnTo>
                  <a:cubicBezTo>
                    <a:pt x="1" y="7025"/>
                    <a:pt x="534" y="8526"/>
                    <a:pt x="1769" y="9126"/>
                  </a:cubicBezTo>
                  <a:lnTo>
                    <a:pt x="1835" y="9160"/>
                  </a:lnTo>
                  <a:cubicBezTo>
                    <a:pt x="2188" y="9327"/>
                    <a:pt x="2557" y="9406"/>
                    <a:pt x="2917" y="9406"/>
                  </a:cubicBezTo>
                  <a:cubicBezTo>
                    <a:pt x="3853" y="9406"/>
                    <a:pt x="4738" y="8873"/>
                    <a:pt x="5171" y="7959"/>
                  </a:cubicBezTo>
                  <a:lnTo>
                    <a:pt x="6205" y="5790"/>
                  </a:lnTo>
                  <a:lnTo>
                    <a:pt x="7273" y="3589"/>
                  </a:lnTo>
                  <a:cubicBezTo>
                    <a:pt x="7873" y="2355"/>
                    <a:pt x="7339" y="854"/>
                    <a:pt x="6072" y="253"/>
                  </a:cubicBezTo>
                  <a:lnTo>
                    <a:pt x="6038" y="253"/>
                  </a:lnTo>
                  <a:cubicBezTo>
                    <a:pt x="5677" y="82"/>
                    <a:pt x="5297" y="0"/>
                    <a:pt x="492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64"/>
            <p:cNvSpPr/>
            <p:nvPr/>
          </p:nvSpPr>
          <p:spPr>
            <a:xfrm>
              <a:off x="4161475" y="4231325"/>
              <a:ext cx="155125" cy="144775"/>
            </a:xfrm>
            <a:custGeom>
              <a:avLst/>
              <a:gdLst/>
              <a:ahLst/>
              <a:cxnLst/>
              <a:rect l="l" t="t" r="r" b="b"/>
              <a:pathLst>
                <a:path w="6205" h="5791" extrusionOk="0">
                  <a:moveTo>
                    <a:pt x="3262" y="0"/>
                  </a:moveTo>
                  <a:cubicBezTo>
                    <a:pt x="2337" y="0"/>
                    <a:pt x="1464" y="514"/>
                    <a:pt x="1035" y="1421"/>
                  </a:cubicBezTo>
                  <a:lnTo>
                    <a:pt x="1" y="3589"/>
                  </a:lnTo>
                  <a:lnTo>
                    <a:pt x="4570" y="5790"/>
                  </a:lnTo>
                  <a:lnTo>
                    <a:pt x="5605" y="3589"/>
                  </a:lnTo>
                  <a:cubicBezTo>
                    <a:pt x="6205" y="2355"/>
                    <a:pt x="5671" y="854"/>
                    <a:pt x="4437" y="253"/>
                  </a:cubicBezTo>
                  <a:lnTo>
                    <a:pt x="4370" y="253"/>
                  </a:lnTo>
                  <a:cubicBezTo>
                    <a:pt x="4009" y="82"/>
                    <a:pt x="3631" y="0"/>
                    <a:pt x="326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64"/>
            <p:cNvSpPr/>
            <p:nvPr/>
          </p:nvSpPr>
          <p:spPr>
            <a:xfrm>
              <a:off x="4097275" y="4597075"/>
              <a:ext cx="126775" cy="246025"/>
            </a:xfrm>
            <a:custGeom>
              <a:avLst/>
              <a:gdLst/>
              <a:ahLst/>
              <a:cxnLst/>
              <a:rect l="l" t="t" r="r" b="b"/>
              <a:pathLst>
                <a:path w="5071" h="9841" extrusionOk="0">
                  <a:moveTo>
                    <a:pt x="2502" y="0"/>
                  </a:moveTo>
                  <a:cubicBezTo>
                    <a:pt x="1134" y="0"/>
                    <a:pt x="0" y="1101"/>
                    <a:pt x="0" y="2502"/>
                  </a:cubicBezTo>
                  <a:lnTo>
                    <a:pt x="0" y="7339"/>
                  </a:lnTo>
                  <a:cubicBezTo>
                    <a:pt x="0" y="8706"/>
                    <a:pt x="1134" y="9841"/>
                    <a:pt x="2502" y="9841"/>
                  </a:cubicBezTo>
                  <a:lnTo>
                    <a:pt x="2569" y="9841"/>
                  </a:lnTo>
                  <a:cubicBezTo>
                    <a:pt x="3970" y="9841"/>
                    <a:pt x="5070" y="8706"/>
                    <a:pt x="5070" y="7339"/>
                  </a:cubicBezTo>
                  <a:lnTo>
                    <a:pt x="5070" y="2502"/>
                  </a:lnTo>
                  <a:cubicBezTo>
                    <a:pt x="5070" y="1101"/>
                    <a:pt x="3970" y="0"/>
                    <a:pt x="25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64"/>
            <p:cNvSpPr/>
            <p:nvPr/>
          </p:nvSpPr>
          <p:spPr>
            <a:xfrm>
              <a:off x="4097275" y="4597075"/>
              <a:ext cx="126775" cy="123450"/>
            </a:xfrm>
            <a:custGeom>
              <a:avLst/>
              <a:gdLst/>
              <a:ahLst/>
              <a:cxnLst/>
              <a:rect l="l" t="t" r="r" b="b"/>
              <a:pathLst>
                <a:path w="5071" h="4938" extrusionOk="0">
                  <a:moveTo>
                    <a:pt x="2502" y="0"/>
                  </a:moveTo>
                  <a:cubicBezTo>
                    <a:pt x="1134" y="0"/>
                    <a:pt x="0" y="1134"/>
                    <a:pt x="0" y="2502"/>
                  </a:cubicBezTo>
                  <a:lnTo>
                    <a:pt x="0" y="4937"/>
                  </a:lnTo>
                  <a:lnTo>
                    <a:pt x="5070" y="4937"/>
                  </a:lnTo>
                  <a:lnTo>
                    <a:pt x="5070" y="2502"/>
                  </a:lnTo>
                  <a:cubicBezTo>
                    <a:pt x="5070" y="1134"/>
                    <a:pt x="3970" y="0"/>
                    <a:pt x="2569"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64"/>
            <p:cNvSpPr/>
            <p:nvPr/>
          </p:nvSpPr>
          <p:spPr>
            <a:xfrm>
              <a:off x="4457525" y="4314250"/>
              <a:ext cx="186825" cy="238750"/>
            </a:xfrm>
            <a:custGeom>
              <a:avLst/>
              <a:gdLst/>
              <a:ahLst/>
              <a:cxnLst/>
              <a:rect l="l" t="t" r="r" b="b"/>
              <a:pathLst>
                <a:path w="7473" h="9550" extrusionOk="0">
                  <a:moveTo>
                    <a:pt x="2900" y="1"/>
                  </a:moveTo>
                  <a:cubicBezTo>
                    <a:pt x="2600" y="1"/>
                    <a:pt x="2295" y="56"/>
                    <a:pt x="2002" y="172"/>
                  </a:cubicBezTo>
                  <a:lnTo>
                    <a:pt x="1935" y="172"/>
                  </a:lnTo>
                  <a:cubicBezTo>
                    <a:pt x="634" y="672"/>
                    <a:pt x="0" y="2140"/>
                    <a:pt x="501" y="3407"/>
                  </a:cubicBezTo>
                  <a:lnTo>
                    <a:pt x="1368" y="5676"/>
                  </a:lnTo>
                  <a:lnTo>
                    <a:pt x="2235" y="7944"/>
                  </a:lnTo>
                  <a:cubicBezTo>
                    <a:pt x="2620" y="8944"/>
                    <a:pt x="3556" y="9549"/>
                    <a:pt x="4559" y="9549"/>
                  </a:cubicBezTo>
                  <a:cubicBezTo>
                    <a:pt x="4861" y="9549"/>
                    <a:pt x="5170" y="9494"/>
                    <a:pt x="5471" y="9378"/>
                  </a:cubicBezTo>
                  <a:lnTo>
                    <a:pt x="5538" y="9345"/>
                  </a:lnTo>
                  <a:cubicBezTo>
                    <a:pt x="6839" y="8845"/>
                    <a:pt x="7472" y="7410"/>
                    <a:pt x="6972" y="6109"/>
                  </a:cubicBezTo>
                  <a:lnTo>
                    <a:pt x="6105" y="3874"/>
                  </a:lnTo>
                  <a:lnTo>
                    <a:pt x="5237" y="1606"/>
                  </a:lnTo>
                  <a:cubicBezTo>
                    <a:pt x="4853" y="607"/>
                    <a:pt x="3897" y="1"/>
                    <a:pt x="29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64"/>
            <p:cNvSpPr/>
            <p:nvPr/>
          </p:nvSpPr>
          <p:spPr>
            <a:xfrm>
              <a:off x="4457525" y="4314250"/>
              <a:ext cx="152625" cy="141900"/>
            </a:xfrm>
            <a:custGeom>
              <a:avLst/>
              <a:gdLst/>
              <a:ahLst/>
              <a:cxnLst/>
              <a:rect l="l" t="t" r="r" b="b"/>
              <a:pathLst>
                <a:path w="6105" h="5676" extrusionOk="0">
                  <a:moveTo>
                    <a:pt x="2900" y="1"/>
                  </a:moveTo>
                  <a:cubicBezTo>
                    <a:pt x="2600" y="1"/>
                    <a:pt x="2295" y="56"/>
                    <a:pt x="2002" y="172"/>
                  </a:cubicBezTo>
                  <a:lnTo>
                    <a:pt x="1935" y="205"/>
                  </a:lnTo>
                  <a:cubicBezTo>
                    <a:pt x="634" y="672"/>
                    <a:pt x="0" y="2140"/>
                    <a:pt x="501" y="3441"/>
                  </a:cubicBezTo>
                  <a:lnTo>
                    <a:pt x="1368" y="5676"/>
                  </a:lnTo>
                  <a:lnTo>
                    <a:pt x="6105" y="3874"/>
                  </a:lnTo>
                  <a:lnTo>
                    <a:pt x="5237" y="1606"/>
                  </a:lnTo>
                  <a:cubicBezTo>
                    <a:pt x="4853" y="607"/>
                    <a:pt x="3897" y="1"/>
                    <a:pt x="290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64"/>
            <p:cNvSpPr/>
            <p:nvPr/>
          </p:nvSpPr>
          <p:spPr>
            <a:xfrm>
              <a:off x="4136450" y="4423725"/>
              <a:ext cx="256050" cy="166575"/>
            </a:xfrm>
            <a:custGeom>
              <a:avLst/>
              <a:gdLst/>
              <a:ahLst/>
              <a:cxnLst/>
              <a:rect l="l" t="t" r="r" b="b"/>
              <a:pathLst>
                <a:path w="10242" h="6663" extrusionOk="0">
                  <a:moveTo>
                    <a:pt x="7375" y="1"/>
                  </a:moveTo>
                  <a:cubicBezTo>
                    <a:pt x="7110" y="1"/>
                    <a:pt x="6840" y="42"/>
                    <a:pt x="6572" y="129"/>
                  </a:cubicBezTo>
                  <a:lnTo>
                    <a:pt x="4304" y="930"/>
                  </a:lnTo>
                  <a:lnTo>
                    <a:pt x="2002" y="1730"/>
                  </a:lnTo>
                  <a:cubicBezTo>
                    <a:pt x="701" y="2164"/>
                    <a:pt x="1" y="3598"/>
                    <a:pt x="468" y="4899"/>
                  </a:cubicBezTo>
                  <a:lnTo>
                    <a:pt x="468" y="4966"/>
                  </a:lnTo>
                  <a:cubicBezTo>
                    <a:pt x="841" y="6006"/>
                    <a:pt x="1811" y="6662"/>
                    <a:pt x="2867" y="6662"/>
                  </a:cubicBezTo>
                  <a:cubicBezTo>
                    <a:pt x="3132" y="6662"/>
                    <a:pt x="3402" y="6621"/>
                    <a:pt x="3670" y="6534"/>
                  </a:cubicBezTo>
                  <a:lnTo>
                    <a:pt x="5938" y="5733"/>
                  </a:lnTo>
                  <a:lnTo>
                    <a:pt x="8240" y="4933"/>
                  </a:lnTo>
                  <a:cubicBezTo>
                    <a:pt x="9541" y="4499"/>
                    <a:pt x="10241" y="3065"/>
                    <a:pt x="9774" y="1764"/>
                  </a:cubicBezTo>
                  <a:lnTo>
                    <a:pt x="9774" y="1697"/>
                  </a:lnTo>
                  <a:cubicBezTo>
                    <a:pt x="9401" y="657"/>
                    <a:pt x="8431" y="1"/>
                    <a:pt x="7375"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64"/>
            <p:cNvSpPr/>
            <p:nvPr/>
          </p:nvSpPr>
          <p:spPr>
            <a:xfrm>
              <a:off x="4244025" y="4423725"/>
              <a:ext cx="148475" cy="143350"/>
            </a:xfrm>
            <a:custGeom>
              <a:avLst/>
              <a:gdLst/>
              <a:ahLst/>
              <a:cxnLst/>
              <a:rect l="l" t="t" r="r" b="b"/>
              <a:pathLst>
                <a:path w="5939" h="5734" extrusionOk="0">
                  <a:moveTo>
                    <a:pt x="3060" y="1"/>
                  </a:moveTo>
                  <a:cubicBezTo>
                    <a:pt x="2797" y="1"/>
                    <a:pt x="2530" y="42"/>
                    <a:pt x="2269" y="129"/>
                  </a:cubicBezTo>
                  <a:lnTo>
                    <a:pt x="1" y="930"/>
                  </a:lnTo>
                  <a:lnTo>
                    <a:pt x="1635" y="5733"/>
                  </a:lnTo>
                  <a:lnTo>
                    <a:pt x="3937" y="4933"/>
                  </a:lnTo>
                  <a:cubicBezTo>
                    <a:pt x="5238" y="4499"/>
                    <a:pt x="5938" y="3065"/>
                    <a:pt x="5471" y="1764"/>
                  </a:cubicBezTo>
                  <a:lnTo>
                    <a:pt x="5471" y="1697"/>
                  </a:lnTo>
                  <a:cubicBezTo>
                    <a:pt x="5098" y="657"/>
                    <a:pt x="4107" y="1"/>
                    <a:pt x="3060"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64"/>
            <p:cNvSpPr/>
            <p:nvPr/>
          </p:nvSpPr>
          <p:spPr>
            <a:xfrm>
              <a:off x="4307425" y="4626425"/>
              <a:ext cx="222675" cy="215600"/>
            </a:xfrm>
            <a:custGeom>
              <a:avLst/>
              <a:gdLst/>
              <a:ahLst/>
              <a:cxnLst/>
              <a:rect l="l" t="t" r="r" b="b"/>
              <a:pathLst>
                <a:path w="8907" h="8624" extrusionOk="0">
                  <a:moveTo>
                    <a:pt x="6066" y="0"/>
                  </a:moveTo>
                  <a:cubicBezTo>
                    <a:pt x="5394" y="0"/>
                    <a:pt x="4728" y="268"/>
                    <a:pt x="4236" y="794"/>
                  </a:cubicBezTo>
                  <a:lnTo>
                    <a:pt x="2602" y="2596"/>
                  </a:lnTo>
                  <a:lnTo>
                    <a:pt x="934" y="4363"/>
                  </a:lnTo>
                  <a:cubicBezTo>
                    <a:pt x="0" y="5398"/>
                    <a:pt x="67" y="6965"/>
                    <a:pt x="1101" y="7899"/>
                  </a:cubicBezTo>
                  <a:lnTo>
                    <a:pt x="1134" y="7966"/>
                  </a:lnTo>
                  <a:cubicBezTo>
                    <a:pt x="1621" y="8405"/>
                    <a:pt x="2225" y="8623"/>
                    <a:pt x="2826" y="8623"/>
                  </a:cubicBezTo>
                  <a:cubicBezTo>
                    <a:pt x="3503" y="8623"/>
                    <a:pt x="4175" y="8347"/>
                    <a:pt x="4670" y="7799"/>
                  </a:cubicBezTo>
                  <a:lnTo>
                    <a:pt x="6305" y="6031"/>
                  </a:lnTo>
                  <a:lnTo>
                    <a:pt x="7972" y="4263"/>
                  </a:lnTo>
                  <a:cubicBezTo>
                    <a:pt x="8906" y="3229"/>
                    <a:pt x="8840" y="1662"/>
                    <a:pt x="7806" y="728"/>
                  </a:cubicBezTo>
                  <a:lnTo>
                    <a:pt x="7772" y="661"/>
                  </a:lnTo>
                  <a:cubicBezTo>
                    <a:pt x="7282" y="218"/>
                    <a:pt x="6672" y="0"/>
                    <a:pt x="606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64"/>
            <p:cNvSpPr/>
            <p:nvPr/>
          </p:nvSpPr>
          <p:spPr>
            <a:xfrm>
              <a:off x="4372450" y="4626425"/>
              <a:ext cx="157650" cy="150800"/>
            </a:xfrm>
            <a:custGeom>
              <a:avLst/>
              <a:gdLst/>
              <a:ahLst/>
              <a:cxnLst/>
              <a:rect l="l" t="t" r="r" b="b"/>
              <a:pathLst>
                <a:path w="6306" h="6032" extrusionOk="0">
                  <a:moveTo>
                    <a:pt x="3465" y="0"/>
                  </a:moveTo>
                  <a:cubicBezTo>
                    <a:pt x="2793" y="0"/>
                    <a:pt x="2127" y="268"/>
                    <a:pt x="1635" y="794"/>
                  </a:cubicBezTo>
                  <a:lnTo>
                    <a:pt x="1" y="2596"/>
                  </a:lnTo>
                  <a:lnTo>
                    <a:pt x="3704" y="6031"/>
                  </a:lnTo>
                  <a:lnTo>
                    <a:pt x="5371" y="4263"/>
                  </a:lnTo>
                  <a:cubicBezTo>
                    <a:pt x="6305" y="3229"/>
                    <a:pt x="6239" y="1662"/>
                    <a:pt x="5205" y="728"/>
                  </a:cubicBezTo>
                  <a:lnTo>
                    <a:pt x="5171" y="661"/>
                  </a:lnTo>
                  <a:cubicBezTo>
                    <a:pt x="4681" y="218"/>
                    <a:pt x="4071" y="0"/>
                    <a:pt x="34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64"/>
            <p:cNvSpPr/>
            <p:nvPr/>
          </p:nvSpPr>
          <p:spPr>
            <a:xfrm>
              <a:off x="4025550" y="4200125"/>
              <a:ext cx="433450" cy="197150"/>
            </a:xfrm>
            <a:custGeom>
              <a:avLst/>
              <a:gdLst/>
              <a:ahLst/>
              <a:cxnLst/>
              <a:rect l="l" t="t" r="r" b="b"/>
              <a:pathLst>
                <a:path w="17338" h="7886" extrusionOk="0">
                  <a:moveTo>
                    <a:pt x="8716" y="0"/>
                  </a:moveTo>
                  <a:cubicBezTo>
                    <a:pt x="8562" y="0"/>
                    <a:pt x="8414" y="22"/>
                    <a:pt x="8273" y="67"/>
                  </a:cubicBezTo>
                  <a:cubicBezTo>
                    <a:pt x="8273" y="67"/>
                    <a:pt x="0" y="2835"/>
                    <a:pt x="2969" y="4804"/>
                  </a:cubicBezTo>
                  <a:cubicBezTo>
                    <a:pt x="5938" y="6805"/>
                    <a:pt x="12142" y="6238"/>
                    <a:pt x="13877" y="7572"/>
                  </a:cubicBezTo>
                  <a:cubicBezTo>
                    <a:pt x="14174" y="7791"/>
                    <a:pt x="14480" y="7886"/>
                    <a:pt x="14773" y="7886"/>
                  </a:cubicBezTo>
                  <a:cubicBezTo>
                    <a:pt x="16223" y="7886"/>
                    <a:pt x="17337" y="5547"/>
                    <a:pt x="15311" y="4270"/>
                  </a:cubicBezTo>
                  <a:cubicBezTo>
                    <a:pt x="13101" y="2827"/>
                    <a:pt x="10496" y="0"/>
                    <a:pt x="871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64"/>
            <p:cNvSpPr/>
            <p:nvPr/>
          </p:nvSpPr>
          <p:spPr>
            <a:xfrm>
              <a:off x="4017200" y="4367150"/>
              <a:ext cx="173500" cy="152500"/>
            </a:xfrm>
            <a:custGeom>
              <a:avLst/>
              <a:gdLst/>
              <a:ahLst/>
              <a:cxnLst/>
              <a:rect l="l" t="t" r="r" b="b"/>
              <a:pathLst>
                <a:path w="6940" h="6100" extrusionOk="0">
                  <a:moveTo>
                    <a:pt x="2018" y="0"/>
                  </a:moveTo>
                  <a:cubicBezTo>
                    <a:pt x="1637" y="0"/>
                    <a:pt x="1073" y="295"/>
                    <a:pt x="668" y="1792"/>
                  </a:cubicBezTo>
                  <a:cubicBezTo>
                    <a:pt x="1" y="4227"/>
                    <a:pt x="1769" y="3860"/>
                    <a:pt x="2970" y="4427"/>
                  </a:cubicBezTo>
                  <a:cubicBezTo>
                    <a:pt x="3938" y="4884"/>
                    <a:pt x="5339" y="6100"/>
                    <a:pt x="6091" y="6100"/>
                  </a:cubicBezTo>
                  <a:cubicBezTo>
                    <a:pt x="6272" y="6100"/>
                    <a:pt x="6415" y="6030"/>
                    <a:pt x="6505" y="5861"/>
                  </a:cubicBezTo>
                  <a:cubicBezTo>
                    <a:pt x="6939" y="4994"/>
                    <a:pt x="6605" y="1325"/>
                    <a:pt x="2436" y="124"/>
                  </a:cubicBezTo>
                  <a:cubicBezTo>
                    <a:pt x="2436" y="124"/>
                    <a:pt x="2265" y="0"/>
                    <a:pt x="2018"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64"/>
            <p:cNvSpPr/>
            <p:nvPr/>
          </p:nvSpPr>
          <p:spPr>
            <a:xfrm>
              <a:off x="4344950" y="4474200"/>
              <a:ext cx="141775" cy="245775"/>
            </a:xfrm>
            <a:custGeom>
              <a:avLst/>
              <a:gdLst/>
              <a:ahLst/>
              <a:cxnLst/>
              <a:rect l="l" t="t" r="r" b="b"/>
              <a:pathLst>
                <a:path w="5671" h="9831" extrusionOk="0">
                  <a:moveTo>
                    <a:pt x="2965" y="0"/>
                  </a:moveTo>
                  <a:cubicBezTo>
                    <a:pt x="1698" y="0"/>
                    <a:pt x="626" y="992"/>
                    <a:pt x="500" y="2280"/>
                  </a:cubicBezTo>
                  <a:lnTo>
                    <a:pt x="300" y="4715"/>
                  </a:lnTo>
                  <a:lnTo>
                    <a:pt x="134" y="7117"/>
                  </a:lnTo>
                  <a:cubicBezTo>
                    <a:pt x="0" y="8518"/>
                    <a:pt x="1034" y="9719"/>
                    <a:pt x="2402" y="9819"/>
                  </a:cubicBezTo>
                  <a:lnTo>
                    <a:pt x="2469" y="9819"/>
                  </a:lnTo>
                  <a:cubicBezTo>
                    <a:pt x="2550" y="9826"/>
                    <a:pt x="2631" y="9830"/>
                    <a:pt x="2712" y="9830"/>
                  </a:cubicBezTo>
                  <a:cubicBezTo>
                    <a:pt x="4006" y="9830"/>
                    <a:pt x="5076" y="8838"/>
                    <a:pt x="5170" y="7550"/>
                  </a:cubicBezTo>
                  <a:lnTo>
                    <a:pt x="5371" y="5115"/>
                  </a:lnTo>
                  <a:lnTo>
                    <a:pt x="5571" y="2714"/>
                  </a:lnTo>
                  <a:cubicBezTo>
                    <a:pt x="5671" y="1313"/>
                    <a:pt x="4670" y="112"/>
                    <a:pt x="3269" y="12"/>
                  </a:cubicBezTo>
                  <a:lnTo>
                    <a:pt x="3202" y="12"/>
                  </a:lnTo>
                  <a:cubicBezTo>
                    <a:pt x="3123" y="4"/>
                    <a:pt x="3043" y="0"/>
                    <a:pt x="2965"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64"/>
            <p:cNvSpPr/>
            <p:nvPr/>
          </p:nvSpPr>
          <p:spPr>
            <a:xfrm>
              <a:off x="4353275" y="4474200"/>
              <a:ext cx="134300" cy="127900"/>
            </a:xfrm>
            <a:custGeom>
              <a:avLst/>
              <a:gdLst/>
              <a:ahLst/>
              <a:cxnLst/>
              <a:rect l="l" t="t" r="r" b="b"/>
              <a:pathLst>
                <a:path w="5372" h="5116" extrusionOk="0">
                  <a:moveTo>
                    <a:pt x="2632" y="0"/>
                  </a:moveTo>
                  <a:cubicBezTo>
                    <a:pt x="1365" y="0"/>
                    <a:pt x="295" y="992"/>
                    <a:pt x="201" y="2280"/>
                  </a:cubicBezTo>
                  <a:lnTo>
                    <a:pt x="1" y="4715"/>
                  </a:lnTo>
                  <a:lnTo>
                    <a:pt x="5038" y="5115"/>
                  </a:lnTo>
                  <a:lnTo>
                    <a:pt x="5238" y="2714"/>
                  </a:lnTo>
                  <a:cubicBezTo>
                    <a:pt x="5371" y="1313"/>
                    <a:pt x="4337" y="112"/>
                    <a:pt x="2969" y="12"/>
                  </a:cubicBezTo>
                  <a:lnTo>
                    <a:pt x="2869" y="12"/>
                  </a:lnTo>
                  <a:cubicBezTo>
                    <a:pt x="2790" y="4"/>
                    <a:pt x="2710" y="0"/>
                    <a:pt x="2632"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64"/>
            <p:cNvSpPr/>
            <p:nvPr/>
          </p:nvSpPr>
          <p:spPr>
            <a:xfrm>
              <a:off x="3755350" y="4106725"/>
              <a:ext cx="1016875" cy="879800"/>
            </a:xfrm>
            <a:custGeom>
              <a:avLst/>
              <a:gdLst/>
              <a:ahLst/>
              <a:cxnLst/>
              <a:rect l="l" t="t" r="r" b="b"/>
              <a:pathLst>
                <a:path w="40675" h="35192" extrusionOk="0">
                  <a:moveTo>
                    <a:pt x="20315" y="0"/>
                  </a:moveTo>
                  <a:cubicBezTo>
                    <a:pt x="20315" y="0"/>
                    <a:pt x="16012" y="1334"/>
                    <a:pt x="14911" y="2235"/>
                  </a:cubicBezTo>
                  <a:cubicBezTo>
                    <a:pt x="13810" y="3102"/>
                    <a:pt x="5538" y="8840"/>
                    <a:pt x="2236" y="18780"/>
                  </a:cubicBezTo>
                  <a:cubicBezTo>
                    <a:pt x="2236" y="18780"/>
                    <a:pt x="1" y="23717"/>
                    <a:pt x="901" y="25485"/>
                  </a:cubicBezTo>
                  <a:cubicBezTo>
                    <a:pt x="901" y="25485"/>
                    <a:pt x="3403" y="28020"/>
                    <a:pt x="5638" y="29354"/>
                  </a:cubicBezTo>
                  <a:cubicBezTo>
                    <a:pt x="8173" y="30856"/>
                    <a:pt x="19414" y="35192"/>
                    <a:pt x="20849" y="35192"/>
                  </a:cubicBezTo>
                  <a:cubicBezTo>
                    <a:pt x="22317" y="35192"/>
                    <a:pt x="23718" y="35092"/>
                    <a:pt x="23718" y="35092"/>
                  </a:cubicBezTo>
                  <a:cubicBezTo>
                    <a:pt x="23718" y="35092"/>
                    <a:pt x="24251" y="33324"/>
                    <a:pt x="26686" y="30655"/>
                  </a:cubicBezTo>
                  <a:cubicBezTo>
                    <a:pt x="29121" y="28020"/>
                    <a:pt x="36160" y="19214"/>
                    <a:pt x="36727" y="16345"/>
                  </a:cubicBezTo>
                  <a:cubicBezTo>
                    <a:pt x="37261" y="13476"/>
                    <a:pt x="40463" y="9740"/>
                    <a:pt x="40463" y="9740"/>
                  </a:cubicBezTo>
                  <a:cubicBezTo>
                    <a:pt x="40463" y="9740"/>
                    <a:pt x="40675" y="8833"/>
                    <a:pt x="39744" y="8833"/>
                  </a:cubicBezTo>
                  <a:cubicBezTo>
                    <a:pt x="39697" y="8833"/>
                    <a:pt x="39648" y="8835"/>
                    <a:pt x="39596" y="8840"/>
                  </a:cubicBezTo>
                  <a:cubicBezTo>
                    <a:pt x="39468" y="8851"/>
                    <a:pt x="39311" y="8860"/>
                    <a:pt x="39123" y="8860"/>
                  </a:cubicBezTo>
                  <a:cubicBezTo>
                    <a:pt x="37692" y="8860"/>
                    <a:pt x="34442" y="8369"/>
                    <a:pt x="28221" y="5037"/>
                  </a:cubicBezTo>
                  <a:cubicBezTo>
                    <a:pt x="21149" y="1301"/>
                    <a:pt x="20315" y="0"/>
                    <a:pt x="203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64"/>
            <p:cNvSpPr/>
            <p:nvPr/>
          </p:nvSpPr>
          <p:spPr>
            <a:xfrm>
              <a:off x="3889625" y="4548500"/>
              <a:ext cx="200150" cy="233925"/>
            </a:xfrm>
            <a:custGeom>
              <a:avLst/>
              <a:gdLst/>
              <a:ahLst/>
              <a:cxnLst/>
              <a:rect l="l" t="t" r="r" b="b"/>
              <a:pathLst>
                <a:path w="8006" h="9357" extrusionOk="0">
                  <a:moveTo>
                    <a:pt x="2933" y="0"/>
                  </a:moveTo>
                  <a:cubicBezTo>
                    <a:pt x="2552" y="0"/>
                    <a:pt x="2165" y="88"/>
                    <a:pt x="1801" y="275"/>
                  </a:cubicBezTo>
                  <a:lnTo>
                    <a:pt x="1735" y="309"/>
                  </a:lnTo>
                  <a:cubicBezTo>
                    <a:pt x="500" y="942"/>
                    <a:pt x="0" y="2444"/>
                    <a:pt x="634" y="3678"/>
                  </a:cubicBezTo>
                  <a:lnTo>
                    <a:pt x="1768" y="5846"/>
                  </a:lnTo>
                  <a:lnTo>
                    <a:pt x="2869" y="7981"/>
                  </a:lnTo>
                  <a:cubicBezTo>
                    <a:pt x="3316" y="8851"/>
                    <a:pt x="4194" y="9357"/>
                    <a:pt x="5106" y="9357"/>
                  </a:cubicBezTo>
                  <a:cubicBezTo>
                    <a:pt x="5487" y="9357"/>
                    <a:pt x="5874" y="9268"/>
                    <a:pt x="6238" y="9082"/>
                  </a:cubicBezTo>
                  <a:lnTo>
                    <a:pt x="6271" y="9048"/>
                  </a:lnTo>
                  <a:cubicBezTo>
                    <a:pt x="7505" y="8414"/>
                    <a:pt x="8006" y="6913"/>
                    <a:pt x="7372" y="5679"/>
                  </a:cubicBezTo>
                  <a:lnTo>
                    <a:pt x="6271" y="3511"/>
                  </a:lnTo>
                  <a:lnTo>
                    <a:pt x="5170" y="1376"/>
                  </a:lnTo>
                  <a:cubicBezTo>
                    <a:pt x="4723" y="506"/>
                    <a:pt x="3845" y="0"/>
                    <a:pt x="29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64"/>
            <p:cNvSpPr/>
            <p:nvPr/>
          </p:nvSpPr>
          <p:spPr>
            <a:xfrm>
              <a:off x="3889625" y="4548500"/>
              <a:ext cx="156800" cy="146150"/>
            </a:xfrm>
            <a:custGeom>
              <a:avLst/>
              <a:gdLst/>
              <a:ahLst/>
              <a:cxnLst/>
              <a:rect l="l" t="t" r="r" b="b"/>
              <a:pathLst>
                <a:path w="6272" h="5846" extrusionOk="0">
                  <a:moveTo>
                    <a:pt x="2933" y="0"/>
                  </a:moveTo>
                  <a:cubicBezTo>
                    <a:pt x="2552" y="0"/>
                    <a:pt x="2165" y="88"/>
                    <a:pt x="1801" y="275"/>
                  </a:cubicBezTo>
                  <a:lnTo>
                    <a:pt x="1735" y="309"/>
                  </a:lnTo>
                  <a:cubicBezTo>
                    <a:pt x="500" y="942"/>
                    <a:pt x="0" y="2444"/>
                    <a:pt x="634" y="3678"/>
                  </a:cubicBezTo>
                  <a:lnTo>
                    <a:pt x="1768" y="5846"/>
                  </a:lnTo>
                  <a:lnTo>
                    <a:pt x="6271" y="3511"/>
                  </a:lnTo>
                  <a:lnTo>
                    <a:pt x="5170" y="1376"/>
                  </a:lnTo>
                  <a:cubicBezTo>
                    <a:pt x="4723" y="506"/>
                    <a:pt x="3845" y="0"/>
                    <a:pt x="293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64"/>
            <p:cNvSpPr/>
            <p:nvPr/>
          </p:nvSpPr>
          <p:spPr>
            <a:xfrm>
              <a:off x="4068075" y="4241475"/>
              <a:ext cx="196000" cy="235025"/>
            </a:xfrm>
            <a:custGeom>
              <a:avLst/>
              <a:gdLst/>
              <a:ahLst/>
              <a:cxnLst/>
              <a:rect l="l" t="t" r="r" b="b"/>
              <a:pathLst>
                <a:path w="7840" h="9401" extrusionOk="0">
                  <a:moveTo>
                    <a:pt x="4932" y="0"/>
                  </a:moveTo>
                  <a:cubicBezTo>
                    <a:pt x="4001" y="0"/>
                    <a:pt x="3102" y="526"/>
                    <a:pt x="2669" y="1415"/>
                  </a:cubicBezTo>
                  <a:lnTo>
                    <a:pt x="1635" y="3617"/>
                  </a:lnTo>
                  <a:lnTo>
                    <a:pt x="601" y="5785"/>
                  </a:lnTo>
                  <a:cubicBezTo>
                    <a:pt x="1" y="7052"/>
                    <a:pt x="501" y="8553"/>
                    <a:pt x="1768" y="9120"/>
                  </a:cubicBezTo>
                  <a:lnTo>
                    <a:pt x="1835" y="9154"/>
                  </a:lnTo>
                  <a:cubicBezTo>
                    <a:pt x="2180" y="9322"/>
                    <a:pt x="2546" y="9401"/>
                    <a:pt x="2908" y="9401"/>
                  </a:cubicBezTo>
                  <a:cubicBezTo>
                    <a:pt x="3839" y="9401"/>
                    <a:pt x="4738" y="8875"/>
                    <a:pt x="5171" y="7986"/>
                  </a:cubicBezTo>
                  <a:lnTo>
                    <a:pt x="6205" y="5785"/>
                  </a:lnTo>
                  <a:lnTo>
                    <a:pt x="7239" y="3617"/>
                  </a:lnTo>
                  <a:cubicBezTo>
                    <a:pt x="7839" y="2349"/>
                    <a:pt x="7306" y="881"/>
                    <a:pt x="6072" y="281"/>
                  </a:cubicBezTo>
                  <a:lnTo>
                    <a:pt x="6005" y="247"/>
                  </a:lnTo>
                  <a:cubicBezTo>
                    <a:pt x="5660" y="80"/>
                    <a:pt x="5294" y="0"/>
                    <a:pt x="493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64"/>
            <p:cNvSpPr/>
            <p:nvPr/>
          </p:nvSpPr>
          <p:spPr>
            <a:xfrm>
              <a:off x="4108950" y="4241475"/>
              <a:ext cx="155125" cy="144625"/>
            </a:xfrm>
            <a:custGeom>
              <a:avLst/>
              <a:gdLst/>
              <a:ahLst/>
              <a:cxnLst/>
              <a:rect l="l" t="t" r="r" b="b"/>
              <a:pathLst>
                <a:path w="6205" h="5785" extrusionOk="0">
                  <a:moveTo>
                    <a:pt x="3297" y="0"/>
                  </a:moveTo>
                  <a:cubicBezTo>
                    <a:pt x="2366" y="0"/>
                    <a:pt x="1467" y="526"/>
                    <a:pt x="1034" y="1415"/>
                  </a:cubicBezTo>
                  <a:lnTo>
                    <a:pt x="0" y="3617"/>
                  </a:lnTo>
                  <a:lnTo>
                    <a:pt x="4570" y="5785"/>
                  </a:lnTo>
                  <a:lnTo>
                    <a:pt x="5604" y="3617"/>
                  </a:lnTo>
                  <a:cubicBezTo>
                    <a:pt x="6204" y="2349"/>
                    <a:pt x="5704" y="881"/>
                    <a:pt x="4437" y="281"/>
                  </a:cubicBezTo>
                  <a:lnTo>
                    <a:pt x="4370" y="247"/>
                  </a:lnTo>
                  <a:cubicBezTo>
                    <a:pt x="4025" y="80"/>
                    <a:pt x="3659" y="0"/>
                    <a:pt x="3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64"/>
            <p:cNvSpPr/>
            <p:nvPr/>
          </p:nvSpPr>
          <p:spPr>
            <a:xfrm>
              <a:off x="4045550" y="4607075"/>
              <a:ext cx="126800" cy="246875"/>
            </a:xfrm>
            <a:custGeom>
              <a:avLst/>
              <a:gdLst/>
              <a:ahLst/>
              <a:cxnLst/>
              <a:rect l="l" t="t" r="r" b="b"/>
              <a:pathLst>
                <a:path w="5072" h="9875" extrusionOk="0">
                  <a:moveTo>
                    <a:pt x="2503" y="0"/>
                  </a:moveTo>
                  <a:cubicBezTo>
                    <a:pt x="1102" y="0"/>
                    <a:pt x="1" y="1135"/>
                    <a:pt x="1" y="2502"/>
                  </a:cubicBezTo>
                  <a:lnTo>
                    <a:pt x="1" y="7372"/>
                  </a:lnTo>
                  <a:cubicBezTo>
                    <a:pt x="1" y="8740"/>
                    <a:pt x="1102" y="9874"/>
                    <a:pt x="2503" y="9874"/>
                  </a:cubicBezTo>
                  <a:lnTo>
                    <a:pt x="2569" y="9874"/>
                  </a:lnTo>
                  <a:cubicBezTo>
                    <a:pt x="3937" y="9874"/>
                    <a:pt x="5071" y="8740"/>
                    <a:pt x="5071" y="7372"/>
                  </a:cubicBezTo>
                  <a:lnTo>
                    <a:pt x="5071" y="2502"/>
                  </a:lnTo>
                  <a:cubicBezTo>
                    <a:pt x="5071" y="1135"/>
                    <a:pt x="3937" y="0"/>
                    <a:pt x="256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64"/>
            <p:cNvSpPr/>
            <p:nvPr/>
          </p:nvSpPr>
          <p:spPr>
            <a:xfrm>
              <a:off x="4045550" y="4607900"/>
              <a:ext cx="126800" cy="123450"/>
            </a:xfrm>
            <a:custGeom>
              <a:avLst/>
              <a:gdLst/>
              <a:ahLst/>
              <a:cxnLst/>
              <a:rect l="l" t="t" r="r" b="b"/>
              <a:pathLst>
                <a:path w="5072" h="4938" extrusionOk="0">
                  <a:moveTo>
                    <a:pt x="2503" y="1"/>
                  </a:moveTo>
                  <a:cubicBezTo>
                    <a:pt x="1102" y="1"/>
                    <a:pt x="1" y="1102"/>
                    <a:pt x="1" y="2503"/>
                  </a:cubicBezTo>
                  <a:lnTo>
                    <a:pt x="1" y="4938"/>
                  </a:lnTo>
                  <a:lnTo>
                    <a:pt x="5071" y="4938"/>
                  </a:lnTo>
                  <a:lnTo>
                    <a:pt x="5071" y="2503"/>
                  </a:lnTo>
                  <a:cubicBezTo>
                    <a:pt x="5071" y="1102"/>
                    <a:pt x="3937" y="1"/>
                    <a:pt x="25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64"/>
            <p:cNvSpPr/>
            <p:nvPr/>
          </p:nvSpPr>
          <p:spPr>
            <a:xfrm>
              <a:off x="4404975" y="4324375"/>
              <a:ext cx="186825" cy="239025"/>
            </a:xfrm>
            <a:custGeom>
              <a:avLst/>
              <a:gdLst/>
              <a:ahLst/>
              <a:cxnLst/>
              <a:rect l="l" t="t" r="r" b="b"/>
              <a:pathLst>
                <a:path w="7473" h="9561" extrusionOk="0">
                  <a:moveTo>
                    <a:pt x="2895" y="0"/>
                  </a:moveTo>
                  <a:cubicBezTo>
                    <a:pt x="2599" y="0"/>
                    <a:pt x="2297" y="54"/>
                    <a:pt x="2002" y="167"/>
                  </a:cubicBezTo>
                  <a:lnTo>
                    <a:pt x="1936" y="200"/>
                  </a:lnTo>
                  <a:cubicBezTo>
                    <a:pt x="635" y="701"/>
                    <a:pt x="1" y="2135"/>
                    <a:pt x="501" y="3436"/>
                  </a:cubicBezTo>
                  <a:lnTo>
                    <a:pt x="1368" y="5704"/>
                  </a:lnTo>
                  <a:lnTo>
                    <a:pt x="2236" y="7973"/>
                  </a:lnTo>
                  <a:cubicBezTo>
                    <a:pt x="2625" y="8958"/>
                    <a:pt x="3598" y="9560"/>
                    <a:pt x="4608" y="9560"/>
                  </a:cubicBezTo>
                  <a:cubicBezTo>
                    <a:pt x="4897" y="9560"/>
                    <a:pt x="5189" y="9511"/>
                    <a:pt x="5471" y="9407"/>
                  </a:cubicBezTo>
                  <a:lnTo>
                    <a:pt x="5538" y="9374"/>
                  </a:lnTo>
                  <a:cubicBezTo>
                    <a:pt x="6839" y="8873"/>
                    <a:pt x="7473" y="7406"/>
                    <a:pt x="6972" y="6138"/>
                  </a:cubicBezTo>
                  <a:lnTo>
                    <a:pt x="6105" y="3870"/>
                  </a:lnTo>
                  <a:lnTo>
                    <a:pt x="5238" y="1601"/>
                  </a:lnTo>
                  <a:cubicBezTo>
                    <a:pt x="4851" y="621"/>
                    <a:pt x="3906" y="0"/>
                    <a:pt x="28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64"/>
            <p:cNvSpPr/>
            <p:nvPr/>
          </p:nvSpPr>
          <p:spPr>
            <a:xfrm>
              <a:off x="4404975" y="4324375"/>
              <a:ext cx="152650" cy="142625"/>
            </a:xfrm>
            <a:custGeom>
              <a:avLst/>
              <a:gdLst/>
              <a:ahLst/>
              <a:cxnLst/>
              <a:rect l="l" t="t" r="r" b="b"/>
              <a:pathLst>
                <a:path w="6106" h="5705" extrusionOk="0">
                  <a:moveTo>
                    <a:pt x="2895" y="0"/>
                  </a:moveTo>
                  <a:cubicBezTo>
                    <a:pt x="2599" y="0"/>
                    <a:pt x="2297" y="54"/>
                    <a:pt x="2002" y="167"/>
                  </a:cubicBezTo>
                  <a:lnTo>
                    <a:pt x="1936" y="200"/>
                  </a:lnTo>
                  <a:cubicBezTo>
                    <a:pt x="668" y="701"/>
                    <a:pt x="1" y="2135"/>
                    <a:pt x="501" y="3436"/>
                  </a:cubicBezTo>
                  <a:lnTo>
                    <a:pt x="1368" y="5704"/>
                  </a:lnTo>
                  <a:lnTo>
                    <a:pt x="6105" y="3870"/>
                  </a:lnTo>
                  <a:lnTo>
                    <a:pt x="5238" y="1601"/>
                  </a:lnTo>
                  <a:cubicBezTo>
                    <a:pt x="4851" y="621"/>
                    <a:pt x="3906" y="0"/>
                    <a:pt x="28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4"/>
            <p:cNvSpPr/>
            <p:nvPr/>
          </p:nvSpPr>
          <p:spPr>
            <a:xfrm>
              <a:off x="4084750" y="4434150"/>
              <a:ext cx="255200" cy="166575"/>
            </a:xfrm>
            <a:custGeom>
              <a:avLst/>
              <a:gdLst/>
              <a:ahLst/>
              <a:cxnLst/>
              <a:rect l="l" t="t" r="r" b="b"/>
              <a:pathLst>
                <a:path w="10208" h="6663" extrusionOk="0">
                  <a:moveTo>
                    <a:pt x="7402" y="1"/>
                  </a:moveTo>
                  <a:cubicBezTo>
                    <a:pt x="7126" y="1"/>
                    <a:pt x="6846" y="47"/>
                    <a:pt x="6572" y="146"/>
                  </a:cubicBezTo>
                  <a:lnTo>
                    <a:pt x="4270" y="946"/>
                  </a:lnTo>
                  <a:lnTo>
                    <a:pt x="2002" y="1714"/>
                  </a:lnTo>
                  <a:cubicBezTo>
                    <a:pt x="668" y="2181"/>
                    <a:pt x="1" y="3582"/>
                    <a:pt x="434" y="4916"/>
                  </a:cubicBezTo>
                  <a:lnTo>
                    <a:pt x="468" y="4983"/>
                  </a:lnTo>
                  <a:cubicBezTo>
                    <a:pt x="810" y="6009"/>
                    <a:pt x="1775" y="6662"/>
                    <a:pt x="2807" y="6662"/>
                  </a:cubicBezTo>
                  <a:cubicBezTo>
                    <a:pt x="3082" y="6662"/>
                    <a:pt x="3362" y="6616"/>
                    <a:pt x="3637" y="6517"/>
                  </a:cubicBezTo>
                  <a:lnTo>
                    <a:pt x="5938" y="5717"/>
                  </a:lnTo>
                  <a:lnTo>
                    <a:pt x="8207" y="4949"/>
                  </a:lnTo>
                  <a:cubicBezTo>
                    <a:pt x="9541" y="4482"/>
                    <a:pt x="10208" y="3081"/>
                    <a:pt x="9774" y="1747"/>
                  </a:cubicBezTo>
                  <a:lnTo>
                    <a:pt x="9741" y="1680"/>
                  </a:lnTo>
                  <a:cubicBezTo>
                    <a:pt x="9399" y="654"/>
                    <a:pt x="8433" y="1"/>
                    <a:pt x="740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4"/>
            <p:cNvSpPr/>
            <p:nvPr/>
          </p:nvSpPr>
          <p:spPr>
            <a:xfrm>
              <a:off x="4191500" y="4434150"/>
              <a:ext cx="148450" cy="142925"/>
            </a:xfrm>
            <a:custGeom>
              <a:avLst/>
              <a:gdLst/>
              <a:ahLst/>
              <a:cxnLst/>
              <a:rect l="l" t="t" r="r" b="b"/>
              <a:pathLst>
                <a:path w="5938" h="5717" extrusionOk="0">
                  <a:moveTo>
                    <a:pt x="3132" y="1"/>
                  </a:moveTo>
                  <a:cubicBezTo>
                    <a:pt x="2856" y="1"/>
                    <a:pt x="2576" y="47"/>
                    <a:pt x="2302" y="146"/>
                  </a:cubicBezTo>
                  <a:lnTo>
                    <a:pt x="0" y="946"/>
                  </a:lnTo>
                  <a:lnTo>
                    <a:pt x="1668" y="5717"/>
                  </a:lnTo>
                  <a:lnTo>
                    <a:pt x="3937" y="4949"/>
                  </a:lnTo>
                  <a:cubicBezTo>
                    <a:pt x="5237" y="4482"/>
                    <a:pt x="5938" y="3081"/>
                    <a:pt x="5504" y="1747"/>
                  </a:cubicBezTo>
                  <a:lnTo>
                    <a:pt x="5471" y="1680"/>
                  </a:lnTo>
                  <a:cubicBezTo>
                    <a:pt x="5129" y="654"/>
                    <a:pt x="4163" y="1"/>
                    <a:pt x="3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4"/>
            <p:cNvSpPr/>
            <p:nvPr/>
          </p:nvSpPr>
          <p:spPr>
            <a:xfrm>
              <a:off x="4255700" y="4636950"/>
              <a:ext cx="221850" cy="215175"/>
            </a:xfrm>
            <a:custGeom>
              <a:avLst/>
              <a:gdLst/>
              <a:ahLst/>
              <a:cxnLst/>
              <a:rect l="l" t="t" r="r" b="b"/>
              <a:pathLst>
                <a:path w="8874" h="8607" extrusionOk="0">
                  <a:moveTo>
                    <a:pt x="6029" y="1"/>
                  </a:moveTo>
                  <a:cubicBezTo>
                    <a:pt x="5359" y="1"/>
                    <a:pt x="4691" y="268"/>
                    <a:pt x="4204" y="807"/>
                  </a:cubicBezTo>
                  <a:lnTo>
                    <a:pt x="2569" y="2575"/>
                  </a:lnTo>
                  <a:lnTo>
                    <a:pt x="935" y="4376"/>
                  </a:lnTo>
                  <a:cubicBezTo>
                    <a:pt x="1" y="5377"/>
                    <a:pt x="68" y="6978"/>
                    <a:pt x="1068" y="7912"/>
                  </a:cubicBezTo>
                  <a:lnTo>
                    <a:pt x="1135" y="7945"/>
                  </a:lnTo>
                  <a:cubicBezTo>
                    <a:pt x="1610" y="8388"/>
                    <a:pt x="2219" y="8606"/>
                    <a:pt x="2828" y="8606"/>
                  </a:cubicBezTo>
                  <a:cubicBezTo>
                    <a:pt x="3504" y="8606"/>
                    <a:pt x="4180" y="8338"/>
                    <a:pt x="4671" y="7812"/>
                  </a:cubicBezTo>
                  <a:lnTo>
                    <a:pt x="6305" y="6011"/>
                  </a:lnTo>
                  <a:lnTo>
                    <a:pt x="7940" y="4243"/>
                  </a:lnTo>
                  <a:cubicBezTo>
                    <a:pt x="8874" y="3242"/>
                    <a:pt x="8807" y="1641"/>
                    <a:pt x="7806" y="707"/>
                  </a:cubicBezTo>
                  <a:lnTo>
                    <a:pt x="7740" y="673"/>
                  </a:lnTo>
                  <a:cubicBezTo>
                    <a:pt x="7261" y="226"/>
                    <a:pt x="6644" y="1"/>
                    <a:pt x="60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4"/>
            <p:cNvSpPr/>
            <p:nvPr/>
          </p:nvSpPr>
          <p:spPr>
            <a:xfrm>
              <a:off x="4319925" y="4636950"/>
              <a:ext cx="157625" cy="150275"/>
            </a:xfrm>
            <a:custGeom>
              <a:avLst/>
              <a:gdLst/>
              <a:ahLst/>
              <a:cxnLst/>
              <a:rect l="l" t="t" r="r" b="b"/>
              <a:pathLst>
                <a:path w="6305" h="6011" extrusionOk="0">
                  <a:moveTo>
                    <a:pt x="3460" y="1"/>
                  </a:moveTo>
                  <a:cubicBezTo>
                    <a:pt x="2790" y="1"/>
                    <a:pt x="2122" y="268"/>
                    <a:pt x="1635" y="807"/>
                  </a:cubicBezTo>
                  <a:lnTo>
                    <a:pt x="0" y="2575"/>
                  </a:lnTo>
                  <a:lnTo>
                    <a:pt x="3736" y="6011"/>
                  </a:lnTo>
                  <a:lnTo>
                    <a:pt x="5371" y="4243"/>
                  </a:lnTo>
                  <a:cubicBezTo>
                    <a:pt x="6305" y="3242"/>
                    <a:pt x="6238" y="1641"/>
                    <a:pt x="5237" y="707"/>
                  </a:cubicBezTo>
                  <a:lnTo>
                    <a:pt x="5171" y="673"/>
                  </a:lnTo>
                  <a:cubicBezTo>
                    <a:pt x="4692" y="226"/>
                    <a:pt x="4075" y="1"/>
                    <a:pt x="34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4"/>
            <p:cNvSpPr/>
            <p:nvPr/>
          </p:nvSpPr>
          <p:spPr>
            <a:xfrm>
              <a:off x="4293225" y="4484325"/>
              <a:ext cx="141800" cy="246350"/>
            </a:xfrm>
            <a:custGeom>
              <a:avLst/>
              <a:gdLst/>
              <a:ahLst/>
              <a:cxnLst/>
              <a:rect l="l" t="t" r="r" b="b"/>
              <a:pathLst>
                <a:path w="5672" h="9854" extrusionOk="0">
                  <a:moveTo>
                    <a:pt x="3016" y="0"/>
                  </a:moveTo>
                  <a:cubicBezTo>
                    <a:pt x="1697" y="0"/>
                    <a:pt x="597" y="1002"/>
                    <a:pt x="501" y="2309"/>
                  </a:cubicBezTo>
                  <a:lnTo>
                    <a:pt x="301" y="4710"/>
                  </a:lnTo>
                  <a:lnTo>
                    <a:pt x="101" y="7145"/>
                  </a:lnTo>
                  <a:cubicBezTo>
                    <a:pt x="1" y="8513"/>
                    <a:pt x="1002" y="9714"/>
                    <a:pt x="2403" y="9847"/>
                  </a:cubicBezTo>
                  <a:lnTo>
                    <a:pt x="2469" y="9847"/>
                  </a:lnTo>
                  <a:cubicBezTo>
                    <a:pt x="2531" y="9852"/>
                    <a:pt x="2592" y="9854"/>
                    <a:pt x="2652" y="9854"/>
                  </a:cubicBezTo>
                  <a:cubicBezTo>
                    <a:pt x="3943" y="9854"/>
                    <a:pt x="5044" y="8852"/>
                    <a:pt x="5171" y="7546"/>
                  </a:cubicBezTo>
                  <a:lnTo>
                    <a:pt x="5371" y="5144"/>
                  </a:lnTo>
                  <a:lnTo>
                    <a:pt x="5572" y="2709"/>
                  </a:lnTo>
                  <a:cubicBezTo>
                    <a:pt x="5672" y="1341"/>
                    <a:pt x="4638" y="140"/>
                    <a:pt x="3270" y="7"/>
                  </a:cubicBezTo>
                  <a:lnTo>
                    <a:pt x="3203" y="7"/>
                  </a:lnTo>
                  <a:cubicBezTo>
                    <a:pt x="3140" y="2"/>
                    <a:pt x="3078" y="0"/>
                    <a:pt x="301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4"/>
            <p:cNvSpPr/>
            <p:nvPr/>
          </p:nvSpPr>
          <p:spPr>
            <a:xfrm>
              <a:off x="4300750" y="4484325"/>
              <a:ext cx="134275" cy="128600"/>
            </a:xfrm>
            <a:custGeom>
              <a:avLst/>
              <a:gdLst/>
              <a:ahLst/>
              <a:cxnLst/>
              <a:rect l="l" t="t" r="r" b="b"/>
              <a:pathLst>
                <a:path w="5371" h="5144" extrusionOk="0">
                  <a:moveTo>
                    <a:pt x="2719" y="0"/>
                  </a:moveTo>
                  <a:cubicBezTo>
                    <a:pt x="1426" y="0"/>
                    <a:pt x="296" y="1002"/>
                    <a:pt x="200" y="2309"/>
                  </a:cubicBezTo>
                  <a:lnTo>
                    <a:pt x="0" y="4710"/>
                  </a:lnTo>
                  <a:lnTo>
                    <a:pt x="5070" y="5144"/>
                  </a:lnTo>
                  <a:lnTo>
                    <a:pt x="5271" y="2709"/>
                  </a:lnTo>
                  <a:cubicBezTo>
                    <a:pt x="5371" y="1341"/>
                    <a:pt x="4337" y="140"/>
                    <a:pt x="2969" y="7"/>
                  </a:cubicBezTo>
                  <a:lnTo>
                    <a:pt x="2902" y="7"/>
                  </a:lnTo>
                  <a:cubicBezTo>
                    <a:pt x="2841" y="2"/>
                    <a:pt x="2780" y="0"/>
                    <a:pt x="27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4" name="Google Shape;1134;p64"/>
          <p:cNvSpPr/>
          <p:nvPr/>
        </p:nvSpPr>
        <p:spPr>
          <a:xfrm>
            <a:off x="8203299" y="43387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5" name="Google Shape;1135;p64"/>
          <p:cNvGrpSpPr/>
          <p:nvPr/>
        </p:nvGrpSpPr>
        <p:grpSpPr>
          <a:xfrm>
            <a:off x="7903223" y="1550975"/>
            <a:ext cx="357775" cy="295791"/>
            <a:chOff x="-783927" y="2108838"/>
            <a:chExt cx="357775" cy="295791"/>
          </a:xfrm>
        </p:grpSpPr>
        <p:sp>
          <p:nvSpPr>
            <p:cNvPr id="1136" name="Google Shape;1136;p64"/>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64"/>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8" name="Google Shape;1138;p64"/>
          <p:cNvSpPr/>
          <p:nvPr/>
        </p:nvSpPr>
        <p:spPr>
          <a:xfrm>
            <a:off x="4456925" y="423442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9" name="Google Shape;1139;p64"/>
          <p:cNvGrpSpPr/>
          <p:nvPr/>
        </p:nvGrpSpPr>
        <p:grpSpPr>
          <a:xfrm rot="9651258">
            <a:off x="4835527" y="350969"/>
            <a:ext cx="643548" cy="377045"/>
            <a:chOff x="-1131628" y="1250953"/>
            <a:chExt cx="695437" cy="407447"/>
          </a:xfrm>
        </p:grpSpPr>
        <p:sp>
          <p:nvSpPr>
            <p:cNvPr id="1140" name="Google Shape;1140;p64"/>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64"/>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64"/>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2908;p89">
            <a:extLst>
              <a:ext uri="{FF2B5EF4-FFF2-40B4-BE49-F238E27FC236}">
                <a16:creationId xmlns:a16="http://schemas.microsoft.com/office/drawing/2014/main" id="{CE402C6C-919E-5F17-CF89-34DA0090057A}"/>
              </a:ext>
            </a:extLst>
          </p:cNvPr>
          <p:cNvSpPr txBox="1">
            <a:spLocks noGrp="1"/>
          </p:cNvSpPr>
          <p:nvPr>
            <p:ph type="subTitle" idx="1"/>
          </p:nvPr>
        </p:nvSpPr>
        <p:spPr>
          <a:xfrm>
            <a:off x="781634" y="3173475"/>
            <a:ext cx="2876452" cy="739500"/>
          </a:xfrm>
          <a:prstGeom prst="rect">
            <a:avLst/>
          </a:prstGeom>
        </p:spPr>
        <p:txBody>
          <a:bodyPr spcFirstLastPara="1" wrap="square" lIns="91425" tIns="91425" rIns="91425" bIns="91425" anchor="t" anchorCtr="0">
            <a:noAutofit/>
          </a:bodyPr>
          <a:lstStyle/>
          <a:p>
            <a:pPr marL="0" indent="0"/>
            <a:r>
              <a:rPr lang="en-CA"/>
              <a:t>What did we do before?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975"/>
                                        </p:tgtEl>
                                        <p:attrNameLst>
                                          <p:attrName>style.visibility</p:attrName>
                                        </p:attrNameLst>
                                      </p:cBhvr>
                                      <p:to>
                                        <p:strVal val="visible"/>
                                      </p:to>
                                    </p:set>
                                    <p:anim calcmode="lin" valueType="num">
                                      <p:cBhvr additive="base">
                                        <p:cTn id="7" dur="1000"/>
                                        <p:tgtEl>
                                          <p:spTgt spid="975"/>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976"/>
                                        </p:tgtEl>
                                        <p:attrNameLst>
                                          <p:attrName>style.visibility</p:attrName>
                                        </p:attrNameLst>
                                      </p:cBhvr>
                                      <p:to>
                                        <p:strVal val="visible"/>
                                      </p:to>
                                    </p:set>
                                    <p:anim calcmode="lin" valueType="num">
                                      <p:cBhvr additive="base">
                                        <p:cTn id="10" dur="1000"/>
                                        <p:tgtEl>
                                          <p:spTgt spid="976"/>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978"/>
                                        </p:tgtEl>
                                        <p:attrNameLst>
                                          <p:attrName>style.visibility</p:attrName>
                                        </p:attrNameLst>
                                      </p:cBhvr>
                                      <p:to>
                                        <p:strVal val="visible"/>
                                      </p:to>
                                    </p:set>
                                    <p:animEffect transition="in" filter="fade">
                                      <p:cBhvr>
                                        <p:cTn id="14" dur="1000"/>
                                        <p:tgtEl>
                                          <p:spTgt spid="978"/>
                                        </p:tgtEl>
                                      </p:cBhvr>
                                    </p:animEffect>
                                  </p:childTnLst>
                                </p:cTn>
                              </p:par>
                              <p:par>
                                <p:cTn id="15" presetID="2" presetClass="entr" presetSubtype="8"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1000"/>
                                        <p:tgtEl>
                                          <p:spTgt spid="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21">
          <a:extLst>
            <a:ext uri="{FF2B5EF4-FFF2-40B4-BE49-F238E27FC236}">
              <a16:creationId xmlns:a16="http://schemas.microsoft.com/office/drawing/2014/main" id="{4E6F1814-8DE5-0FF4-C0BA-5958EE6F58EF}"/>
            </a:ext>
          </a:extLst>
        </p:cNvPr>
        <p:cNvGrpSpPr/>
        <p:nvPr/>
      </p:nvGrpSpPr>
      <p:grpSpPr>
        <a:xfrm>
          <a:off x="0" y="0"/>
          <a:ext cx="0" cy="0"/>
          <a:chOff x="0" y="0"/>
          <a:chExt cx="0" cy="0"/>
        </a:xfrm>
      </p:grpSpPr>
      <p:grpSp>
        <p:nvGrpSpPr>
          <p:cNvPr id="3635" name="Google Shape;3635;p102">
            <a:extLst>
              <a:ext uri="{FF2B5EF4-FFF2-40B4-BE49-F238E27FC236}">
                <a16:creationId xmlns:a16="http://schemas.microsoft.com/office/drawing/2014/main" id="{4F92760F-0EEB-B7B1-D4A7-641A15A2F79E}"/>
              </a:ext>
            </a:extLst>
          </p:cNvPr>
          <p:cNvGrpSpPr/>
          <p:nvPr/>
        </p:nvGrpSpPr>
        <p:grpSpPr>
          <a:xfrm>
            <a:off x="7262181" y="3574586"/>
            <a:ext cx="1712876" cy="1570234"/>
            <a:chOff x="1519600" y="985150"/>
            <a:chExt cx="4640825" cy="4465875"/>
          </a:xfrm>
        </p:grpSpPr>
        <p:sp>
          <p:nvSpPr>
            <p:cNvPr id="3636" name="Google Shape;3636;p102">
              <a:extLst>
                <a:ext uri="{FF2B5EF4-FFF2-40B4-BE49-F238E27FC236}">
                  <a16:creationId xmlns:a16="http://schemas.microsoft.com/office/drawing/2014/main" id="{5E20D15C-3C8F-8920-F3CA-37C9374D4A74}"/>
                </a:ext>
              </a:extLst>
            </p:cNvPr>
            <p:cNvSpPr/>
            <p:nvPr/>
          </p:nvSpPr>
          <p:spPr>
            <a:xfrm>
              <a:off x="1519600" y="1589925"/>
              <a:ext cx="4640825" cy="2931275"/>
            </a:xfrm>
            <a:custGeom>
              <a:avLst/>
              <a:gdLst/>
              <a:ahLst/>
              <a:cxnLst/>
              <a:rect l="l" t="t" r="r" b="b"/>
              <a:pathLst>
                <a:path w="185633" h="117251" extrusionOk="0">
                  <a:moveTo>
                    <a:pt x="29621" y="17613"/>
                  </a:moveTo>
                  <a:cubicBezTo>
                    <a:pt x="30255" y="17613"/>
                    <a:pt x="31623" y="16245"/>
                    <a:pt x="30889" y="15978"/>
                  </a:cubicBezTo>
                  <a:cubicBezTo>
                    <a:pt x="29888" y="15645"/>
                    <a:pt x="29154" y="16178"/>
                    <a:pt x="29154" y="16178"/>
                  </a:cubicBezTo>
                  <a:cubicBezTo>
                    <a:pt x="28821" y="16312"/>
                    <a:pt x="28954" y="17613"/>
                    <a:pt x="29621" y="17613"/>
                  </a:cubicBezTo>
                  <a:close/>
                  <a:moveTo>
                    <a:pt x="24551" y="20348"/>
                  </a:moveTo>
                  <a:cubicBezTo>
                    <a:pt x="25352" y="20782"/>
                    <a:pt x="26886" y="19647"/>
                    <a:pt x="27386" y="19080"/>
                  </a:cubicBezTo>
                  <a:cubicBezTo>
                    <a:pt x="29821" y="16245"/>
                    <a:pt x="26486" y="17446"/>
                    <a:pt x="26486" y="17446"/>
                  </a:cubicBezTo>
                  <a:cubicBezTo>
                    <a:pt x="25285" y="18146"/>
                    <a:pt x="23784" y="19948"/>
                    <a:pt x="24551" y="20348"/>
                  </a:cubicBezTo>
                  <a:close/>
                  <a:moveTo>
                    <a:pt x="27620" y="19848"/>
                  </a:moveTo>
                  <a:cubicBezTo>
                    <a:pt x="26986" y="21149"/>
                    <a:pt x="25885" y="22483"/>
                    <a:pt x="27186" y="22583"/>
                  </a:cubicBezTo>
                  <a:cubicBezTo>
                    <a:pt x="28487" y="22650"/>
                    <a:pt x="28687" y="23083"/>
                    <a:pt x="28821" y="23484"/>
                  </a:cubicBezTo>
                  <a:cubicBezTo>
                    <a:pt x="28887" y="23917"/>
                    <a:pt x="30022" y="23417"/>
                    <a:pt x="31022" y="23083"/>
                  </a:cubicBezTo>
                  <a:cubicBezTo>
                    <a:pt x="32023" y="22783"/>
                    <a:pt x="33024" y="22850"/>
                    <a:pt x="33224" y="21849"/>
                  </a:cubicBezTo>
                  <a:cubicBezTo>
                    <a:pt x="33457" y="20848"/>
                    <a:pt x="33024" y="20348"/>
                    <a:pt x="32323" y="19514"/>
                  </a:cubicBezTo>
                  <a:cubicBezTo>
                    <a:pt x="31623" y="18747"/>
                    <a:pt x="30889" y="19314"/>
                    <a:pt x="30322" y="20148"/>
                  </a:cubicBezTo>
                  <a:cubicBezTo>
                    <a:pt x="29688" y="20948"/>
                    <a:pt x="28687" y="20348"/>
                    <a:pt x="28487" y="19948"/>
                  </a:cubicBezTo>
                  <a:cubicBezTo>
                    <a:pt x="28287" y="19581"/>
                    <a:pt x="27620" y="19848"/>
                    <a:pt x="27620" y="19848"/>
                  </a:cubicBezTo>
                  <a:close/>
                  <a:moveTo>
                    <a:pt x="24784" y="29454"/>
                  </a:moveTo>
                  <a:cubicBezTo>
                    <a:pt x="25552" y="28454"/>
                    <a:pt x="25485" y="27119"/>
                    <a:pt x="26185" y="26819"/>
                  </a:cubicBezTo>
                  <a:cubicBezTo>
                    <a:pt x="26886" y="26519"/>
                    <a:pt x="29521" y="25418"/>
                    <a:pt x="27386" y="24618"/>
                  </a:cubicBezTo>
                  <a:cubicBezTo>
                    <a:pt x="26052" y="24117"/>
                    <a:pt x="24784" y="24017"/>
                    <a:pt x="23951" y="24051"/>
                  </a:cubicBezTo>
                  <a:cubicBezTo>
                    <a:pt x="23517" y="24051"/>
                    <a:pt x="23150" y="24418"/>
                    <a:pt x="23117" y="24818"/>
                  </a:cubicBezTo>
                  <a:cubicBezTo>
                    <a:pt x="22950" y="25819"/>
                    <a:pt x="22616" y="27586"/>
                    <a:pt x="22983" y="28154"/>
                  </a:cubicBezTo>
                  <a:cubicBezTo>
                    <a:pt x="23450" y="28954"/>
                    <a:pt x="23951" y="30455"/>
                    <a:pt x="24784" y="29454"/>
                  </a:cubicBezTo>
                  <a:close/>
                  <a:moveTo>
                    <a:pt x="113014" y="89197"/>
                  </a:moveTo>
                  <a:cubicBezTo>
                    <a:pt x="112947" y="89131"/>
                    <a:pt x="112847" y="89131"/>
                    <a:pt x="112747" y="89197"/>
                  </a:cubicBezTo>
                  <a:cubicBezTo>
                    <a:pt x="112547" y="89531"/>
                    <a:pt x="112380" y="90198"/>
                    <a:pt x="111880" y="90532"/>
                  </a:cubicBezTo>
                  <a:cubicBezTo>
                    <a:pt x="111246" y="90965"/>
                    <a:pt x="110446" y="90832"/>
                    <a:pt x="110379" y="91566"/>
                  </a:cubicBezTo>
                  <a:cubicBezTo>
                    <a:pt x="110279" y="92333"/>
                    <a:pt x="110379" y="92700"/>
                    <a:pt x="110279" y="93300"/>
                  </a:cubicBezTo>
                  <a:cubicBezTo>
                    <a:pt x="110212" y="93901"/>
                    <a:pt x="109812" y="93834"/>
                    <a:pt x="109812" y="94468"/>
                  </a:cubicBezTo>
                  <a:cubicBezTo>
                    <a:pt x="109812" y="95068"/>
                    <a:pt x="109879" y="95869"/>
                    <a:pt x="110279" y="96169"/>
                  </a:cubicBezTo>
                  <a:cubicBezTo>
                    <a:pt x="110712" y="96469"/>
                    <a:pt x="111813" y="96469"/>
                    <a:pt x="112214" y="95135"/>
                  </a:cubicBezTo>
                  <a:cubicBezTo>
                    <a:pt x="112547" y="93734"/>
                    <a:pt x="113214" y="92233"/>
                    <a:pt x="113214" y="91699"/>
                  </a:cubicBezTo>
                  <a:cubicBezTo>
                    <a:pt x="113214" y="91165"/>
                    <a:pt x="113214" y="90832"/>
                    <a:pt x="113381" y="90832"/>
                  </a:cubicBezTo>
                  <a:cubicBezTo>
                    <a:pt x="113548" y="90832"/>
                    <a:pt x="113581" y="90698"/>
                    <a:pt x="113414" y="90031"/>
                  </a:cubicBezTo>
                  <a:cubicBezTo>
                    <a:pt x="113281" y="89631"/>
                    <a:pt x="113114" y="89331"/>
                    <a:pt x="113014" y="89197"/>
                  </a:cubicBezTo>
                  <a:close/>
                  <a:moveTo>
                    <a:pt x="37627" y="16278"/>
                  </a:moveTo>
                  <a:cubicBezTo>
                    <a:pt x="38394" y="16278"/>
                    <a:pt x="38828" y="15078"/>
                    <a:pt x="37860" y="14444"/>
                  </a:cubicBezTo>
                  <a:cubicBezTo>
                    <a:pt x="36893" y="13810"/>
                    <a:pt x="36660" y="14177"/>
                    <a:pt x="36660" y="14177"/>
                  </a:cubicBezTo>
                  <a:cubicBezTo>
                    <a:pt x="36860" y="14644"/>
                    <a:pt x="36793" y="16278"/>
                    <a:pt x="37627" y="16278"/>
                  </a:cubicBezTo>
                  <a:close/>
                  <a:moveTo>
                    <a:pt x="46633" y="78223"/>
                  </a:moveTo>
                  <a:cubicBezTo>
                    <a:pt x="47000" y="78189"/>
                    <a:pt x="47234" y="78856"/>
                    <a:pt x="47334" y="79023"/>
                  </a:cubicBezTo>
                  <a:cubicBezTo>
                    <a:pt x="47367" y="79057"/>
                    <a:pt x="47734" y="78456"/>
                    <a:pt x="47734" y="78456"/>
                  </a:cubicBezTo>
                  <a:cubicBezTo>
                    <a:pt x="47701" y="77856"/>
                    <a:pt x="46400" y="77489"/>
                    <a:pt x="46100" y="77789"/>
                  </a:cubicBezTo>
                  <a:cubicBezTo>
                    <a:pt x="45332" y="78523"/>
                    <a:pt x="43965" y="77222"/>
                    <a:pt x="44265" y="76355"/>
                  </a:cubicBezTo>
                  <a:cubicBezTo>
                    <a:pt x="44632" y="75487"/>
                    <a:pt x="44732" y="74387"/>
                    <a:pt x="43665" y="74387"/>
                  </a:cubicBezTo>
                  <a:cubicBezTo>
                    <a:pt x="42564" y="74387"/>
                    <a:pt x="41563" y="74520"/>
                    <a:pt x="41830" y="73719"/>
                  </a:cubicBezTo>
                  <a:cubicBezTo>
                    <a:pt x="42063" y="72952"/>
                    <a:pt x="43431" y="71384"/>
                    <a:pt x="42597" y="71384"/>
                  </a:cubicBezTo>
                  <a:cubicBezTo>
                    <a:pt x="41830" y="71384"/>
                    <a:pt x="41496" y="71485"/>
                    <a:pt x="40662" y="72185"/>
                  </a:cubicBezTo>
                  <a:cubicBezTo>
                    <a:pt x="39862" y="72919"/>
                    <a:pt x="37627" y="73586"/>
                    <a:pt x="37227" y="71651"/>
                  </a:cubicBezTo>
                  <a:cubicBezTo>
                    <a:pt x="36826" y="69683"/>
                    <a:pt x="36893" y="67382"/>
                    <a:pt x="37660" y="67248"/>
                  </a:cubicBezTo>
                  <a:cubicBezTo>
                    <a:pt x="38394" y="67148"/>
                    <a:pt x="39061" y="66514"/>
                    <a:pt x="40195" y="66815"/>
                  </a:cubicBezTo>
                  <a:cubicBezTo>
                    <a:pt x="41330" y="67048"/>
                    <a:pt x="41163" y="66481"/>
                    <a:pt x="41596" y="66348"/>
                  </a:cubicBezTo>
                  <a:cubicBezTo>
                    <a:pt x="42063" y="66214"/>
                    <a:pt x="43831" y="65814"/>
                    <a:pt x="44265" y="66748"/>
                  </a:cubicBezTo>
                  <a:cubicBezTo>
                    <a:pt x="44732" y="67715"/>
                    <a:pt x="45032" y="69383"/>
                    <a:pt x="45399" y="69383"/>
                  </a:cubicBezTo>
                  <a:cubicBezTo>
                    <a:pt x="45833" y="69383"/>
                    <a:pt x="46533" y="68182"/>
                    <a:pt x="45533" y="66648"/>
                  </a:cubicBezTo>
                  <a:cubicBezTo>
                    <a:pt x="44532" y="65080"/>
                    <a:pt x="48201" y="63579"/>
                    <a:pt x="48401" y="62912"/>
                  </a:cubicBezTo>
                  <a:cubicBezTo>
                    <a:pt x="48601" y="62245"/>
                    <a:pt x="48268" y="61511"/>
                    <a:pt x="49035" y="60577"/>
                  </a:cubicBezTo>
                  <a:cubicBezTo>
                    <a:pt x="49802" y="59643"/>
                    <a:pt x="51203" y="59309"/>
                    <a:pt x="51237" y="58909"/>
                  </a:cubicBezTo>
                  <a:cubicBezTo>
                    <a:pt x="51337" y="58509"/>
                    <a:pt x="52237" y="56907"/>
                    <a:pt x="52704" y="56907"/>
                  </a:cubicBezTo>
                  <a:cubicBezTo>
                    <a:pt x="53171" y="56907"/>
                    <a:pt x="53505" y="58208"/>
                    <a:pt x="53905" y="57908"/>
                  </a:cubicBezTo>
                  <a:cubicBezTo>
                    <a:pt x="54339" y="57675"/>
                    <a:pt x="57074" y="56040"/>
                    <a:pt x="56741" y="55707"/>
                  </a:cubicBezTo>
                  <a:cubicBezTo>
                    <a:pt x="56407" y="55373"/>
                    <a:pt x="55673" y="55573"/>
                    <a:pt x="55006" y="55473"/>
                  </a:cubicBezTo>
                  <a:cubicBezTo>
                    <a:pt x="54339" y="55340"/>
                    <a:pt x="54205" y="54506"/>
                    <a:pt x="54339" y="54039"/>
                  </a:cubicBezTo>
                  <a:cubicBezTo>
                    <a:pt x="54472" y="53572"/>
                    <a:pt x="54973" y="52838"/>
                    <a:pt x="55406" y="52838"/>
                  </a:cubicBezTo>
                  <a:cubicBezTo>
                    <a:pt x="55873" y="52838"/>
                    <a:pt x="56641" y="52704"/>
                    <a:pt x="56974" y="52404"/>
                  </a:cubicBezTo>
                  <a:cubicBezTo>
                    <a:pt x="57308" y="52171"/>
                    <a:pt x="59042" y="51404"/>
                    <a:pt x="58709" y="50570"/>
                  </a:cubicBezTo>
                  <a:cubicBezTo>
                    <a:pt x="58375" y="49802"/>
                    <a:pt x="58475" y="49502"/>
                    <a:pt x="57641" y="48968"/>
                  </a:cubicBezTo>
                  <a:cubicBezTo>
                    <a:pt x="56841" y="48401"/>
                    <a:pt x="55139" y="46200"/>
                    <a:pt x="54672" y="44865"/>
                  </a:cubicBezTo>
                  <a:cubicBezTo>
                    <a:pt x="54205" y="43531"/>
                    <a:pt x="53705" y="42864"/>
                    <a:pt x="53538" y="43898"/>
                  </a:cubicBezTo>
                  <a:cubicBezTo>
                    <a:pt x="53338" y="44999"/>
                    <a:pt x="52404" y="45866"/>
                    <a:pt x="51870" y="44565"/>
                  </a:cubicBezTo>
                  <a:cubicBezTo>
                    <a:pt x="51337" y="43298"/>
                    <a:pt x="51003" y="42364"/>
                    <a:pt x="50236" y="41963"/>
                  </a:cubicBezTo>
                  <a:cubicBezTo>
                    <a:pt x="49502" y="41530"/>
                    <a:pt x="49502" y="41296"/>
                    <a:pt x="48635" y="41163"/>
                  </a:cubicBezTo>
                  <a:cubicBezTo>
                    <a:pt x="47734" y="41029"/>
                    <a:pt x="46967" y="40362"/>
                    <a:pt x="47000" y="41496"/>
                  </a:cubicBezTo>
                  <a:cubicBezTo>
                    <a:pt x="47067" y="42631"/>
                    <a:pt x="47234" y="44132"/>
                    <a:pt x="46900" y="44565"/>
                  </a:cubicBezTo>
                  <a:cubicBezTo>
                    <a:pt x="46567" y="45032"/>
                    <a:pt x="48201" y="46400"/>
                    <a:pt x="47701" y="47200"/>
                  </a:cubicBezTo>
                  <a:cubicBezTo>
                    <a:pt x="47234" y="48001"/>
                    <a:pt x="45966" y="48501"/>
                    <a:pt x="46066" y="49069"/>
                  </a:cubicBezTo>
                  <a:cubicBezTo>
                    <a:pt x="46200" y="49702"/>
                    <a:pt x="47301" y="51737"/>
                    <a:pt x="45866" y="51303"/>
                  </a:cubicBezTo>
                  <a:cubicBezTo>
                    <a:pt x="44465" y="50836"/>
                    <a:pt x="45199" y="49069"/>
                    <a:pt x="44865" y="48668"/>
                  </a:cubicBezTo>
                  <a:cubicBezTo>
                    <a:pt x="44532" y="48235"/>
                    <a:pt x="42697" y="48401"/>
                    <a:pt x="42197" y="47801"/>
                  </a:cubicBezTo>
                  <a:cubicBezTo>
                    <a:pt x="41663" y="47167"/>
                    <a:pt x="40029" y="46166"/>
                    <a:pt x="39228" y="45499"/>
                  </a:cubicBezTo>
                  <a:cubicBezTo>
                    <a:pt x="38461" y="44832"/>
                    <a:pt x="38027" y="43531"/>
                    <a:pt x="39161" y="41730"/>
                  </a:cubicBezTo>
                  <a:cubicBezTo>
                    <a:pt x="40296" y="39895"/>
                    <a:pt x="42664" y="38227"/>
                    <a:pt x="42864" y="37327"/>
                  </a:cubicBezTo>
                  <a:cubicBezTo>
                    <a:pt x="43064" y="36359"/>
                    <a:pt x="45499" y="36193"/>
                    <a:pt x="45366" y="35459"/>
                  </a:cubicBezTo>
                  <a:cubicBezTo>
                    <a:pt x="45232" y="34692"/>
                    <a:pt x="45366" y="32790"/>
                    <a:pt x="45132" y="32557"/>
                  </a:cubicBezTo>
                  <a:cubicBezTo>
                    <a:pt x="44865" y="32357"/>
                    <a:pt x="43698" y="30822"/>
                    <a:pt x="43231" y="32223"/>
                  </a:cubicBezTo>
                  <a:cubicBezTo>
                    <a:pt x="42797" y="33657"/>
                    <a:pt x="42497" y="35459"/>
                    <a:pt x="41963" y="34658"/>
                  </a:cubicBezTo>
                  <a:cubicBezTo>
                    <a:pt x="41396" y="33858"/>
                    <a:pt x="41330" y="31890"/>
                    <a:pt x="40529" y="31556"/>
                  </a:cubicBezTo>
                  <a:cubicBezTo>
                    <a:pt x="39728" y="31222"/>
                    <a:pt x="38995" y="29688"/>
                    <a:pt x="38995" y="28721"/>
                  </a:cubicBezTo>
                  <a:cubicBezTo>
                    <a:pt x="38995" y="27787"/>
                    <a:pt x="39862" y="27186"/>
                    <a:pt x="40129" y="26319"/>
                  </a:cubicBezTo>
                  <a:cubicBezTo>
                    <a:pt x="40362" y="25452"/>
                    <a:pt x="40863" y="24885"/>
                    <a:pt x="39662" y="24551"/>
                  </a:cubicBezTo>
                  <a:cubicBezTo>
                    <a:pt x="38461" y="24217"/>
                    <a:pt x="38127" y="24985"/>
                    <a:pt x="37994" y="26185"/>
                  </a:cubicBezTo>
                  <a:cubicBezTo>
                    <a:pt x="37860" y="27386"/>
                    <a:pt x="38061" y="28287"/>
                    <a:pt x="37727" y="29221"/>
                  </a:cubicBezTo>
                  <a:cubicBezTo>
                    <a:pt x="37393" y="30188"/>
                    <a:pt x="38528" y="32457"/>
                    <a:pt x="38161" y="33190"/>
                  </a:cubicBezTo>
                  <a:cubicBezTo>
                    <a:pt x="37727" y="33958"/>
                    <a:pt x="37627" y="34525"/>
                    <a:pt x="36059" y="34325"/>
                  </a:cubicBezTo>
                  <a:cubicBezTo>
                    <a:pt x="34525" y="34124"/>
                    <a:pt x="32790" y="32657"/>
                    <a:pt x="31890" y="33324"/>
                  </a:cubicBezTo>
                  <a:cubicBezTo>
                    <a:pt x="31022" y="33991"/>
                    <a:pt x="28287" y="35626"/>
                    <a:pt x="27853" y="34458"/>
                  </a:cubicBezTo>
                  <a:cubicBezTo>
                    <a:pt x="27453" y="33324"/>
                    <a:pt x="26119" y="31956"/>
                    <a:pt x="24818" y="31823"/>
                  </a:cubicBezTo>
                  <a:cubicBezTo>
                    <a:pt x="23517" y="31689"/>
                    <a:pt x="22316" y="32023"/>
                    <a:pt x="21949" y="31623"/>
                  </a:cubicBezTo>
                  <a:cubicBezTo>
                    <a:pt x="21515" y="31189"/>
                    <a:pt x="21482" y="30188"/>
                    <a:pt x="20648" y="30655"/>
                  </a:cubicBezTo>
                  <a:cubicBezTo>
                    <a:pt x="19848" y="31122"/>
                    <a:pt x="18113" y="32857"/>
                    <a:pt x="17346" y="32857"/>
                  </a:cubicBezTo>
                  <a:cubicBezTo>
                    <a:pt x="16612" y="32857"/>
                    <a:pt x="14677" y="31656"/>
                    <a:pt x="12209" y="31122"/>
                  </a:cubicBezTo>
                  <a:cubicBezTo>
                    <a:pt x="9807" y="30555"/>
                    <a:pt x="7939" y="28621"/>
                    <a:pt x="5971" y="29821"/>
                  </a:cubicBezTo>
                  <a:cubicBezTo>
                    <a:pt x="4003" y="31022"/>
                    <a:pt x="3302" y="31890"/>
                    <a:pt x="2002" y="32557"/>
                  </a:cubicBezTo>
                  <a:cubicBezTo>
                    <a:pt x="701" y="33224"/>
                    <a:pt x="2002" y="34458"/>
                    <a:pt x="2469" y="35125"/>
                  </a:cubicBezTo>
                  <a:cubicBezTo>
                    <a:pt x="2936" y="35792"/>
                    <a:pt x="2702" y="36126"/>
                    <a:pt x="1801" y="36526"/>
                  </a:cubicBezTo>
                  <a:cubicBezTo>
                    <a:pt x="1468" y="36660"/>
                    <a:pt x="934" y="35959"/>
                    <a:pt x="434" y="36526"/>
                  </a:cubicBezTo>
                  <a:cubicBezTo>
                    <a:pt x="0" y="36993"/>
                    <a:pt x="467" y="38027"/>
                    <a:pt x="1168" y="38194"/>
                  </a:cubicBezTo>
                  <a:cubicBezTo>
                    <a:pt x="2268" y="38461"/>
                    <a:pt x="5437" y="38728"/>
                    <a:pt x="3936" y="39495"/>
                  </a:cubicBezTo>
                  <a:cubicBezTo>
                    <a:pt x="2469" y="40229"/>
                    <a:pt x="1501" y="41330"/>
                    <a:pt x="1635" y="42364"/>
                  </a:cubicBezTo>
                  <a:cubicBezTo>
                    <a:pt x="1768" y="43464"/>
                    <a:pt x="2102" y="44198"/>
                    <a:pt x="2969" y="44132"/>
                  </a:cubicBezTo>
                  <a:cubicBezTo>
                    <a:pt x="3836" y="44032"/>
                    <a:pt x="3836" y="44865"/>
                    <a:pt x="4437" y="45066"/>
                  </a:cubicBezTo>
                  <a:cubicBezTo>
                    <a:pt x="5037" y="45299"/>
                    <a:pt x="6638" y="45299"/>
                    <a:pt x="5704" y="46200"/>
                  </a:cubicBezTo>
                  <a:cubicBezTo>
                    <a:pt x="4770" y="47167"/>
                    <a:pt x="634" y="49569"/>
                    <a:pt x="834" y="49869"/>
                  </a:cubicBezTo>
                  <a:cubicBezTo>
                    <a:pt x="1268" y="50369"/>
                    <a:pt x="7672" y="46300"/>
                    <a:pt x="7939" y="45666"/>
                  </a:cubicBezTo>
                  <a:cubicBezTo>
                    <a:pt x="8173" y="45032"/>
                    <a:pt x="9540" y="43831"/>
                    <a:pt x="10274" y="43665"/>
                  </a:cubicBezTo>
                  <a:cubicBezTo>
                    <a:pt x="11008" y="43464"/>
                    <a:pt x="11608" y="42897"/>
                    <a:pt x="13343" y="43464"/>
                  </a:cubicBezTo>
                  <a:cubicBezTo>
                    <a:pt x="15111" y="43998"/>
                    <a:pt x="17179" y="46533"/>
                    <a:pt x="18280" y="47301"/>
                  </a:cubicBezTo>
                  <a:cubicBezTo>
                    <a:pt x="19347" y="48034"/>
                    <a:pt x="21449" y="50803"/>
                    <a:pt x="22216" y="52871"/>
                  </a:cubicBezTo>
                  <a:cubicBezTo>
                    <a:pt x="23017" y="54973"/>
                    <a:pt x="22783" y="56907"/>
                    <a:pt x="23117" y="58842"/>
                  </a:cubicBezTo>
                  <a:cubicBezTo>
                    <a:pt x="23450" y="60810"/>
                    <a:pt x="24718" y="63579"/>
                    <a:pt x="25718" y="64346"/>
                  </a:cubicBezTo>
                  <a:cubicBezTo>
                    <a:pt x="26719" y="65080"/>
                    <a:pt x="29821" y="70684"/>
                    <a:pt x="30322" y="70684"/>
                  </a:cubicBezTo>
                  <a:cubicBezTo>
                    <a:pt x="30789" y="70684"/>
                    <a:pt x="30522" y="69583"/>
                    <a:pt x="29321" y="67849"/>
                  </a:cubicBezTo>
                  <a:cubicBezTo>
                    <a:pt x="28120" y="66081"/>
                    <a:pt x="27320" y="64146"/>
                    <a:pt x="29188" y="66648"/>
                  </a:cubicBezTo>
                  <a:cubicBezTo>
                    <a:pt x="31056" y="69150"/>
                    <a:pt x="32623" y="70584"/>
                    <a:pt x="32824" y="71351"/>
                  </a:cubicBezTo>
                  <a:cubicBezTo>
                    <a:pt x="33024" y="72085"/>
                    <a:pt x="36026" y="74720"/>
                    <a:pt x="37560" y="74854"/>
                  </a:cubicBezTo>
                  <a:cubicBezTo>
                    <a:pt x="39128" y="74987"/>
                    <a:pt x="42397" y="75821"/>
                    <a:pt x="42530" y="76321"/>
                  </a:cubicBezTo>
                  <a:cubicBezTo>
                    <a:pt x="42664" y="76855"/>
                    <a:pt x="44966" y="78823"/>
                    <a:pt x="45499" y="78856"/>
                  </a:cubicBezTo>
                  <a:cubicBezTo>
                    <a:pt x="46300" y="78990"/>
                    <a:pt x="46300" y="78256"/>
                    <a:pt x="46633" y="78223"/>
                  </a:cubicBezTo>
                  <a:close/>
                  <a:moveTo>
                    <a:pt x="34458" y="19781"/>
                  </a:moveTo>
                  <a:cubicBezTo>
                    <a:pt x="34325" y="19581"/>
                    <a:pt x="33824" y="19514"/>
                    <a:pt x="33824" y="19514"/>
                  </a:cubicBezTo>
                  <a:cubicBezTo>
                    <a:pt x="34158" y="20181"/>
                    <a:pt x="34024" y="21749"/>
                    <a:pt x="34625" y="21749"/>
                  </a:cubicBezTo>
                  <a:cubicBezTo>
                    <a:pt x="35225" y="21749"/>
                    <a:pt x="35292" y="21949"/>
                    <a:pt x="35626" y="22349"/>
                  </a:cubicBezTo>
                  <a:cubicBezTo>
                    <a:pt x="35959" y="22783"/>
                    <a:pt x="37060" y="23017"/>
                    <a:pt x="37060" y="21482"/>
                  </a:cubicBezTo>
                  <a:cubicBezTo>
                    <a:pt x="37060" y="19948"/>
                    <a:pt x="36726" y="19147"/>
                    <a:pt x="36126" y="19314"/>
                  </a:cubicBezTo>
                  <a:cubicBezTo>
                    <a:pt x="35559" y="19481"/>
                    <a:pt x="34558" y="19948"/>
                    <a:pt x="34458" y="19781"/>
                  </a:cubicBezTo>
                  <a:close/>
                  <a:moveTo>
                    <a:pt x="33657" y="13977"/>
                  </a:moveTo>
                  <a:cubicBezTo>
                    <a:pt x="33657" y="14510"/>
                    <a:pt x="32690" y="14944"/>
                    <a:pt x="33991" y="15444"/>
                  </a:cubicBezTo>
                  <a:cubicBezTo>
                    <a:pt x="35259" y="15978"/>
                    <a:pt x="36059" y="17112"/>
                    <a:pt x="36193" y="16512"/>
                  </a:cubicBezTo>
                  <a:cubicBezTo>
                    <a:pt x="36326" y="15911"/>
                    <a:pt x="36393" y="14777"/>
                    <a:pt x="35992" y="14210"/>
                  </a:cubicBezTo>
                  <a:cubicBezTo>
                    <a:pt x="35559" y="13676"/>
                    <a:pt x="34958" y="12776"/>
                    <a:pt x="34325" y="12476"/>
                  </a:cubicBezTo>
                  <a:cubicBezTo>
                    <a:pt x="32657" y="11708"/>
                    <a:pt x="32757" y="12609"/>
                    <a:pt x="32757" y="12609"/>
                  </a:cubicBezTo>
                  <a:cubicBezTo>
                    <a:pt x="33024" y="13310"/>
                    <a:pt x="33657" y="13443"/>
                    <a:pt x="33657" y="13977"/>
                  </a:cubicBezTo>
                  <a:close/>
                  <a:moveTo>
                    <a:pt x="30155" y="15278"/>
                  </a:moveTo>
                  <a:cubicBezTo>
                    <a:pt x="30489" y="15311"/>
                    <a:pt x="30855" y="15278"/>
                    <a:pt x="31056" y="15011"/>
                  </a:cubicBezTo>
                  <a:cubicBezTo>
                    <a:pt x="31322" y="14677"/>
                    <a:pt x="31056" y="14177"/>
                    <a:pt x="30655" y="14010"/>
                  </a:cubicBezTo>
                  <a:cubicBezTo>
                    <a:pt x="30288" y="13910"/>
                    <a:pt x="29855" y="13977"/>
                    <a:pt x="29454" y="14077"/>
                  </a:cubicBezTo>
                  <a:lnTo>
                    <a:pt x="29121" y="14444"/>
                  </a:lnTo>
                  <a:cubicBezTo>
                    <a:pt x="29021" y="14510"/>
                    <a:pt x="28987" y="14677"/>
                    <a:pt x="29054" y="14777"/>
                  </a:cubicBezTo>
                  <a:cubicBezTo>
                    <a:pt x="29221" y="15144"/>
                    <a:pt x="29721" y="15244"/>
                    <a:pt x="30155" y="15278"/>
                  </a:cubicBezTo>
                  <a:close/>
                  <a:moveTo>
                    <a:pt x="67515" y="84227"/>
                  </a:moveTo>
                  <a:cubicBezTo>
                    <a:pt x="66848" y="83994"/>
                    <a:pt x="64079" y="83460"/>
                    <a:pt x="62912" y="83026"/>
                  </a:cubicBezTo>
                  <a:cubicBezTo>
                    <a:pt x="61811" y="82626"/>
                    <a:pt x="61644" y="81825"/>
                    <a:pt x="61311" y="80958"/>
                  </a:cubicBezTo>
                  <a:cubicBezTo>
                    <a:pt x="60977" y="80057"/>
                    <a:pt x="58542" y="79123"/>
                    <a:pt x="57741" y="78990"/>
                  </a:cubicBezTo>
                  <a:cubicBezTo>
                    <a:pt x="56974" y="78856"/>
                    <a:pt x="55340" y="77022"/>
                    <a:pt x="54005" y="77322"/>
                  </a:cubicBezTo>
                  <a:cubicBezTo>
                    <a:pt x="52671" y="77556"/>
                    <a:pt x="52237" y="77055"/>
                    <a:pt x="51670" y="76788"/>
                  </a:cubicBezTo>
                  <a:cubicBezTo>
                    <a:pt x="51670" y="76788"/>
                    <a:pt x="51103" y="76555"/>
                    <a:pt x="50336" y="76555"/>
                  </a:cubicBezTo>
                  <a:cubicBezTo>
                    <a:pt x="49535" y="76555"/>
                    <a:pt x="48902" y="77322"/>
                    <a:pt x="48568" y="77656"/>
                  </a:cubicBezTo>
                  <a:cubicBezTo>
                    <a:pt x="48235" y="77989"/>
                    <a:pt x="47234" y="78790"/>
                    <a:pt x="47367" y="79724"/>
                  </a:cubicBezTo>
                  <a:cubicBezTo>
                    <a:pt x="47501" y="80691"/>
                    <a:pt x="46834" y="81692"/>
                    <a:pt x="46300" y="82025"/>
                  </a:cubicBezTo>
                  <a:cubicBezTo>
                    <a:pt x="45733" y="82359"/>
                    <a:pt x="45633" y="83660"/>
                    <a:pt x="45633" y="84027"/>
                  </a:cubicBezTo>
                  <a:cubicBezTo>
                    <a:pt x="45633" y="84394"/>
                    <a:pt x="45533" y="85695"/>
                    <a:pt x="46033" y="86128"/>
                  </a:cubicBezTo>
                  <a:cubicBezTo>
                    <a:pt x="46500" y="86529"/>
                    <a:pt x="47501" y="89864"/>
                    <a:pt x="50002" y="91365"/>
                  </a:cubicBezTo>
                  <a:cubicBezTo>
                    <a:pt x="52504" y="92833"/>
                    <a:pt x="50736" y="99571"/>
                    <a:pt x="49902" y="102240"/>
                  </a:cubicBezTo>
                  <a:cubicBezTo>
                    <a:pt x="49135" y="104908"/>
                    <a:pt x="48501" y="111180"/>
                    <a:pt x="48635" y="113748"/>
                  </a:cubicBezTo>
                  <a:cubicBezTo>
                    <a:pt x="48735" y="116317"/>
                    <a:pt x="52171" y="117251"/>
                    <a:pt x="53472" y="117151"/>
                  </a:cubicBezTo>
                  <a:cubicBezTo>
                    <a:pt x="54739" y="117017"/>
                    <a:pt x="53372" y="116016"/>
                    <a:pt x="52704" y="115483"/>
                  </a:cubicBezTo>
                  <a:cubicBezTo>
                    <a:pt x="52037" y="114916"/>
                    <a:pt x="52304" y="112581"/>
                    <a:pt x="52971" y="111747"/>
                  </a:cubicBezTo>
                  <a:cubicBezTo>
                    <a:pt x="53638" y="110979"/>
                    <a:pt x="53505" y="110646"/>
                    <a:pt x="53171" y="109879"/>
                  </a:cubicBezTo>
                  <a:cubicBezTo>
                    <a:pt x="52838" y="109145"/>
                    <a:pt x="53405" y="109078"/>
                    <a:pt x="53805" y="108478"/>
                  </a:cubicBezTo>
                  <a:cubicBezTo>
                    <a:pt x="54139" y="107844"/>
                    <a:pt x="54839" y="107177"/>
                    <a:pt x="55740" y="105075"/>
                  </a:cubicBezTo>
                  <a:cubicBezTo>
                    <a:pt x="56207" y="104008"/>
                    <a:pt x="57041" y="104542"/>
                    <a:pt x="57741" y="104075"/>
                  </a:cubicBezTo>
                  <a:cubicBezTo>
                    <a:pt x="58509" y="103641"/>
                    <a:pt x="58709" y="102073"/>
                    <a:pt x="59509" y="101740"/>
                  </a:cubicBezTo>
                  <a:cubicBezTo>
                    <a:pt x="60310" y="101406"/>
                    <a:pt x="61144" y="99872"/>
                    <a:pt x="61911" y="98571"/>
                  </a:cubicBezTo>
                  <a:cubicBezTo>
                    <a:pt x="62712" y="97303"/>
                    <a:pt x="62178" y="96369"/>
                    <a:pt x="64546" y="95368"/>
                  </a:cubicBezTo>
                  <a:cubicBezTo>
                    <a:pt x="66881" y="94368"/>
                    <a:pt x="66848" y="93634"/>
                    <a:pt x="67215" y="91666"/>
                  </a:cubicBezTo>
                  <a:cubicBezTo>
                    <a:pt x="67648" y="89698"/>
                    <a:pt x="67982" y="89464"/>
                    <a:pt x="69316" y="87396"/>
                  </a:cubicBezTo>
                  <a:cubicBezTo>
                    <a:pt x="70684" y="85361"/>
                    <a:pt x="68182" y="84494"/>
                    <a:pt x="67515" y="84227"/>
                  </a:cubicBezTo>
                  <a:close/>
                  <a:moveTo>
                    <a:pt x="57341" y="52938"/>
                  </a:moveTo>
                  <a:lnTo>
                    <a:pt x="57341" y="52938"/>
                  </a:lnTo>
                  <a:cubicBezTo>
                    <a:pt x="57007" y="53305"/>
                    <a:pt x="56841" y="53805"/>
                    <a:pt x="56807" y="54272"/>
                  </a:cubicBezTo>
                  <a:cubicBezTo>
                    <a:pt x="56807" y="54372"/>
                    <a:pt x="56807" y="54506"/>
                    <a:pt x="56841" y="54606"/>
                  </a:cubicBezTo>
                  <a:cubicBezTo>
                    <a:pt x="57007" y="54939"/>
                    <a:pt x="57508" y="54806"/>
                    <a:pt x="57841" y="54839"/>
                  </a:cubicBezTo>
                  <a:cubicBezTo>
                    <a:pt x="58275" y="54873"/>
                    <a:pt x="58675" y="55140"/>
                    <a:pt x="59042" y="55340"/>
                  </a:cubicBezTo>
                  <a:cubicBezTo>
                    <a:pt x="59409" y="55540"/>
                    <a:pt x="59910" y="55707"/>
                    <a:pt x="60310" y="55473"/>
                  </a:cubicBezTo>
                  <a:cubicBezTo>
                    <a:pt x="60310" y="55106"/>
                    <a:pt x="60143" y="54706"/>
                    <a:pt x="59910" y="54339"/>
                  </a:cubicBezTo>
                  <a:cubicBezTo>
                    <a:pt x="59776" y="54139"/>
                    <a:pt x="59709" y="53872"/>
                    <a:pt x="59576" y="53672"/>
                  </a:cubicBezTo>
                  <a:cubicBezTo>
                    <a:pt x="59342" y="53171"/>
                    <a:pt x="59076" y="52671"/>
                    <a:pt x="58575" y="52438"/>
                  </a:cubicBezTo>
                  <a:cubicBezTo>
                    <a:pt x="58175" y="52204"/>
                    <a:pt x="57474" y="52371"/>
                    <a:pt x="57341" y="52938"/>
                  </a:cubicBezTo>
                  <a:close/>
                  <a:moveTo>
                    <a:pt x="74820" y="30489"/>
                  </a:moveTo>
                  <a:cubicBezTo>
                    <a:pt x="74653" y="30355"/>
                    <a:pt x="74487" y="30689"/>
                    <a:pt x="74487" y="30922"/>
                  </a:cubicBezTo>
                  <a:cubicBezTo>
                    <a:pt x="74487" y="31156"/>
                    <a:pt x="74253" y="30956"/>
                    <a:pt x="74053" y="30822"/>
                  </a:cubicBezTo>
                  <a:cubicBezTo>
                    <a:pt x="73853" y="30689"/>
                    <a:pt x="73686" y="30755"/>
                    <a:pt x="73486" y="31022"/>
                  </a:cubicBezTo>
                  <a:cubicBezTo>
                    <a:pt x="73252" y="31322"/>
                    <a:pt x="73386" y="31189"/>
                    <a:pt x="73286" y="30989"/>
                  </a:cubicBezTo>
                  <a:cubicBezTo>
                    <a:pt x="73219" y="30789"/>
                    <a:pt x="73086" y="31022"/>
                    <a:pt x="73052" y="31356"/>
                  </a:cubicBezTo>
                  <a:cubicBezTo>
                    <a:pt x="73019" y="31756"/>
                    <a:pt x="72685" y="31156"/>
                    <a:pt x="72652" y="30922"/>
                  </a:cubicBezTo>
                  <a:cubicBezTo>
                    <a:pt x="72585" y="30655"/>
                    <a:pt x="72218" y="30589"/>
                    <a:pt x="72152" y="30622"/>
                  </a:cubicBezTo>
                  <a:cubicBezTo>
                    <a:pt x="72052" y="30655"/>
                    <a:pt x="71851" y="30956"/>
                    <a:pt x="71651" y="31322"/>
                  </a:cubicBezTo>
                  <a:cubicBezTo>
                    <a:pt x="71418" y="31689"/>
                    <a:pt x="71718" y="31623"/>
                    <a:pt x="71851" y="31623"/>
                  </a:cubicBezTo>
                  <a:cubicBezTo>
                    <a:pt x="71985" y="31623"/>
                    <a:pt x="72352" y="31523"/>
                    <a:pt x="72418" y="31656"/>
                  </a:cubicBezTo>
                  <a:cubicBezTo>
                    <a:pt x="72519" y="31789"/>
                    <a:pt x="72185" y="31923"/>
                    <a:pt x="71751" y="31956"/>
                  </a:cubicBezTo>
                  <a:cubicBezTo>
                    <a:pt x="71351" y="31990"/>
                    <a:pt x="71918" y="32190"/>
                    <a:pt x="72252" y="32190"/>
                  </a:cubicBezTo>
                  <a:cubicBezTo>
                    <a:pt x="72585" y="32190"/>
                    <a:pt x="72519" y="32490"/>
                    <a:pt x="72519" y="32657"/>
                  </a:cubicBezTo>
                  <a:cubicBezTo>
                    <a:pt x="72519" y="32824"/>
                    <a:pt x="72218" y="32957"/>
                    <a:pt x="72185" y="33090"/>
                  </a:cubicBezTo>
                  <a:cubicBezTo>
                    <a:pt x="72152" y="33190"/>
                    <a:pt x="72819" y="33124"/>
                    <a:pt x="73019" y="33157"/>
                  </a:cubicBezTo>
                  <a:cubicBezTo>
                    <a:pt x="73252" y="33190"/>
                    <a:pt x="73519" y="33424"/>
                    <a:pt x="73819" y="33524"/>
                  </a:cubicBezTo>
                  <a:cubicBezTo>
                    <a:pt x="74086" y="33624"/>
                    <a:pt x="74854" y="32824"/>
                    <a:pt x="75321" y="32623"/>
                  </a:cubicBezTo>
                  <a:cubicBezTo>
                    <a:pt x="75788" y="32357"/>
                    <a:pt x="75788" y="32023"/>
                    <a:pt x="75854" y="31689"/>
                  </a:cubicBezTo>
                  <a:cubicBezTo>
                    <a:pt x="75854" y="31689"/>
                    <a:pt x="75554" y="31089"/>
                    <a:pt x="75387" y="30855"/>
                  </a:cubicBezTo>
                  <a:cubicBezTo>
                    <a:pt x="75220" y="30689"/>
                    <a:pt x="75020" y="30622"/>
                    <a:pt x="74820" y="30489"/>
                  </a:cubicBezTo>
                  <a:close/>
                  <a:moveTo>
                    <a:pt x="57508" y="113648"/>
                  </a:moveTo>
                  <a:cubicBezTo>
                    <a:pt x="57308" y="113648"/>
                    <a:pt x="57074" y="113681"/>
                    <a:pt x="56907" y="113648"/>
                  </a:cubicBezTo>
                  <a:lnTo>
                    <a:pt x="56874" y="113748"/>
                  </a:lnTo>
                  <a:cubicBezTo>
                    <a:pt x="56674" y="113648"/>
                    <a:pt x="56374" y="113648"/>
                    <a:pt x="56174" y="113815"/>
                  </a:cubicBezTo>
                  <a:cubicBezTo>
                    <a:pt x="55973" y="113982"/>
                    <a:pt x="55873" y="114215"/>
                    <a:pt x="55907" y="114482"/>
                  </a:cubicBezTo>
                  <a:cubicBezTo>
                    <a:pt x="56474" y="114882"/>
                    <a:pt x="57308" y="114849"/>
                    <a:pt x="57808" y="114382"/>
                  </a:cubicBezTo>
                  <a:cubicBezTo>
                    <a:pt x="57908" y="114248"/>
                    <a:pt x="58042" y="114082"/>
                    <a:pt x="58008" y="113915"/>
                  </a:cubicBezTo>
                  <a:cubicBezTo>
                    <a:pt x="57908" y="113715"/>
                    <a:pt x="57675" y="113648"/>
                    <a:pt x="57508" y="113648"/>
                  </a:cubicBezTo>
                  <a:close/>
                  <a:moveTo>
                    <a:pt x="37994" y="23117"/>
                  </a:moveTo>
                  <a:cubicBezTo>
                    <a:pt x="38461" y="23350"/>
                    <a:pt x="39395" y="24117"/>
                    <a:pt x="39061" y="22583"/>
                  </a:cubicBezTo>
                  <a:cubicBezTo>
                    <a:pt x="38728" y="21015"/>
                    <a:pt x="38294" y="21549"/>
                    <a:pt x="38294" y="21549"/>
                  </a:cubicBezTo>
                  <a:cubicBezTo>
                    <a:pt x="37660" y="22183"/>
                    <a:pt x="37527" y="22850"/>
                    <a:pt x="37994" y="23117"/>
                  </a:cubicBezTo>
                  <a:close/>
                  <a:moveTo>
                    <a:pt x="49135" y="72285"/>
                  </a:moveTo>
                  <a:cubicBezTo>
                    <a:pt x="49202" y="72218"/>
                    <a:pt x="49235" y="72118"/>
                    <a:pt x="49202" y="72018"/>
                  </a:cubicBezTo>
                  <a:cubicBezTo>
                    <a:pt x="49169" y="71985"/>
                    <a:pt x="49169" y="71952"/>
                    <a:pt x="49135" y="71952"/>
                  </a:cubicBezTo>
                  <a:cubicBezTo>
                    <a:pt x="48702" y="71651"/>
                    <a:pt x="48301" y="71351"/>
                    <a:pt x="47868" y="71118"/>
                  </a:cubicBezTo>
                  <a:cubicBezTo>
                    <a:pt x="47501" y="70851"/>
                    <a:pt x="47067" y="70551"/>
                    <a:pt x="46633" y="70617"/>
                  </a:cubicBezTo>
                  <a:cubicBezTo>
                    <a:pt x="46467" y="70617"/>
                    <a:pt x="46300" y="70651"/>
                    <a:pt x="46133" y="70617"/>
                  </a:cubicBezTo>
                  <a:cubicBezTo>
                    <a:pt x="45833" y="70517"/>
                    <a:pt x="45666" y="70184"/>
                    <a:pt x="45366" y="70184"/>
                  </a:cubicBezTo>
                  <a:cubicBezTo>
                    <a:pt x="45132" y="70184"/>
                    <a:pt x="44966" y="70484"/>
                    <a:pt x="44699" y="70551"/>
                  </a:cubicBezTo>
                  <a:cubicBezTo>
                    <a:pt x="44532" y="70617"/>
                    <a:pt x="44365" y="70617"/>
                    <a:pt x="44232" y="70651"/>
                  </a:cubicBezTo>
                  <a:cubicBezTo>
                    <a:pt x="44065" y="70684"/>
                    <a:pt x="43965" y="70851"/>
                    <a:pt x="44032" y="71018"/>
                  </a:cubicBezTo>
                  <a:cubicBezTo>
                    <a:pt x="44165" y="71218"/>
                    <a:pt x="44465" y="71051"/>
                    <a:pt x="44665" y="70984"/>
                  </a:cubicBezTo>
                  <a:cubicBezTo>
                    <a:pt x="44966" y="70851"/>
                    <a:pt x="45299" y="70984"/>
                    <a:pt x="45566" y="71151"/>
                  </a:cubicBezTo>
                  <a:cubicBezTo>
                    <a:pt x="45866" y="71318"/>
                    <a:pt x="46133" y="71485"/>
                    <a:pt x="46467" y="71551"/>
                  </a:cubicBezTo>
                  <a:cubicBezTo>
                    <a:pt x="46733" y="71585"/>
                    <a:pt x="47167" y="71551"/>
                    <a:pt x="47334" y="71818"/>
                  </a:cubicBezTo>
                  <a:cubicBezTo>
                    <a:pt x="47401" y="71918"/>
                    <a:pt x="47401" y="72085"/>
                    <a:pt x="47534" y="72185"/>
                  </a:cubicBezTo>
                  <a:cubicBezTo>
                    <a:pt x="47601" y="72252"/>
                    <a:pt x="47734" y="72318"/>
                    <a:pt x="47834" y="72318"/>
                  </a:cubicBezTo>
                  <a:cubicBezTo>
                    <a:pt x="48168" y="72352"/>
                    <a:pt x="48535" y="72385"/>
                    <a:pt x="48902" y="72352"/>
                  </a:cubicBezTo>
                  <a:cubicBezTo>
                    <a:pt x="48902" y="72318"/>
                    <a:pt x="49035" y="72318"/>
                    <a:pt x="49135" y="72285"/>
                  </a:cubicBezTo>
                  <a:close/>
                  <a:moveTo>
                    <a:pt x="52204" y="72986"/>
                  </a:moveTo>
                  <a:cubicBezTo>
                    <a:pt x="52237" y="72986"/>
                    <a:pt x="52304" y="72919"/>
                    <a:pt x="52337" y="72886"/>
                  </a:cubicBezTo>
                  <a:cubicBezTo>
                    <a:pt x="52337" y="72852"/>
                    <a:pt x="52304" y="72819"/>
                    <a:pt x="52237" y="72785"/>
                  </a:cubicBezTo>
                  <a:cubicBezTo>
                    <a:pt x="51504" y="72352"/>
                    <a:pt x="50670" y="72085"/>
                    <a:pt x="49802" y="72085"/>
                  </a:cubicBezTo>
                  <a:lnTo>
                    <a:pt x="49836" y="72052"/>
                  </a:lnTo>
                  <a:cubicBezTo>
                    <a:pt x="49736" y="71985"/>
                    <a:pt x="49569" y="72052"/>
                    <a:pt x="49569" y="72185"/>
                  </a:cubicBezTo>
                  <a:cubicBezTo>
                    <a:pt x="49569" y="72318"/>
                    <a:pt x="49669" y="72419"/>
                    <a:pt x="49736" y="72485"/>
                  </a:cubicBezTo>
                  <a:cubicBezTo>
                    <a:pt x="49869" y="72519"/>
                    <a:pt x="50002" y="72519"/>
                    <a:pt x="50136" y="72519"/>
                  </a:cubicBezTo>
                  <a:cubicBezTo>
                    <a:pt x="50203" y="72652"/>
                    <a:pt x="50069" y="72819"/>
                    <a:pt x="49902" y="72852"/>
                  </a:cubicBezTo>
                  <a:cubicBezTo>
                    <a:pt x="49736" y="72886"/>
                    <a:pt x="49636" y="72852"/>
                    <a:pt x="49469" y="72852"/>
                  </a:cubicBezTo>
                  <a:cubicBezTo>
                    <a:pt x="49302" y="72852"/>
                    <a:pt x="49169" y="73019"/>
                    <a:pt x="49202" y="73152"/>
                  </a:cubicBezTo>
                  <a:cubicBezTo>
                    <a:pt x="50203" y="73252"/>
                    <a:pt x="51203" y="73186"/>
                    <a:pt x="52204" y="72986"/>
                  </a:cubicBezTo>
                  <a:close/>
                  <a:moveTo>
                    <a:pt x="52538" y="72886"/>
                  </a:moveTo>
                  <a:cubicBezTo>
                    <a:pt x="52504" y="72952"/>
                    <a:pt x="52471" y="72952"/>
                    <a:pt x="52471" y="72986"/>
                  </a:cubicBezTo>
                  <a:cubicBezTo>
                    <a:pt x="52471" y="73052"/>
                    <a:pt x="52538" y="73119"/>
                    <a:pt x="52638" y="73152"/>
                  </a:cubicBezTo>
                  <a:cubicBezTo>
                    <a:pt x="52838" y="73219"/>
                    <a:pt x="53071" y="73319"/>
                    <a:pt x="53305" y="73186"/>
                  </a:cubicBezTo>
                  <a:cubicBezTo>
                    <a:pt x="53505" y="73119"/>
                    <a:pt x="53572" y="72719"/>
                    <a:pt x="53372" y="72652"/>
                  </a:cubicBezTo>
                  <a:lnTo>
                    <a:pt x="53372" y="72819"/>
                  </a:lnTo>
                  <a:cubicBezTo>
                    <a:pt x="53138" y="72719"/>
                    <a:pt x="52838" y="72785"/>
                    <a:pt x="52538" y="72886"/>
                  </a:cubicBezTo>
                  <a:close/>
                  <a:moveTo>
                    <a:pt x="47034" y="73019"/>
                  </a:moveTo>
                  <a:lnTo>
                    <a:pt x="47034" y="73119"/>
                  </a:lnTo>
                  <a:cubicBezTo>
                    <a:pt x="47234" y="73353"/>
                    <a:pt x="47634" y="73453"/>
                    <a:pt x="47968" y="73319"/>
                  </a:cubicBezTo>
                  <a:cubicBezTo>
                    <a:pt x="47968" y="73119"/>
                    <a:pt x="47768" y="72952"/>
                    <a:pt x="47601" y="72852"/>
                  </a:cubicBezTo>
                  <a:cubicBezTo>
                    <a:pt x="47401" y="72819"/>
                    <a:pt x="47167" y="72852"/>
                    <a:pt x="47034" y="73019"/>
                  </a:cubicBezTo>
                  <a:close/>
                  <a:moveTo>
                    <a:pt x="75421" y="6571"/>
                  </a:moveTo>
                  <a:cubicBezTo>
                    <a:pt x="74253" y="7005"/>
                    <a:pt x="73586" y="8173"/>
                    <a:pt x="73252" y="7739"/>
                  </a:cubicBezTo>
                  <a:cubicBezTo>
                    <a:pt x="72986" y="7272"/>
                    <a:pt x="72986" y="5637"/>
                    <a:pt x="72352" y="5804"/>
                  </a:cubicBezTo>
                  <a:cubicBezTo>
                    <a:pt x="71718" y="5971"/>
                    <a:pt x="68582" y="7072"/>
                    <a:pt x="69183" y="6271"/>
                  </a:cubicBezTo>
                  <a:cubicBezTo>
                    <a:pt x="69817" y="5504"/>
                    <a:pt x="73252" y="5337"/>
                    <a:pt x="71818" y="4103"/>
                  </a:cubicBezTo>
                  <a:cubicBezTo>
                    <a:pt x="70350" y="2835"/>
                    <a:pt x="70817" y="567"/>
                    <a:pt x="68049" y="1101"/>
                  </a:cubicBezTo>
                  <a:cubicBezTo>
                    <a:pt x="65313" y="1635"/>
                    <a:pt x="63846" y="3636"/>
                    <a:pt x="61878" y="4570"/>
                  </a:cubicBezTo>
                  <a:cubicBezTo>
                    <a:pt x="59976" y="5471"/>
                    <a:pt x="58142" y="6104"/>
                    <a:pt x="57141" y="7105"/>
                  </a:cubicBezTo>
                  <a:cubicBezTo>
                    <a:pt x="56140" y="8106"/>
                    <a:pt x="55039" y="9273"/>
                    <a:pt x="55206" y="10341"/>
                  </a:cubicBezTo>
                  <a:cubicBezTo>
                    <a:pt x="55373" y="11442"/>
                    <a:pt x="56474" y="12075"/>
                    <a:pt x="54839" y="12976"/>
                  </a:cubicBezTo>
                  <a:cubicBezTo>
                    <a:pt x="53205" y="13910"/>
                    <a:pt x="51670" y="14677"/>
                    <a:pt x="52905" y="15344"/>
                  </a:cubicBezTo>
                  <a:cubicBezTo>
                    <a:pt x="54172" y="16078"/>
                    <a:pt x="54072" y="16612"/>
                    <a:pt x="53905" y="17079"/>
                  </a:cubicBezTo>
                  <a:cubicBezTo>
                    <a:pt x="53738" y="17513"/>
                    <a:pt x="53905" y="18447"/>
                    <a:pt x="54539" y="18680"/>
                  </a:cubicBezTo>
                  <a:cubicBezTo>
                    <a:pt x="55173" y="18947"/>
                    <a:pt x="55373" y="18847"/>
                    <a:pt x="55373" y="18847"/>
                  </a:cubicBezTo>
                  <a:cubicBezTo>
                    <a:pt x="56907" y="18680"/>
                    <a:pt x="57308" y="17579"/>
                    <a:pt x="58475" y="20682"/>
                  </a:cubicBezTo>
                  <a:cubicBezTo>
                    <a:pt x="59643" y="23850"/>
                    <a:pt x="60543" y="24518"/>
                    <a:pt x="60543" y="25985"/>
                  </a:cubicBezTo>
                  <a:cubicBezTo>
                    <a:pt x="60543" y="27453"/>
                    <a:pt x="59543" y="29621"/>
                    <a:pt x="60010" y="30989"/>
                  </a:cubicBezTo>
                  <a:cubicBezTo>
                    <a:pt x="60477" y="32357"/>
                    <a:pt x="62845" y="36926"/>
                    <a:pt x="63712" y="36459"/>
                  </a:cubicBezTo>
                  <a:cubicBezTo>
                    <a:pt x="64546" y="35992"/>
                    <a:pt x="65013" y="32824"/>
                    <a:pt x="65880" y="32090"/>
                  </a:cubicBezTo>
                  <a:cubicBezTo>
                    <a:pt x="66714" y="31322"/>
                    <a:pt x="67515" y="29521"/>
                    <a:pt x="69049" y="29154"/>
                  </a:cubicBezTo>
                  <a:cubicBezTo>
                    <a:pt x="70584" y="28787"/>
                    <a:pt x="72585" y="28254"/>
                    <a:pt x="72752" y="25852"/>
                  </a:cubicBezTo>
                  <a:cubicBezTo>
                    <a:pt x="72919" y="23484"/>
                    <a:pt x="73686" y="18480"/>
                    <a:pt x="73152" y="14944"/>
                  </a:cubicBezTo>
                  <a:cubicBezTo>
                    <a:pt x="72752" y="12442"/>
                    <a:pt x="75687" y="9940"/>
                    <a:pt x="76388" y="8840"/>
                  </a:cubicBezTo>
                  <a:cubicBezTo>
                    <a:pt x="76988" y="7706"/>
                    <a:pt x="76588" y="6104"/>
                    <a:pt x="75421" y="6571"/>
                  </a:cubicBezTo>
                  <a:close/>
                  <a:moveTo>
                    <a:pt x="136798" y="10407"/>
                  </a:moveTo>
                  <a:cubicBezTo>
                    <a:pt x="137565" y="9940"/>
                    <a:pt x="138099" y="9940"/>
                    <a:pt x="138199" y="8973"/>
                  </a:cubicBezTo>
                  <a:cubicBezTo>
                    <a:pt x="138232" y="8006"/>
                    <a:pt x="137532" y="7239"/>
                    <a:pt x="137265" y="7172"/>
                  </a:cubicBezTo>
                  <a:cubicBezTo>
                    <a:pt x="137031" y="7138"/>
                    <a:pt x="135930" y="7305"/>
                    <a:pt x="135930" y="7305"/>
                  </a:cubicBezTo>
                  <a:cubicBezTo>
                    <a:pt x="134963" y="8606"/>
                    <a:pt x="135097" y="8606"/>
                    <a:pt x="135230" y="9373"/>
                  </a:cubicBezTo>
                  <a:cubicBezTo>
                    <a:pt x="135297" y="10207"/>
                    <a:pt x="136064" y="10841"/>
                    <a:pt x="136798" y="10407"/>
                  </a:cubicBezTo>
                  <a:close/>
                  <a:moveTo>
                    <a:pt x="97103" y="11275"/>
                  </a:moveTo>
                  <a:cubicBezTo>
                    <a:pt x="97470" y="11675"/>
                    <a:pt x="97737" y="11675"/>
                    <a:pt x="98103" y="12142"/>
                  </a:cubicBezTo>
                  <a:cubicBezTo>
                    <a:pt x="98304" y="12376"/>
                    <a:pt x="99037" y="12509"/>
                    <a:pt x="99304" y="12676"/>
                  </a:cubicBezTo>
                  <a:cubicBezTo>
                    <a:pt x="99905" y="13009"/>
                    <a:pt x="100605" y="12909"/>
                    <a:pt x="101272" y="12809"/>
                  </a:cubicBezTo>
                  <a:cubicBezTo>
                    <a:pt x="101706" y="12342"/>
                    <a:pt x="101940" y="11642"/>
                    <a:pt x="101606" y="11141"/>
                  </a:cubicBezTo>
                  <a:cubicBezTo>
                    <a:pt x="101473" y="10975"/>
                    <a:pt x="101306" y="10307"/>
                    <a:pt x="101139" y="10174"/>
                  </a:cubicBezTo>
                  <a:cubicBezTo>
                    <a:pt x="100072" y="9440"/>
                    <a:pt x="98871" y="9440"/>
                    <a:pt x="97570" y="9140"/>
                  </a:cubicBezTo>
                  <a:cubicBezTo>
                    <a:pt x="97103" y="9307"/>
                    <a:pt x="96736" y="9807"/>
                    <a:pt x="96803" y="10274"/>
                  </a:cubicBezTo>
                  <a:cubicBezTo>
                    <a:pt x="96836" y="10407"/>
                    <a:pt x="97003" y="11175"/>
                    <a:pt x="97103" y="11275"/>
                  </a:cubicBezTo>
                  <a:close/>
                  <a:moveTo>
                    <a:pt x="138799" y="16178"/>
                  </a:moveTo>
                  <a:cubicBezTo>
                    <a:pt x="139300" y="16245"/>
                    <a:pt x="141301" y="15745"/>
                    <a:pt x="141768" y="15144"/>
                  </a:cubicBezTo>
                  <a:cubicBezTo>
                    <a:pt x="142235" y="14510"/>
                    <a:pt x="141735" y="12576"/>
                    <a:pt x="141101" y="12576"/>
                  </a:cubicBezTo>
                  <a:cubicBezTo>
                    <a:pt x="140467" y="12576"/>
                    <a:pt x="140067" y="12776"/>
                    <a:pt x="140067" y="12776"/>
                  </a:cubicBezTo>
                  <a:cubicBezTo>
                    <a:pt x="139300" y="13810"/>
                    <a:pt x="138299" y="16145"/>
                    <a:pt x="138799" y="16178"/>
                  </a:cubicBezTo>
                  <a:close/>
                  <a:moveTo>
                    <a:pt x="115516" y="30155"/>
                  </a:moveTo>
                  <a:cubicBezTo>
                    <a:pt x="116550" y="30655"/>
                    <a:pt x="117684" y="31289"/>
                    <a:pt x="116417" y="29121"/>
                  </a:cubicBezTo>
                  <a:cubicBezTo>
                    <a:pt x="115182" y="26953"/>
                    <a:pt x="118585" y="22783"/>
                    <a:pt x="119185" y="22283"/>
                  </a:cubicBezTo>
                  <a:cubicBezTo>
                    <a:pt x="119786" y="21782"/>
                    <a:pt x="120353" y="21482"/>
                    <a:pt x="120353" y="21482"/>
                  </a:cubicBezTo>
                  <a:cubicBezTo>
                    <a:pt x="121253" y="21249"/>
                    <a:pt x="124189" y="19581"/>
                    <a:pt x="122955" y="18747"/>
                  </a:cubicBezTo>
                  <a:cubicBezTo>
                    <a:pt x="121754" y="17846"/>
                    <a:pt x="121720" y="19914"/>
                    <a:pt x="120052" y="20114"/>
                  </a:cubicBezTo>
                  <a:cubicBezTo>
                    <a:pt x="118385" y="20315"/>
                    <a:pt x="115783" y="22983"/>
                    <a:pt x="115016" y="25852"/>
                  </a:cubicBezTo>
                  <a:cubicBezTo>
                    <a:pt x="114215" y="28621"/>
                    <a:pt x="114448" y="29655"/>
                    <a:pt x="115516" y="30155"/>
                  </a:cubicBezTo>
                  <a:close/>
                  <a:moveTo>
                    <a:pt x="136231" y="13410"/>
                  </a:moveTo>
                  <a:cubicBezTo>
                    <a:pt x="136898" y="13676"/>
                    <a:pt x="138366" y="14110"/>
                    <a:pt x="138699" y="13943"/>
                  </a:cubicBezTo>
                  <a:cubicBezTo>
                    <a:pt x="139033" y="13777"/>
                    <a:pt x="138866" y="12943"/>
                    <a:pt x="139099" y="12075"/>
                  </a:cubicBezTo>
                  <a:cubicBezTo>
                    <a:pt x="139366" y="11175"/>
                    <a:pt x="139300" y="10341"/>
                    <a:pt x="138366" y="10341"/>
                  </a:cubicBezTo>
                  <a:cubicBezTo>
                    <a:pt x="137398" y="10341"/>
                    <a:pt x="136197" y="10808"/>
                    <a:pt x="136197" y="10808"/>
                  </a:cubicBezTo>
                  <a:cubicBezTo>
                    <a:pt x="135964" y="11341"/>
                    <a:pt x="135564" y="13109"/>
                    <a:pt x="136231" y="13410"/>
                  </a:cubicBezTo>
                  <a:close/>
                  <a:moveTo>
                    <a:pt x="164551" y="23150"/>
                  </a:moveTo>
                  <a:cubicBezTo>
                    <a:pt x="165318" y="23150"/>
                    <a:pt x="165952" y="22816"/>
                    <a:pt x="165452" y="22383"/>
                  </a:cubicBezTo>
                  <a:cubicBezTo>
                    <a:pt x="164951" y="21982"/>
                    <a:pt x="163917" y="22149"/>
                    <a:pt x="163717" y="21782"/>
                  </a:cubicBezTo>
                  <a:cubicBezTo>
                    <a:pt x="163483" y="21449"/>
                    <a:pt x="163050" y="21449"/>
                    <a:pt x="162950" y="21616"/>
                  </a:cubicBezTo>
                  <a:cubicBezTo>
                    <a:pt x="162583" y="22349"/>
                    <a:pt x="163750" y="23150"/>
                    <a:pt x="164551" y="23150"/>
                  </a:cubicBezTo>
                  <a:close/>
                  <a:moveTo>
                    <a:pt x="158813" y="23150"/>
                  </a:moveTo>
                  <a:cubicBezTo>
                    <a:pt x="159814" y="23350"/>
                    <a:pt x="160748" y="22683"/>
                    <a:pt x="161549" y="22683"/>
                  </a:cubicBezTo>
                  <a:cubicBezTo>
                    <a:pt x="162316" y="22683"/>
                    <a:pt x="162916" y="21782"/>
                    <a:pt x="161949" y="21249"/>
                  </a:cubicBezTo>
                  <a:cubicBezTo>
                    <a:pt x="160982" y="20682"/>
                    <a:pt x="160048" y="20815"/>
                    <a:pt x="159581" y="20581"/>
                  </a:cubicBezTo>
                  <a:lnTo>
                    <a:pt x="159581" y="20581"/>
                  </a:lnTo>
                  <a:cubicBezTo>
                    <a:pt x="159080" y="20281"/>
                    <a:pt x="158447" y="20581"/>
                    <a:pt x="158313" y="21115"/>
                  </a:cubicBezTo>
                  <a:cubicBezTo>
                    <a:pt x="158080" y="21949"/>
                    <a:pt x="158113" y="22983"/>
                    <a:pt x="158813" y="23150"/>
                  </a:cubicBezTo>
                  <a:close/>
                  <a:moveTo>
                    <a:pt x="159881" y="25418"/>
                  </a:moveTo>
                  <a:cubicBezTo>
                    <a:pt x="159781" y="25452"/>
                    <a:pt x="159747" y="25518"/>
                    <a:pt x="159747" y="25618"/>
                  </a:cubicBezTo>
                  <a:cubicBezTo>
                    <a:pt x="159747" y="25685"/>
                    <a:pt x="159814" y="25752"/>
                    <a:pt x="159881" y="25752"/>
                  </a:cubicBezTo>
                  <a:cubicBezTo>
                    <a:pt x="160381" y="26019"/>
                    <a:pt x="160948" y="26319"/>
                    <a:pt x="161549" y="26185"/>
                  </a:cubicBezTo>
                  <a:cubicBezTo>
                    <a:pt x="161649" y="25919"/>
                    <a:pt x="161582" y="25518"/>
                    <a:pt x="161382" y="25285"/>
                  </a:cubicBezTo>
                  <a:cubicBezTo>
                    <a:pt x="161215" y="25018"/>
                    <a:pt x="160915" y="24818"/>
                    <a:pt x="160648" y="24651"/>
                  </a:cubicBezTo>
                  <a:cubicBezTo>
                    <a:pt x="160548" y="24584"/>
                    <a:pt x="160381" y="24584"/>
                    <a:pt x="160315" y="24651"/>
                  </a:cubicBezTo>
                  <a:cubicBezTo>
                    <a:pt x="160281" y="24951"/>
                    <a:pt x="160114" y="25185"/>
                    <a:pt x="159881" y="25418"/>
                  </a:cubicBezTo>
                  <a:close/>
                  <a:moveTo>
                    <a:pt x="160315" y="24651"/>
                  </a:moveTo>
                  <a:lnTo>
                    <a:pt x="160315" y="24651"/>
                  </a:lnTo>
                  <a:cubicBezTo>
                    <a:pt x="160315" y="24618"/>
                    <a:pt x="160381" y="24618"/>
                    <a:pt x="160381" y="24584"/>
                  </a:cubicBezTo>
                  <a:close/>
                  <a:moveTo>
                    <a:pt x="48368" y="35525"/>
                  </a:moveTo>
                  <a:cubicBezTo>
                    <a:pt x="48702" y="35359"/>
                    <a:pt x="48835" y="34958"/>
                    <a:pt x="48868" y="34625"/>
                  </a:cubicBezTo>
                  <a:cubicBezTo>
                    <a:pt x="48902" y="34325"/>
                    <a:pt x="48902" y="33991"/>
                    <a:pt x="48668" y="33824"/>
                  </a:cubicBezTo>
                  <a:cubicBezTo>
                    <a:pt x="48335" y="33591"/>
                    <a:pt x="47834" y="33791"/>
                    <a:pt x="47667" y="34124"/>
                  </a:cubicBezTo>
                  <a:cubicBezTo>
                    <a:pt x="47501" y="34458"/>
                    <a:pt x="47567" y="34825"/>
                    <a:pt x="47667" y="35159"/>
                  </a:cubicBezTo>
                  <a:lnTo>
                    <a:pt x="48001" y="35459"/>
                  </a:lnTo>
                  <a:cubicBezTo>
                    <a:pt x="48134" y="35592"/>
                    <a:pt x="48235" y="35626"/>
                    <a:pt x="48368" y="35525"/>
                  </a:cubicBezTo>
                  <a:close/>
                  <a:moveTo>
                    <a:pt x="43898" y="37360"/>
                  </a:moveTo>
                  <a:cubicBezTo>
                    <a:pt x="43831" y="37193"/>
                    <a:pt x="43565" y="37160"/>
                    <a:pt x="43398" y="37193"/>
                  </a:cubicBezTo>
                  <a:lnTo>
                    <a:pt x="43298" y="37260"/>
                  </a:lnTo>
                  <a:cubicBezTo>
                    <a:pt x="43164" y="37293"/>
                    <a:pt x="43031" y="37427"/>
                    <a:pt x="43031" y="37527"/>
                  </a:cubicBezTo>
                  <a:cubicBezTo>
                    <a:pt x="42897" y="38327"/>
                    <a:pt x="42230" y="38995"/>
                    <a:pt x="42631" y="39628"/>
                  </a:cubicBezTo>
                  <a:cubicBezTo>
                    <a:pt x="43031" y="40329"/>
                    <a:pt x="44132" y="40829"/>
                    <a:pt x="44332" y="40329"/>
                  </a:cubicBezTo>
                  <a:cubicBezTo>
                    <a:pt x="44532" y="39829"/>
                    <a:pt x="45132" y="40029"/>
                    <a:pt x="45466" y="40029"/>
                  </a:cubicBezTo>
                  <a:cubicBezTo>
                    <a:pt x="45733" y="40029"/>
                    <a:pt x="46367" y="39962"/>
                    <a:pt x="45666" y="38928"/>
                  </a:cubicBezTo>
                  <a:cubicBezTo>
                    <a:pt x="45166" y="38194"/>
                    <a:pt x="44665" y="38661"/>
                    <a:pt x="43898" y="37360"/>
                  </a:cubicBezTo>
                  <a:close/>
                  <a:moveTo>
                    <a:pt x="53572" y="36593"/>
                  </a:moveTo>
                  <a:cubicBezTo>
                    <a:pt x="54372" y="37494"/>
                    <a:pt x="56907" y="37594"/>
                    <a:pt x="54572" y="35092"/>
                  </a:cubicBezTo>
                  <a:cubicBezTo>
                    <a:pt x="52237" y="32590"/>
                    <a:pt x="52738" y="31356"/>
                    <a:pt x="51737" y="30522"/>
                  </a:cubicBezTo>
                  <a:cubicBezTo>
                    <a:pt x="50736" y="29755"/>
                    <a:pt x="48902" y="28020"/>
                    <a:pt x="48134" y="27186"/>
                  </a:cubicBezTo>
                  <a:cubicBezTo>
                    <a:pt x="47334" y="26419"/>
                    <a:pt x="47701" y="26686"/>
                    <a:pt x="46200" y="25685"/>
                  </a:cubicBezTo>
                  <a:cubicBezTo>
                    <a:pt x="44699" y="24684"/>
                    <a:pt x="43698" y="24918"/>
                    <a:pt x="43565" y="25418"/>
                  </a:cubicBezTo>
                  <a:cubicBezTo>
                    <a:pt x="43498" y="25919"/>
                    <a:pt x="42964" y="25318"/>
                    <a:pt x="42664" y="25185"/>
                  </a:cubicBezTo>
                  <a:cubicBezTo>
                    <a:pt x="42364" y="25118"/>
                    <a:pt x="42030" y="25118"/>
                    <a:pt x="42030" y="25118"/>
                  </a:cubicBezTo>
                  <a:cubicBezTo>
                    <a:pt x="41530" y="26019"/>
                    <a:pt x="40629" y="28821"/>
                    <a:pt x="41230" y="29521"/>
                  </a:cubicBezTo>
                  <a:cubicBezTo>
                    <a:pt x="41863" y="30255"/>
                    <a:pt x="42364" y="31256"/>
                    <a:pt x="44065" y="31356"/>
                  </a:cubicBezTo>
                  <a:cubicBezTo>
                    <a:pt x="45799" y="31456"/>
                    <a:pt x="46700" y="31089"/>
                    <a:pt x="47401" y="31656"/>
                  </a:cubicBezTo>
                  <a:cubicBezTo>
                    <a:pt x="48134" y="32290"/>
                    <a:pt x="51237" y="34491"/>
                    <a:pt x="49836" y="35992"/>
                  </a:cubicBezTo>
                  <a:cubicBezTo>
                    <a:pt x="48401" y="37494"/>
                    <a:pt x="45533" y="39795"/>
                    <a:pt x="47834" y="39328"/>
                  </a:cubicBezTo>
                  <a:cubicBezTo>
                    <a:pt x="50736" y="38694"/>
                    <a:pt x="52171" y="42164"/>
                    <a:pt x="53071" y="41830"/>
                  </a:cubicBezTo>
                  <a:cubicBezTo>
                    <a:pt x="54005" y="41530"/>
                    <a:pt x="54306" y="40129"/>
                    <a:pt x="53505" y="38694"/>
                  </a:cubicBezTo>
                  <a:cubicBezTo>
                    <a:pt x="52704" y="37293"/>
                    <a:pt x="52771" y="35692"/>
                    <a:pt x="53572" y="36593"/>
                  </a:cubicBezTo>
                  <a:close/>
                  <a:moveTo>
                    <a:pt x="36860" y="29121"/>
                  </a:moveTo>
                  <a:cubicBezTo>
                    <a:pt x="37393" y="28454"/>
                    <a:pt x="38194" y="27286"/>
                    <a:pt x="37627" y="26786"/>
                  </a:cubicBezTo>
                  <a:cubicBezTo>
                    <a:pt x="36993" y="26252"/>
                    <a:pt x="37860" y="24484"/>
                    <a:pt x="36960" y="24451"/>
                  </a:cubicBezTo>
                  <a:cubicBezTo>
                    <a:pt x="36326" y="24418"/>
                    <a:pt x="35826" y="25118"/>
                    <a:pt x="35492" y="25285"/>
                  </a:cubicBezTo>
                  <a:cubicBezTo>
                    <a:pt x="35325" y="25352"/>
                    <a:pt x="35225" y="25585"/>
                    <a:pt x="35292" y="25752"/>
                  </a:cubicBezTo>
                  <a:cubicBezTo>
                    <a:pt x="35459" y="26119"/>
                    <a:pt x="35559" y="26352"/>
                    <a:pt x="35025" y="26619"/>
                  </a:cubicBezTo>
                  <a:cubicBezTo>
                    <a:pt x="34358" y="26953"/>
                    <a:pt x="34625" y="26953"/>
                    <a:pt x="35292" y="27953"/>
                  </a:cubicBezTo>
                  <a:cubicBezTo>
                    <a:pt x="35992" y="28954"/>
                    <a:pt x="36326" y="29788"/>
                    <a:pt x="36860" y="29121"/>
                  </a:cubicBezTo>
                  <a:close/>
                  <a:moveTo>
                    <a:pt x="93033" y="15478"/>
                  </a:moveTo>
                  <a:cubicBezTo>
                    <a:pt x="93100" y="15845"/>
                    <a:pt x="93267" y="16178"/>
                    <a:pt x="93500" y="16479"/>
                  </a:cubicBezTo>
                  <a:lnTo>
                    <a:pt x="94701" y="18447"/>
                  </a:lnTo>
                  <a:cubicBezTo>
                    <a:pt x="94935" y="18847"/>
                    <a:pt x="95235" y="19180"/>
                    <a:pt x="95602" y="19514"/>
                  </a:cubicBezTo>
                  <a:cubicBezTo>
                    <a:pt x="95735" y="19647"/>
                    <a:pt x="95902" y="19748"/>
                    <a:pt x="96035" y="19814"/>
                  </a:cubicBezTo>
                  <a:cubicBezTo>
                    <a:pt x="96269" y="19948"/>
                    <a:pt x="96602" y="19781"/>
                    <a:pt x="96636" y="19481"/>
                  </a:cubicBezTo>
                  <a:lnTo>
                    <a:pt x="96803" y="16946"/>
                  </a:lnTo>
                  <a:cubicBezTo>
                    <a:pt x="96869" y="16545"/>
                    <a:pt x="96869" y="16112"/>
                    <a:pt x="97203" y="15845"/>
                  </a:cubicBezTo>
                  <a:cubicBezTo>
                    <a:pt x="97370" y="15678"/>
                    <a:pt x="97636" y="15645"/>
                    <a:pt x="97870" y="15811"/>
                  </a:cubicBezTo>
                  <a:cubicBezTo>
                    <a:pt x="98204" y="16012"/>
                    <a:pt x="98070" y="16479"/>
                    <a:pt x="98103" y="16812"/>
                  </a:cubicBezTo>
                  <a:cubicBezTo>
                    <a:pt x="98170" y="17613"/>
                    <a:pt x="99104" y="18246"/>
                    <a:pt x="99871" y="17946"/>
                  </a:cubicBezTo>
                  <a:cubicBezTo>
                    <a:pt x="99971" y="17913"/>
                    <a:pt x="100072" y="17846"/>
                    <a:pt x="100138" y="17746"/>
                  </a:cubicBezTo>
                  <a:cubicBezTo>
                    <a:pt x="100238" y="17646"/>
                    <a:pt x="100272" y="17479"/>
                    <a:pt x="100272" y="17346"/>
                  </a:cubicBezTo>
                  <a:cubicBezTo>
                    <a:pt x="100405" y="16445"/>
                    <a:pt x="100072" y="15444"/>
                    <a:pt x="99404" y="14777"/>
                  </a:cubicBezTo>
                  <a:cubicBezTo>
                    <a:pt x="99238" y="14611"/>
                    <a:pt x="99037" y="14444"/>
                    <a:pt x="98871" y="14210"/>
                  </a:cubicBezTo>
                  <a:cubicBezTo>
                    <a:pt x="98704" y="13977"/>
                    <a:pt x="98604" y="13643"/>
                    <a:pt x="98470" y="13343"/>
                  </a:cubicBezTo>
                  <a:cubicBezTo>
                    <a:pt x="98070" y="12242"/>
                    <a:pt x="97136" y="11308"/>
                    <a:pt x="96035" y="10941"/>
                  </a:cubicBezTo>
                  <a:cubicBezTo>
                    <a:pt x="95135" y="10274"/>
                    <a:pt x="94968" y="12109"/>
                    <a:pt x="94434" y="11642"/>
                  </a:cubicBezTo>
                  <a:cubicBezTo>
                    <a:pt x="94234" y="11475"/>
                    <a:pt x="94101" y="11275"/>
                    <a:pt x="93900" y="11141"/>
                  </a:cubicBezTo>
                  <a:cubicBezTo>
                    <a:pt x="93433" y="10941"/>
                    <a:pt x="92933" y="11308"/>
                    <a:pt x="92633" y="11708"/>
                  </a:cubicBezTo>
                  <a:cubicBezTo>
                    <a:pt x="92433" y="11975"/>
                    <a:pt x="92266" y="12309"/>
                    <a:pt x="92299" y="12609"/>
                  </a:cubicBezTo>
                  <a:cubicBezTo>
                    <a:pt x="92366" y="13043"/>
                    <a:pt x="92766" y="13343"/>
                    <a:pt x="92933" y="13810"/>
                  </a:cubicBezTo>
                  <a:cubicBezTo>
                    <a:pt x="93100" y="14310"/>
                    <a:pt x="92900" y="14911"/>
                    <a:pt x="93033" y="15478"/>
                  </a:cubicBezTo>
                  <a:close/>
                  <a:moveTo>
                    <a:pt x="28987" y="30956"/>
                  </a:moveTo>
                  <a:cubicBezTo>
                    <a:pt x="27687" y="31256"/>
                    <a:pt x="26786" y="31356"/>
                    <a:pt x="27553" y="32090"/>
                  </a:cubicBezTo>
                  <a:cubicBezTo>
                    <a:pt x="28354" y="32790"/>
                    <a:pt x="28687" y="34425"/>
                    <a:pt x="29988" y="33924"/>
                  </a:cubicBezTo>
                  <a:cubicBezTo>
                    <a:pt x="31256" y="33424"/>
                    <a:pt x="32690" y="32690"/>
                    <a:pt x="33324" y="32690"/>
                  </a:cubicBezTo>
                  <a:cubicBezTo>
                    <a:pt x="33924" y="32690"/>
                    <a:pt x="35826" y="33424"/>
                    <a:pt x="35159" y="31923"/>
                  </a:cubicBezTo>
                  <a:cubicBezTo>
                    <a:pt x="34425" y="30422"/>
                    <a:pt x="33724" y="30188"/>
                    <a:pt x="33524" y="29054"/>
                  </a:cubicBezTo>
                  <a:cubicBezTo>
                    <a:pt x="33324" y="27953"/>
                    <a:pt x="33724" y="24317"/>
                    <a:pt x="32590" y="25352"/>
                  </a:cubicBezTo>
                  <a:cubicBezTo>
                    <a:pt x="31489" y="26352"/>
                    <a:pt x="31322" y="27787"/>
                    <a:pt x="30489" y="27186"/>
                  </a:cubicBezTo>
                  <a:cubicBezTo>
                    <a:pt x="29688" y="26552"/>
                    <a:pt x="28554" y="25685"/>
                    <a:pt x="27853" y="26085"/>
                  </a:cubicBezTo>
                  <a:cubicBezTo>
                    <a:pt x="27153" y="26486"/>
                    <a:pt x="26552" y="27086"/>
                    <a:pt x="26552" y="27086"/>
                  </a:cubicBezTo>
                  <a:cubicBezTo>
                    <a:pt x="26152" y="27787"/>
                    <a:pt x="26052" y="28787"/>
                    <a:pt x="26486" y="28921"/>
                  </a:cubicBezTo>
                  <a:cubicBezTo>
                    <a:pt x="26886" y="28987"/>
                    <a:pt x="26552" y="29621"/>
                    <a:pt x="26686" y="30022"/>
                  </a:cubicBezTo>
                  <a:cubicBezTo>
                    <a:pt x="26786" y="30455"/>
                    <a:pt x="27620" y="30322"/>
                    <a:pt x="28387" y="30322"/>
                  </a:cubicBezTo>
                  <a:cubicBezTo>
                    <a:pt x="29188" y="30255"/>
                    <a:pt x="30322" y="30655"/>
                    <a:pt x="28987" y="30956"/>
                  </a:cubicBezTo>
                  <a:close/>
                  <a:moveTo>
                    <a:pt x="40062" y="15244"/>
                  </a:moveTo>
                  <a:cubicBezTo>
                    <a:pt x="41563" y="15645"/>
                    <a:pt x="42697" y="16345"/>
                    <a:pt x="42197" y="17146"/>
                  </a:cubicBezTo>
                  <a:cubicBezTo>
                    <a:pt x="41697" y="17946"/>
                    <a:pt x="40996" y="19481"/>
                    <a:pt x="39995" y="19281"/>
                  </a:cubicBezTo>
                  <a:cubicBezTo>
                    <a:pt x="38995" y="19047"/>
                    <a:pt x="37560" y="17779"/>
                    <a:pt x="37560" y="18480"/>
                  </a:cubicBezTo>
                  <a:cubicBezTo>
                    <a:pt x="37560" y="19180"/>
                    <a:pt x="37994" y="19381"/>
                    <a:pt x="38995" y="20381"/>
                  </a:cubicBezTo>
                  <a:cubicBezTo>
                    <a:pt x="39995" y="21382"/>
                    <a:pt x="38794" y="22816"/>
                    <a:pt x="39695" y="23217"/>
                  </a:cubicBezTo>
                  <a:cubicBezTo>
                    <a:pt x="40629" y="23650"/>
                    <a:pt x="45966" y="24518"/>
                    <a:pt x="46033" y="23850"/>
                  </a:cubicBezTo>
                  <a:cubicBezTo>
                    <a:pt x="46133" y="23150"/>
                    <a:pt x="47034" y="21149"/>
                    <a:pt x="45132" y="21215"/>
                  </a:cubicBezTo>
                  <a:cubicBezTo>
                    <a:pt x="43198" y="21315"/>
                    <a:pt x="41396" y="22149"/>
                    <a:pt x="41296" y="21215"/>
                  </a:cubicBezTo>
                  <a:cubicBezTo>
                    <a:pt x="41196" y="20315"/>
                    <a:pt x="41697" y="19214"/>
                    <a:pt x="43131" y="19614"/>
                  </a:cubicBezTo>
                  <a:cubicBezTo>
                    <a:pt x="44532" y="20014"/>
                    <a:pt x="46667" y="20014"/>
                    <a:pt x="46733" y="19314"/>
                  </a:cubicBezTo>
                  <a:cubicBezTo>
                    <a:pt x="46834" y="18613"/>
                    <a:pt x="46467" y="16979"/>
                    <a:pt x="47234" y="16378"/>
                  </a:cubicBezTo>
                  <a:cubicBezTo>
                    <a:pt x="48034" y="15778"/>
                    <a:pt x="49669" y="13543"/>
                    <a:pt x="49235" y="12676"/>
                  </a:cubicBezTo>
                  <a:cubicBezTo>
                    <a:pt x="48835" y="11775"/>
                    <a:pt x="52071" y="8339"/>
                    <a:pt x="52071" y="8339"/>
                  </a:cubicBezTo>
                  <a:cubicBezTo>
                    <a:pt x="52571" y="7639"/>
                    <a:pt x="54572" y="5437"/>
                    <a:pt x="55206" y="4203"/>
                  </a:cubicBezTo>
                  <a:cubicBezTo>
                    <a:pt x="55840" y="3002"/>
                    <a:pt x="56007" y="1501"/>
                    <a:pt x="53805" y="1001"/>
                  </a:cubicBezTo>
                  <a:cubicBezTo>
                    <a:pt x="51570" y="500"/>
                    <a:pt x="48568" y="0"/>
                    <a:pt x="47334" y="600"/>
                  </a:cubicBezTo>
                  <a:cubicBezTo>
                    <a:pt x="45833" y="1301"/>
                    <a:pt x="40496" y="4003"/>
                    <a:pt x="40496" y="4703"/>
                  </a:cubicBezTo>
                  <a:cubicBezTo>
                    <a:pt x="40496" y="5437"/>
                    <a:pt x="40496" y="6538"/>
                    <a:pt x="40996" y="7339"/>
                  </a:cubicBezTo>
                  <a:cubicBezTo>
                    <a:pt x="41496" y="8139"/>
                    <a:pt x="41897" y="9340"/>
                    <a:pt x="43698" y="8973"/>
                  </a:cubicBezTo>
                  <a:cubicBezTo>
                    <a:pt x="45533" y="8539"/>
                    <a:pt x="46900" y="9473"/>
                    <a:pt x="44832" y="9874"/>
                  </a:cubicBezTo>
                  <a:cubicBezTo>
                    <a:pt x="42697" y="10307"/>
                    <a:pt x="40195" y="9373"/>
                    <a:pt x="39895" y="8173"/>
                  </a:cubicBezTo>
                  <a:cubicBezTo>
                    <a:pt x="39628" y="6972"/>
                    <a:pt x="38194" y="6538"/>
                    <a:pt x="37994" y="8106"/>
                  </a:cubicBezTo>
                  <a:cubicBezTo>
                    <a:pt x="37794" y="9607"/>
                    <a:pt x="37494" y="11442"/>
                    <a:pt x="38061" y="12509"/>
                  </a:cubicBezTo>
                  <a:cubicBezTo>
                    <a:pt x="38661" y="13510"/>
                    <a:pt x="38561" y="14811"/>
                    <a:pt x="40062" y="15244"/>
                  </a:cubicBezTo>
                  <a:close/>
                  <a:moveTo>
                    <a:pt x="84260" y="48001"/>
                  </a:moveTo>
                  <a:cubicBezTo>
                    <a:pt x="84594" y="48101"/>
                    <a:pt x="84894" y="48101"/>
                    <a:pt x="84894" y="48101"/>
                  </a:cubicBezTo>
                  <a:cubicBezTo>
                    <a:pt x="84894" y="48101"/>
                    <a:pt x="85261" y="48168"/>
                    <a:pt x="85061" y="48335"/>
                  </a:cubicBezTo>
                  <a:cubicBezTo>
                    <a:pt x="84861" y="48501"/>
                    <a:pt x="84694" y="49035"/>
                    <a:pt x="85027" y="49002"/>
                  </a:cubicBezTo>
                  <a:cubicBezTo>
                    <a:pt x="85361" y="48968"/>
                    <a:pt x="85695" y="49169"/>
                    <a:pt x="85661" y="49302"/>
                  </a:cubicBezTo>
                  <a:cubicBezTo>
                    <a:pt x="85561" y="49435"/>
                    <a:pt x="85561" y="49569"/>
                    <a:pt x="85695" y="49736"/>
                  </a:cubicBezTo>
                  <a:cubicBezTo>
                    <a:pt x="85828" y="49902"/>
                    <a:pt x="85695" y="49836"/>
                    <a:pt x="85394" y="49969"/>
                  </a:cubicBezTo>
                  <a:cubicBezTo>
                    <a:pt x="85094" y="50103"/>
                    <a:pt x="85361" y="50336"/>
                    <a:pt x="85328" y="50703"/>
                  </a:cubicBezTo>
                  <a:cubicBezTo>
                    <a:pt x="85228" y="51103"/>
                    <a:pt x="85061" y="50970"/>
                    <a:pt x="84927" y="51170"/>
                  </a:cubicBezTo>
                  <a:cubicBezTo>
                    <a:pt x="84861" y="51404"/>
                    <a:pt x="84694" y="51404"/>
                    <a:pt x="85161" y="51537"/>
                  </a:cubicBezTo>
                  <a:cubicBezTo>
                    <a:pt x="85561" y="51637"/>
                    <a:pt x="86028" y="51404"/>
                    <a:pt x="85394" y="51937"/>
                  </a:cubicBezTo>
                  <a:cubicBezTo>
                    <a:pt x="84761" y="52404"/>
                    <a:pt x="84494" y="52671"/>
                    <a:pt x="84727" y="52838"/>
                  </a:cubicBezTo>
                  <a:cubicBezTo>
                    <a:pt x="85027" y="53005"/>
                    <a:pt x="85161" y="52604"/>
                    <a:pt x="85494" y="52604"/>
                  </a:cubicBezTo>
                  <a:cubicBezTo>
                    <a:pt x="85761" y="52604"/>
                    <a:pt x="85861" y="52137"/>
                    <a:pt x="86228" y="52171"/>
                  </a:cubicBezTo>
                  <a:cubicBezTo>
                    <a:pt x="86595" y="52204"/>
                    <a:pt x="87529" y="52237"/>
                    <a:pt x="87829" y="52171"/>
                  </a:cubicBezTo>
                  <a:cubicBezTo>
                    <a:pt x="88063" y="52104"/>
                    <a:pt x="88563" y="51637"/>
                    <a:pt x="88230" y="51637"/>
                  </a:cubicBezTo>
                  <a:cubicBezTo>
                    <a:pt x="87930" y="51637"/>
                    <a:pt x="88096" y="51537"/>
                    <a:pt x="88263" y="51337"/>
                  </a:cubicBezTo>
                  <a:cubicBezTo>
                    <a:pt x="88430" y="51103"/>
                    <a:pt x="88697" y="50369"/>
                    <a:pt x="88330" y="50369"/>
                  </a:cubicBezTo>
                  <a:cubicBezTo>
                    <a:pt x="87930" y="50369"/>
                    <a:pt x="87563" y="49969"/>
                    <a:pt x="87563" y="49736"/>
                  </a:cubicBezTo>
                  <a:cubicBezTo>
                    <a:pt x="87563" y="49536"/>
                    <a:pt x="86996" y="49002"/>
                    <a:pt x="86929" y="48635"/>
                  </a:cubicBezTo>
                  <a:cubicBezTo>
                    <a:pt x="86862" y="48235"/>
                    <a:pt x="86895" y="48001"/>
                    <a:pt x="86529" y="47768"/>
                  </a:cubicBezTo>
                  <a:cubicBezTo>
                    <a:pt x="86162" y="47501"/>
                    <a:pt x="86262" y="47334"/>
                    <a:pt x="86428" y="46867"/>
                  </a:cubicBezTo>
                  <a:cubicBezTo>
                    <a:pt x="86595" y="46467"/>
                    <a:pt x="86729" y="46033"/>
                    <a:pt x="86095" y="46033"/>
                  </a:cubicBezTo>
                  <a:cubicBezTo>
                    <a:pt x="85494" y="46033"/>
                    <a:pt x="85528" y="45799"/>
                    <a:pt x="85761" y="45466"/>
                  </a:cubicBezTo>
                  <a:cubicBezTo>
                    <a:pt x="86028" y="45132"/>
                    <a:pt x="85928" y="44832"/>
                    <a:pt x="85494" y="44899"/>
                  </a:cubicBezTo>
                  <a:cubicBezTo>
                    <a:pt x="85027" y="44999"/>
                    <a:pt x="84661" y="45533"/>
                    <a:pt x="84594" y="45699"/>
                  </a:cubicBezTo>
                  <a:cubicBezTo>
                    <a:pt x="84560" y="45933"/>
                    <a:pt x="84560" y="46033"/>
                    <a:pt x="84427" y="46133"/>
                  </a:cubicBezTo>
                  <a:cubicBezTo>
                    <a:pt x="84327" y="46200"/>
                    <a:pt x="84093" y="46633"/>
                    <a:pt x="84327" y="46633"/>
                  </a:cubicBezTo>
                  <a:cubicBezTo>
                    <a:pt x="84527" y="46633"/>
                    <a:pt x="84560" y="46800"/>
                    <a:pt x="84394" y="46967"/>
                  </a:cubicBezTo>
                  <a:cubicBezTo>
                    <a:pt x="84260" y="47134"/>
                    <a:pt x="84327" y="47367"/>
                    <a:pt x="84394" y="47367"/>
                  </a:cubicBezTo>
                  <a:cubicBezTo>
                    <a:pt x="84494" y="47367"/>
                    <a:pt x="84827" y="47667"/>
                    <a:pt x="84527" y="47667"/>
                  </a:cubicBezTo>
                  <a:cubicBezTo>
                    <a:pt x="84194" y="47701"/>
                    <a:pt x="83927" y="47868"/>
                    <a:pt x="84260" y="48001"/>
                  </a:cubicBezTo>
                  <a:close/>
                  <a:moveTo>
                    <a:pt x="82492" y="50336"/>
                  </a:moveTo>
                  <a:cubicBezTo>
                    <a:pt x="82426" y="50636"/>
                    <a:pt x="81892" y="51637"/>
                    <a:pt x="82526" y="51604"/>
                  </a:cubicBezTo>
                  <a:cubicBezTo>
                    <a:pt x="83159" y="51504"/>
                    <a:pt x="83693" y="50970"/>
                    <a:pt x="83993" y="50970"/>
                  </a:cubicBezTo>
                  <a:cubicBezTo>
                    <a:pt x="84227" y="50970"/>
                    <a:pt x="84527" y="50436"/>
                    <a:pt x="84427" y="49836"/>
                  </a:cubicBezTo>
                  <a:cubicBezTo>
                    <a:pt x="84360" y="49269"/>
                    <a:pt x="84861" y="48868"/>
                    <a:pt x="84394" y="48501"/>
                  </a:cubicBezTo>
                  <a:cubicBezTo>
                    <a:pt x="84093" y="48301"/>
                    <a:pt x="83727" y="48335"/>
                    <a:pt x="83493" y="48435"/>
                  </a:cubicBezTo>
                  <a:cubicBezTo>
                    <a:pt x="83326" y="48468"/>
                    <a:pt x="83226" y="48635"/>
                    <a:pt x="83326" y="48802"/>
                  </a:cubicBezTo>
                  <a:cubicBezTo>
                    <a:pt x="83360" y="48935"/>
                    <a:pt x="83360" y="49102"/>
                    <a:pt x="83026" y="49102"/>
                  </a:cubicBezTo>
                  <a:cubicBezTo>
                    <a:pt x="82426" y="49135"/>
                    <a:pt x="82059" y="49035"/>
                    <a:pt x="82159" y="49269"/>
                  </a:cubicBezTo>
                  <a:cubicBezTo>
                    <a:pt x="82192" y="49435"/>
                    <a:pt x="82526" y="50036"/>
                    <a:pt x="82492" y="50336"/>
                  </a:cubicBezTo>
                  <a:close/>
                  <a:moveTo>
                    <a:pt x="149574" y="75187"/>
                  </a:moveTo>
                  <a:cubicBezTo>
                    <a:pt x="149807" y="75487"/>
                    <a:pt x="149640" y="75854"/>
                    <a:pt x="149974" y="75821"/>
                  </a:cubicBezTo>
                  <a:cubicBezTo>
                    <a:pt x="150274" y="75721"/>
                    <a:pt x="150975" y="75654"/>
                    <a:pt x="151075" y="75754"/>
                  </a:cubicBezTo>
                  <a:cubicBezTo>
                    <a:pt x="151141" y="75888"/>
                    <a:pt x="151442" y="76221"/>
                    <a:pt x="151141" y="76388"/>
                  </a:cubicBezTo>
                  <a:cubicBezTo>
                    <a:pt x="150908" y="76521"/>
                    <a:pt x="151775" y="76755"/>
                    <a:pt x="151742" y="76388"/>
                  </a:cubicBezTo>
                  <a:cubicBezTo>
                    <a:pt x="151642" y="76021"/>
                    <a:pt x="151475" y="75421"/>
                    <a:pt x="151208" y="75354"/>
                  </a:cubicBezTo>
                  <a:cubicBezTo>
                    <a:pt x="150941" y="75287"/>
                    <a:pt x="150407" y="75054"/>
                    <a:pt x="150407" y="74820"/>
                  </a:cubicBezTo>
                  <a:cubicBezTo>
                    <a:pt x="150374" y="74553"/>
                    <a:pt x="150808" y="74020"/>
                    <a:pt x="150808" y="73686"/>
                  </a:cubicBezTo>
                  <a:cubicBezTo>
                    <a:pt x="150808" y="73353"/>
                    <a:pt x="150808" y="72886"/>
                    <a:pt x="150474" y="72886"/>
                  </a:cubicBezTo>
                  <a:lnTo>
                    <a:pt x="150241" y="72886"/>
                  </a:lnTo>
                  <a:cubicBezTo>
                    <a:pt x="149974" y="72886"/>
                    <a:pt x="149774" y="73119"/>
                    <a:pt x="149707" y="73353"/>
                  </a:cubicBezTo>
                  <a:cubicBezTo>
                    <a:pt x="149640" y="73653"/>
                    <a:pt x="149574" y="73953"/>
                    <a:pt x="149473" y="74120"/>
                  </a:cubicBezTo>
                  <a:cubicBezTo>
                    <a:pt x="149273" y="74387"/>
                    <a:pt x="149307" y="74854"/>
                    <a:pt x="149574" y="75187"/>
                  </a:cubicBezTo>
                  <a:close/>
                  <a:moveTo>
                    <a:pt x="148106" y="86996"/>
                  </a:moveTo>
                  <a:cubicBezTo>
                    <a:pt x="147706" y="87062"/>
                    <a:pt x="147038" y="87363"/>
                    <a:pt x="147572" y="87363"/>
                  </a:cubicBezTo>
                  <a:cubicBezTo>
                    <a:pt x="148106" y="87363"/>
                    <a:pt x="148806" y="87463"/>
                    <a:pt x="148940" y="87196"/>
                  </a:cubicBezTo>
                  <a:cubicBezTo>
                    <a:pt x="149073" y="86962"/>
                    <a:pt x="148106" y="86996"/>
                    <a:pt x="148106" y="86996"/>
                  </a:cubicBezTo>
                  <a:close/>
                  <a:moveTo>
                    <a:pt x="151108" y="87196"/>
                  </a:moveTo>
                  <a:cubicBezTo>
                    <a:pt x="151375" y="86996"/>
                    <a:pt x="151742" y="86462"/>
                    <a:pt x="151208" y="86662"/>
                  </a:cubicBezTo>
                  <a:cubicBezTo>
                    <a:pt x="150708" y="86862"/>
                    <a:pt x="149574" y="86896"/>
                    <a:pt x="149574" y="86896"/>
                  </a:cubicBezTo>
                  <a:cubicBezTo>
                    <a:pt x="149307" y="87029"/>
                    <a:pt x="149107" y="87296"/>
                    <a:pt x="149607" y="87296"/>
                  </a:cubicBezTo>
                  <a:cubicBezTo>
                    <a:pt x="150141" y="87296"/>
                    <a:pt x="150908" y="87396"/>
                    <a:pt x="151108" y="87196"/>
                  </a:cubicBezTo>
                  <a:close/>
                  <a:moveTo>
                    <a:pt x="149740" y="88030"/>
                  </a:moveTo>
                  <a:cubicBezTo>
                    <a:pt x="149940" y="87996"/>
                    <a:pt x="149874" y="87629"/>
                    <a:pt x="149574" y="87529"/>
                  </a:cubicBezTo>
                  <a:cubicBezTo>
                    <a:pt x="149273" y="87463"/>
                    <a:pt x="148940" y="87629"/>
                    <a:pt x="148940" y="87629"/>
                  </a:cubicBezTo>
                  <a:cubicBezTo>
                    <a:pt x="149040" y="87730"/>
                    <a:pt x="149540" y="88063"/>
                    <a:pt x="149740" y="88030"/>
                  </a:cubicBezTo>
                  <a:close/>
                  <a:moveTo>
                    <a:pt x="151141" y="77055"/>
                  </a:moveTo>
                  <a:lnTo>
                    <a:pt x="151075" y="77122"/>
                  </a:lnTo>
                  <a:cubicBezTo>
                    <a:pt x="151075" y="77222"/>
                    <a:pt x="151041" y="77355"/>
                    <a:pt x="150975" y="77455"/>
                  </a:cubicBezTo>
                  <a:cubicBezTo>
                    <a:pt x="150941" y="77556"/>
                    <a:pt x="150941" y="77689"/>
                    <a:pt x="150975" y="77789"/>
                  </a:cubicBezTo>
                  <a:cubicBezTo>
                    <a:pt x="151041" y="77889"/>
                    <a:pt x="151208" y="77956"/>
                    <a:pt x="151275" y="77856"/>
                  </a:cubicBezTo>
                  <a:cubicBezTo>
                    <a:pt x="151241" y="77556"/>
                    <a:pt x="151275" y="77222"/>
                    <a:pt x="151408" y="76988"/>
                  </a:cubicBezTo>
                  <a:cubicBezTo>
                    <a:pt x="151275" y="76988"/>
                    <a:pt x="151208" y="77022"/>
                    <a:pt x="151141" y="77055"/>
                  </a:cubicBezTo>
                  <a:close/>
                  <a:moveTo>
                    <a:pt x="152275" y="82359"/>
                  </a:moveTo>
                  <a:cubicBezTo>
                    <a:pt x="152409" y="82192"/>
                    <a:pt x="152209" y="81892"/>
                    <a:pt x="151975" y="81892"/>
                  </a:cubicBezTo>
                  <a:cubicBezTo>
                    <a:pt x="151775" y="81859"/>
                    <a:pt x="151542" y="81992"/>
                    <a:pt x="151308" y="82025"/>
                  </a:cubicBezTo>
                  <a:cubicBezTo>
                    <a:pt x="150941" y="82092"/>
                    <a:pt x="150574" y="81992"/>
                    <a:pt x="150207" y="82025"/>
                  </a:cubicBezTo>
                  <a:cubicBezTo>
                    <a:pt x="149807" y="82025"/>
                    <a:pt x="149407" y="82292"/>
                    <a:pt x="149373" y="82659"/>
                  </a:cubicBezTo>
                  <a:cubicBezTo>
                    <a:pt x="149540" y="82559"/>
                    <a:pt x="149740" y="82559"/>
                    <a:pt x="149940" y="82559"/>
                  </a:cubicBezTo>
                  <a:cubicBezTo>
                    <a:pt x="150608" y="82559"/>
                    <a:pt x="151275" y="82526"/>
                    <a:pt x="151909" y="82526"/>
                  </a:cubicBezTo>
                  <a:cubicBezTo>
                    <a:pt x="152075" y="82492"/>
                    <a:pt x="152209" y="82426"/>
                    <a:pt x="152275" y="82359"/>
                  </a:cubicBezTo>
                  <a:close/>
                  <a:moveTo>
                    <a:pt x="152042" y="87229"/>
                  </a:moveTo>
                  <a:cubicBezTo>
                    <a:pt x="151575" y="87363"/>
                    <a:pt x="151241" y="87496"/>
                    <a:pt x="151241" y="87730"/>
                  </a:cubicBezTo>
                  <a:cubicBezTo>
                    <a:pt x="151241" y="87996"/>
                    <a:pt x="151575" y="88297"/>
                    <a:pt x="151808" y="87996"/>
                  </a:cubicBezTo>
                  <a:cubicBezTo>
                    <a:pt x="152075" y="87730"/>
                    <a:pt x="153410" y="87329"/>
                    <a:pt x="153276" y="87162"/>
                  </a:cubicBezTo>
                  <a:cubicBezTo>
                    <a:pt x="153209" y="86996"/>
                    <a:pt x="152042" y="87229"/>
                    <a:pt x="152042" y="87229"/>
                  </a:cubicBezTo>
                  <a:close/>
                  <a:moveTo>
                    <a:pt x="153810" y="81592"/>
                  </a:moveTo>
                  <a:cubicBezTo>
                    <a:pt x="153743" y="81558"/>
                    <a:pt x="153643" y="81525"/>
                    <a:pt x="153543" y="81525"/>
                  </a:cubicBezTo>
                  <a:cubicBezTo>
                    <a:pt x="153410" y="81525"/>
                    <a:pt x="153243" y="81592"/>
                    <a:pt x="153209" y="81725"/>
                  </a:cubicBezTo>
                  <a:cubicBezTo>
                    <a:pt x="153143" y="81859"/>
                    <a:pt x="153209" y="81959"/>
                    <a:pt x="153276" y="82059"/>
                  </a:cubicBezTo>
                  <a:cubicBezTo>
                    <a:pt x="153276" y="82226"/>
                    <a:pt x="153243" y="82392"/>
                    <a:pt x="153243" y="82626"/>
                  </a:cubicBezTo>
                  <a:cubicBezTo>
                    <a:pt x="153243" y="82726"/>
                    <a:pt x="153176" y="82859"/>
                    <a:pt x="153276" y="82993"/>
                  </a:cubicBezTo>
                  <a:cubicBezTo>
                    <a:pt x="153310" y="83126"/>
                    <a:pt x="153476" y="83193"/>
                    <a:pt x="153576" y="83126"/>
                  </a:cubicBezTo>
                  <a:cubicBezTo>
                    <a:pt x="153810" y="82993"/>
                    <a:pt x="153576" y="82559"/>
                    <a:pt x="153743" y="82392"/>
                  </a:cubicBezTo>
                  <a:cubicBezTo>
                    <a:pt x="153810" y="82326"/>
                    <a:pt x="153977" y="82326"/>
                    <a:pt x="154110" y="82192"/>
                  </a:cubicBezTo>
                  <a:cubicBezTo>
                    <a:pt x="154177" y="82126"/>
                    <a:pt x="154177" y="81959"/>
                    <a:pt x="154110" y="81859"/>
                  </a:cubicBezTo>
                  <a:cubicBezTo>
                    <a:pt x="154077" y="81725"/>
                    <a:pt x="153943" y="81692"/>
                    <a:pt x="153810" y="81592"/>
                  </a:cubicBezTo>
                  <a:close/>
                  <a:moveTo>
                    <a:pt x="150374" y="76188"/>
                  </a:moveTo>
                  <a:lnTo>
                    <a:pt x="150441" y="76188"/>
                  </a:lnTo>
                  <a:cubicBezTo>
                    <a:pt x="150374" y="76555"/>
                    <a:pt x="150374" y="76955"/>
                    <a:pt x="150474" y="77322"/>
                  </a:cubicBezTo>
                  <a:cubicBezTo>
                    <a:pt x="150474" y="77355"/>
                    <a:pt x="150541" y="77389"/>
                    <a:pt x="150574" y="77422"/>
                  </a:cubicBezTo>
                  <a:cubicBezTo>
                    <a:pt x="150608" y="77422"/>
                    <a:pt x="150641" y="77422"/>
                    <a:pt x="150708" y="77389"/>
                  </a:cubicBezTo>
                  <a:cubicBezTo>
                    <a:pt x="151075" y="77155"/>
                    <a:pt x="151141" y="76521"/>
                    <a:pt x="150808" y="76188"/>
                  </a:cubicBezTo>
                  <a:cubicBezTo>
                    <a:pt x="150708" y="76054"/>
                    <a:pt x="150407" y="76021"/>
                    <a:pt x="150374" y="76188"/>
                  </a:cubicBezTo>
                  <a:close/>
                  <a:moveTo>
                    <a:pt x="148773" y="84027"/>
                  </a:moveTo>
                  <a:cubicBezTo>
                    <a:pt x="148906" y="84327"/>
                    <a:pt x="148973" y="84461"/>
                    <a:pt x="149040" y="84794"/>
                  </a:cubicBezTo>
                  <a:cubicBezTo>
                    <a:pt x="149040" y="85028"/>
                    <a:pt x="148940" y="85294"/>
                    <a:pt x="149040" y="85528"/>
                  </a:cubicBezTo>
                  <a:cubicBezTo>
                    <a:pt x="149107" y="85728"/>
                    <a:pt x="149373" y="85862"/>
                    <a:pt x="149540" y="85728"/>
                  </a:cubicBezTo>
                  <a:lnTo>
                    <a:pt x="149540" y="84961"/>
                  </a:lnTo>
                  <a:cubicBezTo>
                    <a:pt x="149540" y="84827"/>
                    <a:pt x="149540" y="84661"/>
                    <a:pt x="149640" y="84561"/>
                  </a:cubicBezTo>
                  <a:cubicBezTo>
                    <a:pt x="149740" y="84494"/>
                    <a:pt x="149874" y="84527"/>
                    <a:pt x="149940" y="84527"/>
                  </a:cubicBezTo>
                  <a:cubicBezTo>
                    <a:pt x="150041" y="84527"/>
                    <a:pt x="150107" y="84527"/>
                    <a:pt x="150141" y="84561"/>
                  </a:cubicBezTo>
                  <a:cubicBezTo>
                    <a:pt x="150274" y="84661"/>
                    <a:pt x="150307" y="84827"/>
                    <a:pt x="150407" y="84961"/>
                  </a:cubicBezTo>
                  <a:cubicBezTo>
                    <a:pt x="150474" y="85128"/>
                    <a:pt x="150708" y="85294"/>
                    <a:pt x="150908" y="85228"/>
                  </a:cubicBezTo>
                  <a:cubicBezTo>
                    <a:pt x="151108" y="85194"/>
                    <a:pt x="151241" y="84961"/>
                    <a:pt x="151141" y="84727"/>
                  </a:cubicBezTo>
                  <a:cubicBezTo>
                    <a:pt x="151075" y="84561"/>
                    <a:pt x="150808" y="84527"/>
                    <a:pt x="150641" y="84394"/>
                  </a:cubicBezTo>
                  <a:cubicBezTo>
                    <a:pt x="150441" y="84294"/>
                    <a:pt x="150407" y="83994"/>
                    <a:pt x="150474" y="83793"/>
                  </a:cubicBezTo>
                  <a:cubicBezTo>
                    <a:pt x="150708" y="83827"/>
                    <a:pt x="150908" y="83827"/>
                    <a:pt x="151075" y="83660"/>
                  </a:cubicBezTo>
                  <a:cubicBezTo>
                    <a:pt x="151642" y="83160"/>
                    <a:pt x="150708" y="82993"/>
                    <a:pt x="150374" y="83026"/>
                  </a:cubicBezTo>
                  <a:cubicBezTo>
                    <a:pt x="149940" y="83060"/>
                    <a:pt x="149307" y="83060"/>
                    <a:pt x="148906" y="83293"/>
                  </a:cubicBezTo>
                  <a:cubicBezTo>
                    <a:pt x="148473" y="83527"/>
                    <a:pt x="148606" y="83660"/>
                    <a:pt x="148773" y="84027"/>
                  </a:cubicBezTo>
                  <a:close/>
                  <a:moveTo>
                    <a:pt x="89064" y="60110"/>
                  </a:moveTo>
                  <a:cubicBezTo>
                    <a:pt x="88897" y="60043"/>
                    <a:pt x="88697" y="60210"/>
                    <a:pt x="88697" y="60210"/>
                  </a:cubicBezTo>
                  <a:cubicBezTo>
                    <a:pt x="88597" y="60310"/>
                    <a:pt x="88763" y="60510"/>
                    <a:pt x="89064" y="60510"/>
                  </a:cubicBezTo>
                  <a:cubicBezTo>
                    <a:pt x="89364" y="60543"/>
                    <a:pt x="89230" y="60143"/>
                    <a:pt x="89064" y="60110"/>
                  </a:cubicBezTo>
                  <a:close/>
                  <a:moveTo>
                    <a:pt x="148973" y="77122"/>
                  </a:moveTo>
                  <a:cubicBezTo>
                    <a:pt x="148573" y="77289"/>
                    <a:pt x="147672" y="78223"/>
                    <a:pt x="148039" y="78223"/>
                  </a:cubicBezTo>
                  <a:cubicBezTo>
                    <a:pt x="148306" y="78223"/>
                    <a:pt x="149307" y="77222"/>
                    <a:pt x="149407" y="77122"/>
                  </a:cubicBezTo>
                  <a:cubicBezTo>
                    <a:pt x="149440" y="77022"/>
                    <a:pt x="149073" y="77122"/>
                    <a:pt x="148973" y="77122"/>
                  </a:cubicBezTo>
                  <a:close/>
                  <a:moveTo>
                    <a:pt x="92233" y="59076"/>
                  </a:moveTo>
                  <a:cubicBezTo>
                    <a:pt x="92366" y="59042"/>
                    <a:pt x="92499" y="58609"/>
                    <a:pt x="92499" y="58475"/>
                  </a:cubicBezTo>
                  <a:cubicBezTo>
                    <a:pt x="92499" y="58342"/>
                    <a:pt x="92266" y="58208"/>
                    <a:pt x="92266" y="58208"/>
                  </a:cubicBezTo>
                  <a:cubicBezTo>
                    <a:pt x="92032" y="58308"/>
                    <a:pt x="91866" y="58475"/>
                    <a:pt x="91932" y="58742"/>
                  </a:cubicBezTo>
                  <a:cubicBezTo>
                    <a:pt x="92032" y="59042"/>
                    <a:pt x="92099" y="59142"/>
                    <a:pt x="92233" y="59076"/>
                  </a:cubicBezTo>
                  <a:close/>
                  <a:moveTo>
                    <a:pt x="184665" y="35626"/>
                  </a:moveTo>
                  <a:cubicBezTo>
                    <a:pt x="184632" y="35525"/>
                    <a:pt x="183765" y="35459"/>
                    <a:pt x="183631" y="35459"/>
                  </a:cubicBezTo>
                  <a:cubicBezTo>
                    <a:pt x="183631" y="35459"/>
                    <a:pt x="183464" y="35859"/>
                    <a:pt x="183231" y="35859"/>
                  </a:cubicBezTo>
                  <a:cubicBezTo>
                    <a:pt x="182964" y="35859"/>
                    <a:pt x="183131" y="35092"/>
                    <a:pt x="183131" y="34858"/>
                  </a:cubicBezTo>
                  <a:cubicBezTo>
                    <a:pt x="183131" y="34625"/>
                    <a:pt x="182564" y="34358"/>
                    <a:pt x="181663" y="33758"/>
                  </a:cubicBezTo>
                  <a:cubicBezTo>
                    <a:pt x="180763" y="33124"/>
                    <a:pt x="179095" y="31923"/>
                    <a:pt x="177760" y="31423"/>
                  </a:cubicBezTo>
                  <a:cubicBezTo>
                    <a:pt x="176426" y="30922"/>
                    <a:pt x="174658" y="31623"/>
                    <a:pt x="174425" y="31656"/>
                  </a:cubicBezTo>
                  <a:cubicBezTo>
                    <a:pt x="174158" y="31689"/>
                    <a:pt x="173724" y="32190"/>
                    <a:pt x="173391" y="31990"/>
                  </a:cubicBezTo>
                  <a:cubicBezTo>
                    <a:pt x="173057" y="31789"/>
                    <a:pt x="171990" y="31789"/>
                    <a:pt x="170922" y="31923"/>
                  </a:cubicBezTo>
                  <a:cubicBezTo>
                    <a:pt x="169821" y="32023"/>
                    <a:pt x="170122" y="30989"/>
                    <a:pt x="170088" y="30322"/>
                  </a:cubicBezTo>
                  <a:cubicBezTo>
                    <a:pt x="170055" y="29655"/>
                    <a:pt x="168220" y="29588"/>
                    <a:pt x="167620" y="29755"/>
                  </a:cubicBezTo>
                  <a:cubicBezTo>
                    <a:pt x="167053" y="29921"/>
                    <a:pt x="166219" y="29921"/>
                    <a:pt x="165785" y="29288"/>
                  </a:cubicBezTo>
                  <a:cubicBezTo>
                    <a:pt x="165385" y="28654"/>
                    <a:pt x="164985" y="28320"/>
                    <a:pt x="164584" y="27820"/>
                  </a:cubicBezTo>
                  <a:cubicBezTo>
                    <a:pt x="164151" y="27320"/>
                    <a:pt x="162383" y="27253"/>
                    <a:pt x="160948" y="27019"/>
                  </a:cubicBezTo>
                  <a:cubicBezTo>
                    <a:pt x="159547" y="26819"/>
                    <a:pt x="159914" y="28020"/>
                    <a:pt x="159747" y="28621"/>
                  </a:cubicBezTo>
                  <a:cubicBezTo>
                    <a:pt x="159581" y="29188"/>
                    <a:pt x="157112" y="29088"/>
                    <a:pt x="156412" y="28520"/>
                  </a:cubicBezTo>
                  <a:cubicBezTo>
                    <a:pt x="155711" y="27987"/>
                    <a:pt x="155878" y="28254"/>
                    <a:pt x="155611" y="29488"/>
                  </a:cubicBezTo>
                  <a:cubicBezTo>
                    <a:pt x="155378" y="30789"/>
                    <a:pt x="154477" y="29088"/>
                    <a:pt x="154143" y="28520"/>
                  </a:cubicBezTo>
                  <a:cubicBezTo>
                    <a:pt x="153877" y="28020"/>
                    <a:pt x="154077" y="27586"/>
                    <a:pt x="154244" y="27086"/>
                  </a:cubicBezTo>
                  <a:cubicBezTo>
                    <a:pt x="154444" y="26586"/>
                    <a:pt x="154277" y="26286"/>
                    <a:pt x="152742" y="25585"/>
                  </a:cubicBezTo>
                  <a:cubicBezTo>
                    <a:pt x="151208" y="24918"/>
                    <a:pt x="151408" y="25418"/>
                    <a:pt x="151408" y="26152"/>
                  </a:cubicBezTo>
                  <a:cubicBezTo>
                    <a:pt x="151408" y="26919"/>
                    <a:pt x="149473" y="26119"/>
                    <a:pt x="149073" y="25518"/>
                  </a:cubicBezTo>
                  <a:cubicBezTo>
                    <a:pt x="148640" y="24951"/>
                    <a:pt x="146571" y="25018"/>
                    <a:pt x="145737" y="24918"/>
                  </a:cubicBezTo>
                  <a:cubicBezTo>
                    <a:pt x="144937" y="24784"/>
                    <a:pt x="144136" y="24818"/>
                    <a:pt x="143936" y="24584"/>
                  </a:cubicBezTo>
                  <a:cubicBezTo>
                    <a:pt x="143736" y="24317"/>
                    <a:pt x="145371" y="22950"/>
                    <a:pt x="146204" y="21916"/>
                  </a:cubicBezTo>
                  <a:cubicBezTo>
                    <a:pt x="147038" y="20915"/>
                    <a:pt x="145604" y="19314"/>
                    <a:pt x="145270" y="18980"/>
                  </a:cubicBezTo>
                  <a:cubicBezTo>
                    <a:pt x="144937" y="18647"/>
                    <a:pt x="143236" y="18947"/>
                    <a:pt x="143136" y="18580"/>
                  </a:cubicBezTo>
                  <a:cubicBezTo>
                    <a:pt x="143069" y="18180"/>
                    <a:pt x="142035" y="18013"/>
                    <a:pt x="141735" y="18080"/>
                  </a:cubicBezTo>
                  <a:cubicBezTo>
                    <a:pt x="141434" y="18113"/>
                    <a:pt x="142102" y="17579"/>
                    <a:pt x="142302" y="17312"/>
                  </a:cubicBezTo>
                  <a:cubicBezTo>
                    <a:pt x="142535" y="17079"/>
                    <a:pt x="141534" y="16579"/>
                    <a:pt x="140967" y="16745"/>
                  </a:cubicBezTo>
                  <a:cubicBezTo>
                    <a:pt x="140434" y="16912"/>
                    <a:pt x="140033" y="17746"/>
                    <a:pt x="139900" y="18413"/>
                  </a:cubicBezTo>
                  <a:cubicBezTo>
                    <a:pt x="139767" y="19080"/>
                    <a:pt x="139566" y="19347"/>
                    <a:pt x="139099" y="19514"/>
                  </a:cubicBezTo>
                  <a:cubicBezTo>
                    <a:pt x="138632" y="19748"/>
                    <a:pt x="138599" y="20181"/>
                    <a:pt x="137865" y="20248"/>
                  </a:cubicBezTo>
                  <a:cubicBezTo>
                    <a:pt x="137098" y="20281"/>
                    <a:pt x="136397" y="20448"/>
                    <a:pt x="135930" y="20615"/>
                  </a:cubicBezTo>
                  <a:cubicBezTo>
                    <a:pt x="135530" y="20782"/>
                    <a:pt x="135197" y="21182"/>
                    <a:pt x="134296" y="21182"/>
                  </a:cubicBezTo>
                  <a:cubicBezTo>
                    <a:pt x="133429" y="21182"/>
                    <a:pt x="132695" y="22249"/>
                    <a:pt x="132061" y="22983"/>
                  </a:cubicBezTo>
                  <a:cubicBezTo>
                    <a:pt x="131427" y="23750"/>
                    <a:pt x="132461" y="24251"/>
                    <a:pt x="132261" y="24751"/>
                  </a:cubicBezTo>
                  <a:cubicBezTo>
                    <a:pt x="132028" y="25251"/>
                    <a:pt x="129226" y="25151"/>
                    <a:pt x="129059" y="25585"/>
                  </a:cubicBezTo>
                  <a:cubicBezTo>
                    <a:pt x="128892" y="25985"/>
                    <a:pt x="129626" y="27253"/>
                    <a:pt x="129926" y="27687"/>
                  </a:cubicBezTo>
                  <a:cubicBezTo>
                    <a:pt x="130226" y="28120"/>
                    <a:pt x="130026" y="28420"/>
                    <a:pt x="129693" y="28420"/>
                  </a:cubicBezTo>
                  <a:cubicBezTo>
                    <a:pt x="129359" y="28420"/>
                    <a:pt x="128692" y="27586"/>
                    <a:pt x="128392" y="27386"/>
                  </a:cubicBezTo>
                  <a:cubicBezTo>
                    <a:pt x="128125" y="27220"/>
                    <a:pt x="127091" y="28020"/>
                    <a:pt x="126290" y="28487"/>
                  </a:cubicBezTo>
                  <a:cubicBezTo>
                    <a:pt x="125523" y="28954"/>
                    <a:pt x="125757" y="31122"/>
                    <a:pt x="125923" y="32190"/>
                  </a:cubicBezTo>
                  <a:cubicBezTo>
                    <a:pt x="126090" y="33291"/>
                    <a:pt x="125523" y="32990"/>
                    <a:pt x="125189" y="32990"/>
                  </a:cubicBezTo>
                  <a:cubicBezTo>
                    <a:pt x="124856" y="32990"/>
                    <a:pt x="125089" y="30722"/>
                    <a:pt x="125089" y="30122"/>
                  </a:cubicBezTo>
                  <a:cubicBezTo>
                    <a:pt x="125123" y="29488"/>
                    <a:pt x="124689" y="29321"/>
                    <a:pt x="125023" y="28020"/>
                  </a:cubicBezTo>
                  <a:cubicBezTo>
                    <a:pt x="125290" y="26753"/>
                    <a:pt x="124422" y="26519"/>
                    <a:pt x="123889" y="26386"/>
                  </a:cubicBezTo>
                  <a:cubicBezTo>
                    <a:pt x="123355" y="26286"/>
                    <a:pt x="123255" y="26552"/>
                    <a:pt x="122921" y="27620"/>
                  </a:cubicBezTo>
                  <a:cubicBezTo>
                    <a:pt x="122621" y="28654"/>
                    <a:pt x="122054" y="29788"/>
                    <a:pt x="121854" y="30288"/>
                  </a:cubicBezTo>
                  <a:cubicBezTo>
                    <a:pt x="121620" y="30789"/>
                    <a:pt x="122121" y="31823"/>
                    <a:pt x="122788" y="32690"/>
                  </a:cubicBezTo>
                  <a:cubicBezTo>
                    <a:pt x="123422" y="33591"/>
                    <a:pt x="122788" y="33691"/>
                    <a:pt x="122588" y="33691"/>
                  </a:cubicBezTo>
                  <a:cubicBezTo>
                    <a:pt x="122387" y="33691"/>
                    <a:pt x="121920" y="33190"/>
                    <a:pt x="121287" y="32523"/>
                  </a:cubicBezTo>
                  <a:cubicBezTo>
                    <a:pt x="120686" y="31856"/>
                    <a:pt x="119752" y="31756"/>
                    <a:pt x="119052" y="31456"/>
                  </a:cubicBezTo>
                  <a:cubicBezTo>
                    <a:pt x="118351" y="31156"/>
                    <a:pt x="118018" y="31489"/>
                    <a:pt x="118351" y="31656"/>
                  </a:cubicBezTo>
                  <a:cubicBezTo>
                    <a:pt x="118685" y="31823"/>
                    <a:pt x="118952" y="32657"/>
                    <a:pt x="118418" y="32924"/>
                  </a:cubicBezTo>
                  <a:cubicBezTo>
                    <a:pt x="117851" y="33157"/>
                    <a:pt x="117250" y="33157"/>
                    <a:pt x="116617" y="33257"/>
                  </a:cubicBezTo>
                  <a:cubicBezTo>
                    <a:pt x="116016" y="33324"/>
                    <a:pt x="115916" y="33524"/>
                    <a:pt x="115116" y="33157"/>
                  </a:cubicBezTo>
                  <a:cubicBezTo>
                    <a:pt x="114348" y="32757"/>
                    <a:pt x="113114" y="33824"/>
                    <a:pt x="112247" y="34825"/>
                  </a:cubicBezTo>
                  <a:cubicBezTo>
                    <a:pt x="111413" y="35826"/>
                    <a:pt x="111613" y="35792"/>
                    <a:pt x="111213" y="35592"/>
                  </a:cubicBezTo>
                  <a:cubicBezTo>
                    <a:pt x="110779" y="35359"/>
                    <a:pt x="111079" y="34758"/>
                    <a:pt x="111513" y="34491"/>
                  </a:cubicBezTo>
                  <a:cubicBezTo>
                    <a:pt x="111913" y="34258"/>
                    <a:pt x="111013" y="33524"/>
                    <a:pt x="110779" y="33357"/>
                  </a:cubicBezTo>
                  <a:cubicBezTo>
                    <a:pt x="110579" y="33257"/>
                    <a:pt x="110212" y="33924"/>
                    <a:pt x="110112" y="34525"/>
                  </a:cubicBezTo>
                  <a:cubicBezTo>
                    <a:pt x="110045" y="35159"/>
                    <a:pt x="110379" y="35792"/>
                    <a:pt x="110379" y="36159"/>
                  </a:cubicBezTo>
                  <a:cubicBezTo>
                    <a:pt x="110379" y="36526"/>
                    <a:pt x="110079" y="36459"/>
                    <a:pt x="109578" y="36193"/>
                  </a:cubicBezTo>
                  <a:cubicBezTo>
                    <a:pt x="109078" y="35959"/>
                    <a:pt x="108344" y="37093"/>
                    <a:pt x="108011" y="37327"/>
                  </a:cubicBezTo>
                  <a:cubicBezTo>
                    <a:pt x="107710" y="37594"/>
                    <a:pt x="108011" y="37694"/>
                    <a:pt x="108277" y="38194"/>
                  </a:cubicBezTo>
                  <a:cubicBezTo>
                    <a:pt x="108578" y="38694"/>
                    <a:pt x="107377" y="38428"/>
                    <a:pt x="106876" y="38127"/>
                  </a:cubicBezTo>
                  <a:cubicBezTo>
                    <a:pt x="106376" y="37827"/>
                    <a:pt x="106243" y="38161"/>
                    <a:pt x="106443" y="38494"/>
                  </a:cubicBezTo>
                  <a:cubicBezTo>
                    <a:pt x="106676" y="38828"/>
                    <a:pt x="106943" y="38995"/>
                    <a:pt x="107043" y="39261"/>
                  </a:cubicBezTo>
                  <a:cubicBezTo>
                    <a:pt x="107110" y="39495"/>
                    <a:pt x="106776" y="39495"/>
                    <a:pt x="106509" y="39462"/>
                  </a:cubicBezTo>
                  <a:cubicBezTo>
                    <a:pt x="106209" y="39428"/>
                    <a:pt x="105609" y="38961"/>
                    <a:pt x="105542" y="38628"/>
                  </a:cubicBezTo>
                  <a:cubicBezTo>
                    <a:pt x="105442" y="38294"/>
                    <a:pt x="105375" y="37327"/>
                    <a:pt x="105375" y="36960"/>
                  </a:cubicBezTo>
                  <a:cubicBezTo>
                    <a:pt x="105375" y="36793"/>
                    <a:pt x="104008" y="35692"/>
                    <a:pt x="104174" y="35492"/>
                  </a:cubicBezTo>
                  <a:cubicBezTo>
                    <a:pt x="104275" y="35359"/>
                    <a:pt x="105909" y="36593"/>
                    <a:pt x="106910" y="36693"/>
                  </a:cubicBezTo>
                  <a:cubicBezTo>
                    <a:pt x="107343" y="36793"/>
                    <a:pt x="107744" y="36693"/>
                    <a:pt x="108111" y="36459"/>
                  </a:cubicBezTo>
                  <a:cubicBezTo>
                    <a:pt x="108878" y="35959"/>
                    <a:pt x="108778" y="35125"/>
                    <a:pt x="108377" y="34525"/>
                  </a:cubicBezTo>
                  <a:cubicBezTo>
                    <a:pt x="108111" y="34158"/>
                    <a:pt x="107710" y="33858"/>
                    <a:pt x="107343" y="33624"/>
                  </a:cubicBezTo>
                  <a:cubicBezTo>
                    <a:pt x="106843" y="33257"/>
                    <a:pt x="106343" y="32857"/>
                    <a:pt x="105742" y="32657"/>
                  </a:cubicBezTo>
                  <a:cubicBezTo>
                    <a:pt x="104775" y="32256"/>
                    <a:pt x="103607" y="32156"/>
                    <a:pt x="102840" y="31489"/>
                  </a:cubicBezTo>
                  <a:cubicBezTo>
                    <a:pt x="102773" y="31456"/>
                    <a:pt x="102740" y="31322"/>
                    <a:pt x="102840" y="31289"/>
                  </a:cubicBezTo>
                  <a:cubicBezTo>
                    <a:pt x="102940" y="31156"/>
                    <a:pt x="103074" y="31022"/>
                    <a:pt x="103207" y="30956"/>
                  </a:cubicBezTo>
                  <a:cubicBezTo>
                    <a:pt x="103341" y="30855"/>
                    <a:pt x="103341" y="30755"/>
                    <a:pt x="103240" y="30655"/>
                  </a:cubicBezTo>
                  <a:cubicBezTo>
                    <a:pt x="102707" y="30122"/>
                    <a:pt x="101873" y="29921"/>
                    <a:pt x="101106" y="29955"/>
                  </a:cubicBezTo>
                  <a:cubicBezTo>
                    <a:pt x="100238" y="29988"/>
                    <a:pt x="99404" y="30355"/>
                    <a:pt x="98604" y="30689"/>
                  </a:cubicBezTo>
                  <a:cubicBezTo>
                    <a:pt x="98070" y="30922"/>
                    <a:pt x="97536" y="31156"/>
                    <a:pt x="97069" y="31523"/>
                  </a:cubicBezTo>
                  <a:cubicBezTo>
                    <a:pt x="96502" y="31990"/>
                    <a:pt x="96069" y="32657"/>
                    <a:pt x="95735" y="33291"/>
                  </a:cubicBezTo>
                  <a:cubicBezTo>
                    <a:pt x="95001" y="34658"/>
                    <a:pt x="94434" y="36159"/>
                    <a:pt x="93667" y="37594"/>
                  </a:cubicBezTo>
                  <a:cubicBezTo>
                    <a:pt x="93100" y="38594"/>
                    <a:pt x="92499" y="39495"/>
                    <a:pt x="91666" y="40262"/>
                  </a:cubicBezTo>
                  <a:cubicBezTo>
                    <a:pt x="91332" y="40529"/>
                    <a:pt x="89731" y="41363"/>
                    <a:pt x="89998" y="41963"/>
                  </a:cubicBezTo>
                  <a:cubicBezTo>
                    <a:pt x="90098" y="42264"/>
                    <a:pt x="90031" y="43598"/>
                    <a:pt x="90064" y="44699"/>
                  </a:cubicBezTo>
                  <a:cubicBezTo>
                    <a:pt x="90098" y="45866"/>
                    <a:pt x="91365" y="45766"/>
                    <a:pt x="91666" y="45599"/>
                  </a:cubicBezTo>
                  <a:cubicBezTo>
                    <a:pt x="91932" y="45433"/>
                    <a:pt x="92266" y="45032"/>
                    <a:pt x="92733" y="44532"/>
                  </a:cubicBezTo>
                  <a:cubicBezTo>
                    <a:pt x="93233" y="44032"/>
                    <a:pt x="93100" y="44966"/>
                    <a:pt x="93233" y="45299"/>
                  </a:cubicBezTo>
                  <a:cubicBezTo>
                    <a:pt x="93367" y="45633"/>
                    <a:pt x="93767" y="46433"/>
                    <a:pt x="93900" y="47034"/>
                  </a:cubicBezTo>
                  <a:cubicBezTo>
                    <a:pt x="94001" y="47667"/>
                    <a:pt x="94101" y="48201"/>
                    <a:pt x="94534" y="48201"/>
                  </a:cubicBezTo>
                  <a:cubicBezTo>
                    <a:pt x="94935" y="48201"/>
                    <a:pt x="95001" y="47701"/>
                    <a:pt x="95535" y="47534"/>
                  </a:cubicBezTo>
                  <a:cubicBezTo>
                    <a:pt x="96069" y="47334"/>
                    <a:pt x="96002" y="46166"/>
                    <a:pt x="96002" y="45799"/>
                  </a:cubicBezTo>
                  <a:cubicBezTo>
                    <a:pt x="96002" y="45433"/>
                    <a:pt x="96369" y="44999"/>
                    <a:pt x="96903" y="44699"/>
                  </a:cubicBezTo>
                  <a:cubicBezTo>
                    <a:pt x="97436" y="44432"/>
                    <a:pt x="97069" y="43531"/>
                    <a:pt x="96769" y="43298"/>
                  </a:cubicBezTo>
                  <a:cubicBezTo>
                    <a:pt x="96502" y="43031"/>
                    <a:pt x="96202" y="42797"/>
                    <a:pt x="96235" y="42264"/>
                  </a:cubicBezTo>
                  <a:cubicBezTo>
                    <a:pt x="96269" y="41697"/>
                    <a:pt x="96936" y="40596"/>
                    <a:pt x="97536" y="40029"/>
                  </a:cubicBezTo>
                  <a:cubicBezTo>
                    <a:pt x="98103" y="39528"/>
                    <a:pt x="98337" y="38961"/>
                    <a:pt x="98404" y="38528"/>
                  </a:cubicBezTo>
                  <a:cubicBezTo>
                    <a:pt x="98504" y="38127"/>
                    <a:pt x="98737" y="37494"/>
                    <a:pt x="99037" y="37160"/>
                  </a:cubicBezTo>
                  <a:cubicBezTo>
                    <a:pt x="99338" y="36793"/>
                    <a:pt x="99938" y="37260"/>
                    <a:pt x="100438" y="37627"/>
                  </a:cubicBezTo>
                  <a:cubicBezTo>
                    <a:pt x="100939" y="37994"/>
                    <a:pt x="100272" y="38461"/>
                    <a:pt x="100038" y="38694"/>
                  </a:cubicBezTo>
                  <a:cubicBezTo>
                    <a:pt x="99738" y="38961"/>
                    <a:pt x="99004" y="39995"/>
                    <a:pt x="98570" y="40329"/>
                  </a:cubicBezTo>
                  <a:cubicBezTo>
                    <a:pt x="98170" y="40662"/>
                    <a:pt x="98404" y="40996"/>
                    <a:pt x="98504" y="41363"/>
                  </a:cubicBezTo>
                  <a:cubicBezTo>
                    <a:pt x="98570" y="41763"/>
                    <a:pt x="98537" y="42530"/>
                    <a:pt x="98570" y="43098"/>
                  </a:cubicBezTo>
                  <a:cubicBezTo>
                    <a:pt x="98604" y="43631"/>
                    <a:pt x="99171" y="43865"/>
                    <a:pt x="99504" y="44032"/>
                  </a:cubicBezTo>
                  <a:cubicBezTo>
                    <a:pt x="99838" y="44198"/>
                    <a:pt x="100372" y="43631"/>
                    <a:pt x="101239" y="43331"/>
                  </a:cubicBezTo>
                  <a:cubicBezTo>
                    <a:pt x="102106" y="43031"/>
                    <a:pt x="102240" y="43364"/>
                    <a:pt x="102340" y="43464"/>
                  </a:cubicBezTo>
                  <a:cubicBezTo>
                    <a:pt x="102407" y="43598"/>
                    <a:pt x="102840" y="43631"/>
                    <a:pt x="102940" y="43765"/>
                  </a:cubicBezTo>
                  <a:cubicBezTo>
                    <a:pt x="103074" y="43865"/>
                    <a:pt x="102740" y="43865"/>
                    <a:pt x="102507" y="43865"/>
                  </a:cubicBezTo>
                  <a:cubicBezTo>
                    <a:pt x="102273" y="43865"/>
                    <a:pt x="102073" y="44365"/>
                    <a:pt x="101573" y="44332"/>
                  </a:cubicBezTo>
                  <a:cubicBezTo>
                    <a:pt x="101039" y="44298"/>
                    <a:pt x="100272" y="44332"/>
                    <a:pt x="99938" y="44432"/>
                  </a:cubicBezTo>
                  <a:cubicBezTo>
                    <a:pt x="99671" y="44499"/>
                    <a:pt x="99538" y="44832"/>
                    <a:pt x="99571" y="45199"/>
                  </a:cubicBezTo>
                  <a:cubicBezTo>
                    <a:pt x="99605" y="45599"/>
                    <a:pt x="100038" y="45599"/>
                    <a:pt x="100072" y="45766"/>
                  </a:cubicBezTo>
                  <a:cubicBezTo>
                    <a:pt x="100105" y="45933"/>
                    <a:pt x="100038" y="46667"/>
                    <a:pt x="99871" y="46700"/>
                  </a:cubicBezTo>
                  <a:cubicBezTo>
                    <a:pt x="99705" y="46767"/>
                    <a:pt x="99571" y="46667"/>
                    <a:pt x="99338" y="46367"/>
                  </a:cubicBezTo>
                  <a:cubicBezTo>
                    <a:pt x="99104" y="46100"/>
                    <a:pt x="98704" y="46266"/>
                    <a:pt x="98570" y="46433"/>
                  </a:cubicBezTo>
                  <a:cubicBezTo>
                    <a:pt x="98437" y="46600"/>
                    <a:pt x="98204" y="47100"/>
                    <a:pt x="98237" y="47834"/>
                  </a:cubicBezTo>
                  <a:cubicBezTo>
                    <a:pt x="98270" y="48635"/>
                    <a:pt x="98404" y="48601"/>
                    <a:pt x="98170" y="48601"/>
                  </a:cubicBezTo>
                  <a:cubicBezTo>
                    <a:pt x="97903" y="48635"/>
                    <a:pt x="97737" y="48802"/>
                    <a:pt x="97670" y="49102"/>
                  </a:cubicBezTo>
                  <a:cubicBezTo>
                    <a:pt x="97570" y="49369"/>
                    <a:pt x="97236" y="49302"/>
                    <a:pt x="96936" y="49002"/>
                  </a:cubicBezTo>
                  <a:cubicBezTo>
                    <a:pt x="96669" y="48702"/>
                    <a:pt x="96702" y="48768"/>
                    <a:pt x="96336" y="48935"/>
                  </a:cubicBezTo>
                  <a:cubicBezTo>
                    <a:pt x="95902" y="49102"/>
                    <a:pt x="95168" y="49536"/>
                    <a:pt x="94768" y="49602"/>
                  </a:cubicBezTo>
                  <a:cubicBezTo>
                    <a:pt x="94401" y="49636"/>
                    <a:pt x="94367" y="49302"/>
                    <a:pt x="94101" y="49169"/>
                  </a:cubicBezTo>
                  <a:cubicBezTo>
                    <a:pt x="93867" y="49035"/>
                    <a:pt x="93567" y="49469"/>
                    <a:pt x="93333" y="49602"/>
                  </a:cubicBezTo>
                  <a:cubicBezTo>
                    <a:pt x="93067" y="49669"/>
                    <a:pt x="93200" y="49435"/>
                    <a:pt x="93267" y="49302"/>
                  </a:cubicBezTo>
                  <a:cubicBezTo>
                    <a:pt x="93367" y="49135"/>
                    <a:pt x="93100" y="49169"/>
                    <a:pt x="92866" y="49202"/>
                  </a:cubicBezTo>
                  <a:cubicBezTo>
                    <a:pt x="92666" y="49269"/>
                    <a:pt x="92566" y="49035"/>
                    <a:pt x="92566" y="48768"/>
                  </a:cubicBezTo>
                  <a:cubicBezTo>
                    <a:pt x="92566" y="48435"/>
                    <a:pt x="92866" y="48635"/>
                    <a:pt x="93033" y="48635"/>
                  </a:cubicBezTo>
                  <a:cubicBezTo>
                    <a:pt x="93200" y="48601"/>
                    <a:pt x="92833" y="48368"/>
                    <a:pt x="92766" y="48134"/>
                  </a:cubicBezTo>
                  <a:cubicBezTo>
                    <a:pt x="92733" y="47868"/>
                    <a:pt x="93000" y="48168"/>
                    <a:pt x="93200" y="48368"/>
                  </a:cubicBezTo>
                  <a:cubicBezTo>
                    <a:pt x="93400" y="48601"/>
                    <a:pt x="93567" y="48768"/>
                    <a:pt x="93834" y="48835"/>
                  </a:cubicBezTo>
                  <a:cubicBezTo>
                    <a:pt x="94067" y="48968"/>
                    <a:pt x="93867" y="48201"/>
                    <a:pt x="93934" y="48001"/>
                  </a:cubicBezTo>
                  <a:cubicBezTo>
                    <a:pt x="94034" y="47801"/>
                    <a:pt x="93900" y="47467"/>
                    <a:pt x="93600" y="47534"/>
                  </a:cubicBezTo>
                  <a:cubicBezTo>
                    <a:pt x="93333" y="47634"/>
                    <a:pt x="93067" y="47367"/>
                    <a:pt x="93067" y="47367"/>
                  </a:cubicBezTo>
                  <a:cubicBezTo>
                    <a:pt x="93067" y="47367"/>
                    <a:pt x="92766" y="47167"/>
                    <a:pt x="92766" y="46600"/>
                  </a:cubicBezTo>
                  <a:cubicBezTo>
                    <a:pt x="92833" y="46033"/>
                    <a:pt x="92566" y="46266"/>
                    <a:pt x="92433" y="46367"/>
                  </a:cubicBezTo>
                  <a:cubicBezTo>
                    <a:pt x="92366" y="46533"/>
                    <a:pt x="92099" y="46633"/>
                    <a:pt x="91666" y="47134"/>
                  </a:cubicBezTo>
                  <a:cubicBezTo>
                    <a:pt x="91199" y="47667"/>
                    <a:pt x="91365" y="47934"/>
                    <a:pt x="91699" y="48201"/>
                  </a:cubicBezTo>
                  <a:cubicBezTo>
                    <a:pt x="92032" y="48501"/>
                    <a:pt x="91932" y="49035"/>
                    <a:pt x="92066" y="49469"/>
                  </a:cubicBezTo>
                  <a:cubicBezTo>
                    <a:pt x="92199" y="49869"/>
                    <a:pt x="91532" y="49869"/>
                    <a:pt x="90932" y="49869"/>
                  </a:cubicBezTo>
                  <a:cubicBezTo>
                    <a:pt x="90398" y="49936"/>
                    <a:pt x="90531" y="50036"/>
                    <a:pt x="90398" y="50169"/>
                  </a:cubicBezTo>
                  <a:cubicBezTo>
                    <a:pt x="90331" y="50336"/>
                    <a:pt x="90098" y="50436"/>
                    <a:pt x="90098" y="50336"/>
                  </a:cubicBezTo>
                  <a:cubicBezTo>
                    <a:pt x="90064" y="50269"/>
                    <a:pt x="89864" y="50436"/>
                    <a:pt x="89864" y="50636"/>
                  </a:cubicBezTo>
                  <a:cubicBezTo>
                    <a:pt x="89864" y="50836"/>
                    <a:pt x="89664" y="51303"/>
                    <a:pt x="89397" y="51604"/>
                  </a:cubicBezTo>
                  <a:cubicBezTo>
                    <a:pt x="89197" y="51871"/>
                    <a:pt x="88663" y="51871"/>
                    <a:pt x="88397" y="52137"/>
                  </a:cubicBezTo>
                  <a:cubicBezTo>
                    <a:pt x="88163" y="52371"/>
                    <a:pt x="88030" y="52704"/>
                    <a:pt x="87729" y="52938"/>
                  </a:cubicBezTo>
                  <a:cubicBezTo>
                    <a:pt x="87429" y="53138"/>
                    <a:pt x="87496" y="53305"/>
                    <a:pt x="86996" y="53338"/>
                  </a:cubicBezTo>
                  <a:cubicBezTo>
                    <a:pt x="86428" y="53372"/>
                    <a:pt x="86662" y="53138"/>
                    <a:pt x="86495" y="53138"/>
                  </a:cubicBezTo>
                  <a:cubicBezTo>
                    <a:pt x="86328" y="53171"/>
                    <a:pt x="86428" y="53438"/>
                    <a:pt x="86495" y="53772"/>
                  </a:cubicBezTo>
                  <a:cubicBezTo>
                    <a:pt x="86529" y="54105"/>
                    <a:pt x="85995" y="53972"/>
                    <a:pt x="85695" y="53839"/>
                  </a:cubicBezTo>
                  <a:cubicBezTo>
                    <a:pt x="85394" y="53772"/>
                    <a:pt x="85027" y="53939"/>
                    <a:pt x="84861" y="54039"/>
                  </a:cubicBezTo>
                  <a:cubicBezTo>
                    <a:pt x="84694" y="54206"/>
                    <a:pt x="84994" y="54539"/>
                    <a:pt x="85361" y="54673"/>
                  </a:cubicBezTo>
                  <a:cubicBezTo>
                    <a:pt x="85728" y="54806"/>
                    <a:pt x="85995" y="54939"/>
                    <a:pt x="86395" y="55506"/>
                  </a:cubicBezTo>
                  <a:cubicBezTo>
                    <a:pt x="86829" y="56107"/>
                    <a:pt x="86729" y="56307"/>
                    <a:pt x="86729" y="56307"/>
                  </a:cubicBezTo>
                  <a:cubicBezTo>
                    <a:pt x="86729" y="56707"/>
                    <a:pt x="86529" y="57808"/>
                    <a:pt x="86228" y="57841"/>
                  </a:cubicBezTo>
                  <a:cubicBezTo>
                    <a:pt x="85928" y="57875"/>
                    <a:pt x="85661" y="57808"/>
                    <a:pt x="84360" y="57775"/>
                  </a:cubicBezTo>
                  <a:cubicBezTo>
                    <a:pt x="83360" y="57708"/>
                    <a:pt x="83159" y="57708"/>
                    <a:pt x="82826" y="57841"/>
                  </a:cubicBezTo>
                  <a:cubicBezTo>
                    <a:pt x="82492" y="57975"/>
                    <a:pt x="82492" y="58308"/>
                    <a:pt x="82726" y="58542"/>
                  </a:cubicBezTo>
                  <a:cubicBezTo>
                    <a:pt x="82926" y="58809"/>
                    <a:pt x="82859" y="59509"/>
                    <a:pt x="82826" y="60043"/>
                  </a:cubicBezTo>
                  <a:cubicBezTo>
                    <a:pt x="82759" y="60610"/>
                    <a:pt x="82359" y="60844"/>
                    <a:pt x="82492" y="61477"/>
                  </a:cubicBezTo>
                  <a:cubicBezTo>
                    <a:pt x="82559" y="62145"/>
                    <a:pt x="82559" y="62178"/>
                    <a:pt x="83093" y="62145"/>
                  </a:cubicBezTo>
                  <a:cubicBezTo>
                    <a:pt x="83660" y="62111"/>
                    <a:pt x="84027" y="62211"/>
                    <a:pt x="84160" y="62645"/>
                  </a:cubicBezTo>
                  <a:cubicBezTo>
                    <a:pt x="84260" y="63045"/>
                    <a:pt x="84727" y="62712"/>
                    <a:pt x="85194" y="62478"/>
                  </a:cubicBezTo>
                  <a:cubicBezTo>
                    <a:pt x="85661" y="62211"/>
                    <a:pt x="86195" y="62445"/>
                    <a:pt x="86695" y="62044"/>
                  </a:cubicBezTo>
                  <a:cubicBezTo>
                    <a:pt x="87196" y="61644"/>
                    <a:pt x="87229" y="61144"/>
                    <a:pt x="87329" y="60810"/>
                  </a:cubicBezTo>
                  <a:cubicBezTo>
                    <a:pt x="87396" y="60443"/>
                    <a:pt x="87563" y="60110"/>
                    <a:pt x="87863" y="59676"/>
                  </a:cubicBezTo>
                  <a:cubicBezTo>
                    <a:pt x="88163" y="59276"/>
                    <a:pt x="88864" y="59176"/>
                    <a:pt x="89030" y="58942"/>
                  </a:cubicBezTo>
                  <a:cubicBezTo>
                    <a:pt x="89197" y="58642"/>
                    <a:pt x="89064" y="58008"/>
                    <a:pt x="89431" y="57942"/>
                  </a:cubicBezTo>
                  <a:cubicBezTo>
                    <a:pt x="89831" y="57841"/>
                    <a:pt x="90431" y="58175"/>
                    <a:pt x="90732" y="58042"/>
                  </a:cubicBezTo>
                  <a:cubicBezTo>
                    <a:pt x="91065" y="57975"/>
                    <a:pt x="91866" y="57308"/>
                    <a:pt x="92233" y="57308"/>
                  </a:cubicBezTo>
                  <a:cubicBezTo>
                    <a:pt x="92600" y="57308"/>
                    <a:pt x="93100" y="58442"/>
                    <a:pt x="93367" y="58809"/>
                  </a:cubicBezTo>
                  <a:cubicBezTo>
                    <a:pt x="93600" y="59176"/>
                    <a:pt x="95268" y="59976"/>
                    <a:pt x="95568" y="60610"/>
                  </a:cubicBezTo>
                  <a:cubicBezTo>
                    <a:pt x="95869" y="61211"/>
                    <a:pt x="95268" y="61444"/>
                    <a:pt x="95168" y="61511"/>
                  </a:cubicBezTo>
                  <a:cubicBezTo>
                    <a:pt x="95035" y="61611"/>
                    <a:pt x="94334" y="61544"/>
                    <a:pt x="94101" y="61477"/>
                  </a:cubicBezTo>
                  <a:cubicBezTo>
                    <a:pt x="93900" y="61377"/>
                    <a:pt x="93700" y="61644"/>
                    <a:pt x="93834" y="61778"/>
                  </a:cubicBezTo>
                  <a:cubicBezTo>
                    <a:pt x="93934" y="61944"/>
                    <a:pt x="94434" y="62011"/>
                    <a:pt x="94834" y="62345"/>
                  </a:cubicBezTo>
                  <a:cubicBezTo>
                    <a:pt x="95235" y="62678"/>
                    <a:pt x="95268" y="62178"/>
                    <a:pt x="95268" y="61844"/>
                  </a:cubicBezTo>
                  <a:cubicBezTo>
                    <a:pt x="95235" y="61544"/>
                    <a:pt x="95535" y="61778"/>
                    <a:pt x="95735" y="61678"/>
                  </a:cubicBezTo>
                  <a:cubicBezTo>
                    <a:pt x="95935" y="61644"/>
                    <a:pt x="96035" y="61277"/>
                    <a:pt x="96169" y="60944"/>
                  </a:cubicBezTo>
                  <a:cubicBezTo>
                    <a:pt x="96269" y="60643"/>
                    <a:pt x="96002" y="60443"/>
                    <a:pt x="96069" y="60176"/>
                  </a:cubicBezTo>
                  <a:cubicBezTo>
                    <a:pt x="96169" y="59876"/>
                    <a:pt x="96336" y="59976"/>
                    <a:pt x="96702" y="60176"/>
                  </a:cubicBezTo>
                  <a:cubicBezTo>
                    <a:pt x="97069" y="60377"/>
                    <a:pt x="97003" y="60110"/>
                    <a:pt x="96936" y="59976"/>
                  </a:cubicBezTo>
                  <a:cubicBezTo>
                    <a:pt x="96903" y="59810"/>
                    <a:pt x="95835" y="59276"/>
                    <a:pt x="95702" y="59042"/>
                  </a:cubicBezTo>
                  <a:cubicBezTo>
                    <a:pt x="95602" y="58842"/>
                    <a:pt x="95368" y="58876"/>
                    <a:pt x="95235" y="58876"/>
                  </a:cubicBezTo>
                  <a:cubicBezTo>
                    <a:pt x="95101" y="58876"/>
                    <a:pt x="94734" y="58442"/>
                    <a:pt x="94568" y="58142"/>
                  </a:cubicBezTo>
                  <a:cubicBezTo>
                    <a:pt x="94401" y="57841"/>
                    <a:pt x="93667" y="57174"/>
                    <a:pt x="93834" y="56641"/>
                  </a:cubicBezTo>
                  <a:cubicBezTo>
                    <a:pt x="94001" y="56107"/>
                    <a:pt x="94601" y="56340"/>
                    <a:pt x="94868" y="56641"/>
                  </a:cubicBezTo>
                  <a:cubicBezTo>
                    <a:pt x="95068" y="56941"/>
                    <a:pt x="95735" y="57708"/>
                    <a:pt x="96035" y="57975"/>
                  </a:cubicBezTo>
                  <a:cubicBezTo>
                    <a:pt x="96369" y="58208"/>
                    <a:pt x="97503" y="58208"/>
                    <a:pt x="97403" y="59376"/>
                  </a:cubicBezTo>
                  <a:cubicBezTo>
                    <a:pt x="97336" y="60543"/>
                    <a:pt x="97570" y="60977"/>
                    <a:pt x="98037" y="60977"/>
                  </a:cubicBezTo>
                  <a:cubicBezTo>
                    <a:pt x="98437" y="60977"/>
                    <a:pt x="98204" y="61511"/>
                    <a:pt x="98704" y="62311"/>
                  </a:cubicBezTo>
                  <a:cubicBezTo>
                    <a:pt x="99238" y="63112"/>
                    <a:pt x="99371" y="62111"/>
                    <a:pt x="99371" y="61711"/>
                  </a:cubicBezTo>
                  <a:cubicBezTo>
                    <a:pt x="99371" y="61377"/>
                    <a:pt x="99671" y="61778"/>
                    <a:pt x="99938" y="61711"/>
                  </a:cubicBezTo>
                  <a:cubicBezTo>
                    <a:pt x="100238" y="61678"/>
                    <a:pt x="99671" y="60944"/>
                    <a:pt x="99404" y="60443"/>
                  </a:cubicBezTo>
                  <a:cubicBezTo>
                    <a:pt x="99171" y="59976"/>
                    <a:pt x="99438" y="59810"/>
                    <a:pt x="100172" y="59609"/>
                  </a:cubicBezTo>
                  <a:cubicBezTo>
                    <a:pt x="100839" y="59376"/>
                    <a:pt x="101072" y="60010"/>
                    <a:pt x="101072" y="60277"/>
                  </a:cubicBezTo>
                  <a:cubicBezTo>
                    <a:pt x="101072" y="60477"/>
                    <a:pt x="101106" y="61010"/>
                    <a:pt x="101239" y="61644"/>
                  </a:cubicBezTo>
                  <a:cubicBezTo>
                    <a:pt x="101406" y="62278"/>
                    <a:pt x="102673" y="62778"/>
                    <a:pt x="103074" y="62612"/>
                  </a:cubicBezTo>
                  <a:cubicBezTo>
                    <a:pt x="103507" y="62445"/>
                    <a:pt x="103707" y="62445"/>
                    <a:pt x="104108" y="62678"/>
                  </a:cubicBezTo>
                  <a:cubicBezTo>
                    <a:pt x="104541" y="62945"/>
                    <a:pt x="104608" y="62845"/>
                    <a:pt x="104908" y="62612"/>
                  </a:cubicBezTo>
                  <a:cubicBezTo>
                    <a:pt x="105209" y="62378"/>
                    <a:pt x="105709" y="62378"/>
                    <a:pt x="106042" y="62645"/>
                  </a:cubicBezTo>
                  <a:cubicBezTo>
                    <a:pt x="106343" y="62878"/>
                    <a:pt x="105575" y="64513"/>
                    <a:pt x="105509" y="64880"/>
                  </a:cubicBezTo>
                  <a:cubicBezTo>
                    <a:pt x="105409" y="65280"/>
                    <a:pt x="105175" y="65947"/>
                    <a:pt x="104508" y="65680"/>
                  </a:cubicBezTo>
                  <a:cubicBezTo>
                    <a:pt x="103841" y="65480"/>
                    <a:pt x="103074" y="65780"/>
                    <a:pt x="102673" y="65947"/>
                  </a:cubicBezTo>
                  <a:cubicBezTo>
                    <a:pt x="102273" y="66114"/>
                    <a:pt x="101039" y="65647"/>
                    <a:pt x="99338" y="64880"/>
                  </a:cubicBezTo>
                  <a:cubicBezTo>
                    <a:pt x="97603" y="64146"/>
                    <a:pt x="97770" y="65647"/>
                    <a:pt x="97770" y="65647"/>
                  </a:cubicBezTo>
                  <a:cubicBezTo>
                    <a:pt x="97837" y="66147"/>
                    <a:pt x="97536" y="66348"/>
                    <a:pt x="97203" y="66281"/>
                  </a:cubicBezTo>
                  <a:cubicBezTo>
                    <a:pt x="96869" y="66181"/>
                    <a:pt x="96869" y="65947"/>
                    <a:pt x="96369" y="65881"/>
                  </a:cubicBezTo>
                  <a:cubicBezTo>
                    <a:pt x="95869" y="65847"/>
                    <a:pt x="95535" y="65614"/>
                    <a:pt x="95368" y="65213"/>
                  </a:cubicBezTo>
                  <a:cubicBezTo>
                    <a:pt x="95201" y="64846"/>
                    <a:pt x="93734" y="64713"/>
                    <a:pt x="93267" y="64513"/>
                  </a:cubicBezTo>
                  <a:cubicBezTo>
                    <a:pt x="92833" y="64279"/>
                    <a:pt x="93067" y="63779"/>
                    <a:pt x="93067" y="62945"/>
                  </a:cubicBezTo>
                  <a:cubicBezTo>
                    <a:pt x="93100" y="62111"/>
                    <a:pt x="92833" y="62011"/>
                    <a:pt x="92499" y="62011"/>
                  </a:cubicBezTo>
                  <a:cubicBezTo>
                    <a:pt x="92166" y="62011"/>
                    <a:pt x="90531" y="62178"/>
                    <a:pt x="89064" y="62378"/>
                  </a:cubicBezTo>
                  <a:cubicBezTo>
                    <a:pt x="87596" y="62612"/>
                    <a:pt x="86562" y="63345"/>
                    <a:pt x="85728" y="63379"/>
                  </a:cubicBezTo>
                  <a:cubicBezTo>
                    <a:pt x="84927" y="63445"/>
                    <a:pt x="84560" y="62945"/>
                    <a:pt x="84327" y="62978"/>
                  </a:cubicBezTo>
                  <a:cubicBezTo>
                    <a:pt x="84060" y="63012"/>
                    <a:pt x="84394" y="63879"/>
                    <a:pt x="83660" y="64213"/>
                  </a:cubicBezTo>
                  <a:cubicBezTo>
                    <a:pt x="82326" y="64813"/>
                    <a:pt x="82392" y="66114"/>
                    <a:pt x="82359" y="66548"/>
                  </a:cubicBezTo>
                  <a:cubicBezTo>
                    <a:pt x="82326" y="67048"/>
                    <a:pt x="80591" y="67849"/>
                    <a:pt x="80491" y="68182"/>
                  </a:cubicBezTo>
                  <a:cubicBezTo>
                    <a:pt x="80324" y="68482"/>
                    <a:pt x="79023" y="70317"/>
                    <a:pt x="78756" y="70784"/>
                  </a:cubicBezTo>
                  <a:cubicBezTo>
                    <a:pt x="78523" y="71218"/>
                    <a:pt x="78489" y="71351"/>
                    <a:pt x="78923" y="72785"/>
                  </a:cubicBezTo>
                  <a:cubicBezTo>
                    <a:pt x="79357" y="74220"/>
                    <a:pt x="78423" y="74954"/>
                    <a:pt x="78423" y="75054"/>
                  </a:cubicBezTo>
                  <a:cubicBezTo>
                    <a:pt x="78423" y="75187"/>
                    <a:pt x="78556" y="76355"/>
                    <a:pt x="79490" y="76955"/>
                  </a:cubicBezTo>
                  <a:cubicBezTo>
                    <a:pt x="80391" y="77556"/>
                    <a:pt x="80491" y="78156"/>
                    <a:pt x="80558" y="78456"/>
                  </a:cubicBezTo>
                  <a:cubicBezTo>
                    <a:pt x="80658" y="78723"/>
                    <a:pt x="82993" y="80958"/>
                    <a:pt x="83860" y="80391"/>
                  </a:cubicBezTo>
                  <a:cubicBezTo>
                    <a:pt x="84727" y="79857"/>
                    <a:pt x="86729" y="80191"/>
                    <a:pt x="86729" y="80191"/>
                  </a:cubicBezTo>
                  <a:cubicBezTo>
                    <a:pt x="88230" y="79457"/>
                    <a:pt x="89497" y="79490"/>
                    <a:pt x="89931" y="79724"/>
                  </a:cubicBezTo>
                  <a:cubicBezTo>
                    <a:pt x="90431" y="79991"/>
                    <a:pt x="89898" y="80658"/>
                    <a:pt x="91199" y="80491"/>
                  </a:cubicBezTo>
                  <a:cubicBezTo>
                    <a:pt x="93033" y="80224"/>
                    <a:pt x="92366" y="82359"/>
                    <a:pt x="92366" y="82359"/>
                  </a:cubicBezTo>
                  <a:cubicBezTo>
                    <a:pt x="92199" y="83026"/>
                    <a:pt x="91832" y="83160"/>
                    <a:pt x="92199" y="83660"/>
                  </a:cubicBezTo>
                  <a:cubicBezTo>
                    <a:pt x="93667" y="85361"/>
                    <a:pt x="94034" y="86362"/>
                    <a:pt x="94334" y="87730"/>
                  </a:cubicBezTo>
                  <a:cubicBezTo>
                    <a:pt x="94668" y="89131"/>
                    <a:pt x="93834" y="89964"/>
                    <a:pt x="93534" y="91399"/>
                  </a:cubicBezTo>
                  <a:cubicBezTo>
                    <a:pt x="93233" y="92867"/>
                    <a:pt x="94668" y="94134"/>
                    <a:pt x="94834" y="94568"/>
                  </a:cubicBezTo>
                  <a:cubicBezTo>
                    <a:pt x="95001" y="95001"/>
                    <a:pt x="94901" y="96836"/>
                    <a:pt x="95368" y="97537"/>
                  </a:cubicBezTo>
                  <a:cubicBezTo>
                    <a:pt x="95835" y="98237"/>
                    <a:pt x="96836" y="100005"/>
                    <a:pt x="96869" y="101172"/>
                  </a:cubicBezTo>
                  <a:cubicBezTo>
                    <a:pt x="96903" y="102340"/>
                    <a:pt x="98837" y="101840"/>
                    <a:pt x="100539" y="101639"/>
                  </a:cubicBezTo>
                  <a:cubicBezTo>
                    <a:pt x="102273" y="101406"/>
                    <a:pt x="103541" y="98971"/>
                    <a:pt x="104074" y="98304"/>
                  </a:cubicBezTo>
                  <a:cubicBezTo>
                    <a:pt x="105175" y="97003"/>
                    <a:pt x="103741" y="96669"/>
                    <a:pt x="105108" y="96202"/>
                  </a:cubicBezTo>
                  <a:cubicBezTo>
                    <a:pt x="106009" y="95902"/>
                    <a:pt x="105742" y="95202"/>
                    <a:pt x="105609" y="93834"/>
                  </a:cubicBezTo>
                  <a:cubicBezTo>
                    <a:pt x="105542" y="92466"/>
                    <a:pt x="107577" y="91866"/>
                    <a:pt x="108344" y="90865"/>
                  </a:cubicBezTo>
                  <a:cubicBezTo>
                    <a:pt x="109078" y="89864"/>
                    <a:pt x="107610" y="87629"/>
                    <a:pt x="107744" y="85228"/>
                  </a:cubicBezTo>
                  <a:cubicBezTo>
                    <a:pt x="107777" y="84327"/>
                    <a:pt x="111046" y="81658"/>
                    <a:pt x="112013" y="80825"/>
                  </a:cubicBezTo>
                  <a:cubicBezTo>
                    <a:pt x="113014" y="79991"/>
                    <a:pt x="113715" y="77856"/>
                    <a:pt x="113848" y="77022"/>
                  </a:cubicBezTo>
                  <a:cubicBezTo>
                    <a:pt x="113948" y="76188"/>
                    <a:pt x="113081" y="76855"/>
                    <a:pt x="112013" y="77189"/>
                  </a:cubicBezTo>
                  <a:cubicBezTo>
                    <a:pt x="110913" y="77556"/>
                    <a:pt x="110079" y="77455"/>
                    <a:pt x="109578" y="76455"/>
                  </a:cubicBezTo>
                  <a:cubicBezTo>
                    <a:pt x="109078" y="75454"/>
                    <a:pt x="108211" y="75120"/>
                    <a:pt x="107744" y="74453"/>
                  </a:cubicBezTo>
                  <a:cubicBezTo>
                    <a:pt x="107277" y="73786"/>
                    <a:pt x="106843" y="72886"/>
                    <a:pt x="106576" y="71851"/>
                  </a:cubicBezTo>
                  <a:cubicBezTo>
                    <a:pt x="106343" y="70817"/>
                    <a:pt x="105542" y="69617"/>
                    <a:pt x="105108" y="68949"/>
                  </a:cubicBezTo>
                  <a:cubicBezTo>
                    <a:pt x="104708" y="68282"/>
                    <a:pt x="104508" y="68049"/>
                    <a:pt x="104174" y="67282"/>
                  </a:cubicBezTo>
                  <a:cubicBezTo>
                    <a:pt x="103841" y="66481"/>
                    <a:pt x="104441" y="67181"/>
                    <a:pt x="104575" y="67482"/>
                  </a:cubicBezTo>
                  <a:cubicBezTo>
                    <a:pt x="104708" y="67782"/>
                    <a:pt x="104908" y="67815"/>
                    <a:pt x="105442" y="67782"/>
                  </a:cubicBezTo>
                  <a:cubicBezTo>
                    <a:pt x="106009" y="67715"/>
                    <a:pt x="106710" y="69883"/>
                    <a:pt x="107710" y="71618"/>
                  </a:cubicBezTo>
                  <a:cubicBezTo>
                    <a:pt x="108678" y="73319"/>
                    <a:pt x="109545" y="74220"/>
                    <a:pt x="109712" y="75654"/>
                  </a:cubicBezTo>
                  <a:cubicBezTo>
                    <a:pt x="109879" y="77055"/>
                    <a:pt x="112714" y="75454"/>
                    <a:pt x="114015" y="74854"/>
                  </a:cubicBezTo>
                  <a:cubicBezTo>
                    <a:pt x="115282" y="74287"/>
                    <a:pt x="116850" y="72886"/>
                    <a:pt x="117751" y="71785"/>
                  </a:cubicBezTo>
                  <a:cubicBezTo>
                    <a:pt x="118685" y="70651"/>
                    <a:pt x="118118" y="70384"/>
                    <a:pt x="117584" y="70350"/>
                  </a:cubicBezTo>
                  <a:cubicBezTo>
                    <a:pt x="117050" y="70284"/>
                    <a:pt x="116717" y="69883"/>
                    <a:pt x="116583" y="69516"/>
                  </a:cubicBezTo>
                  <a:cubicBezTo>
                    <a:pt x="116417" y="69150"/>
                    <a:pt x="116383" y="69049"/>
                    <a:pt x="116216" y="69150"/>
                  </a:cubicBezTo>
                  <a:cubicBezTo>
                    <a:pt x="116050" y="69216"/>
                    <a:pt x="115416" y="70017"/>
                    <a:pt x="114582" y="70050"/>
                  </a:cubicBezTo>
                  <a:cubicBezTo>
                    <a:pt x="113748" y="70117"/>
                    <a:pt x="113514" y="69150"/>
                    <a:pt x="113047" y="68316"/>
                  </a:cubicBezTo>
                  <a:cubicBezTo>
                    <a:pt x="112547" y="67482"/>
                    <a:pt x="112013" y="66981"/>
                    <a:pt x="112714" y="66614"/>
                  </a:cubicBezTo>
                  <a:cubicBezTo>
                    <a:pt x="113448" y="66214"/>
                    <a:pt x="113615" y="67315"/>
                    <a:pt x="113681" y="67548"/>
                  </a:cubicBezTo>
                  <a:cubicBezTo>
                    <a:pt x="113715" y="67815"/>
                    <a:pt x="114849" y="68382"/>
                    <a:pt x="114949" y="68482"/>
                  </a:cubicBezTo>
                  <a:cubicBezTo>
                    <a:pt x="115049" y="68549"/>
                    <a:pt x="116517" y="68516"/>
                    <a:pt x="116750" y="69016"/>
                  </a:cubicBezTo>
                  <a:cubicBezTo>
                    <a:pt x="117017" y="69516"/>
                    <a:pt x="118952" y="69516"/>
                    <a:pt x="120052" y="69450"/>
                  </a:cubicBezTo>
                  <a:cubicBezTo>
                    <a:pt x="120953" y="69383"/>
                    <a:pt x="121887" y="68983"/>
                    <a:pt x="122421" y="70317"/>
                  </a:cubicBezTo>
                  <a:cubicBezTo>
                    <a:pt x="123255" y="72218"/>
                    <a:pt x="124122" y="71885"/>
                    <a:pt x="124422" y="71818"/>
                  </a:cubicBezTo>
                  <a:cubicBezTo>
                    <a:pt x="124722" y="71718"/>
                    <a:pt x="124789" y="71318"/>
                    <a:pt x="124789" y="71551"/>
                  </a:cubicBezTo>
                  <a:cubicBezTo>
                    <a:pt x="124789" y="71785"/>
                    <a:pt x="124956" y="73386"/>
                    <a:pt x="125189" y="74353"/>
                  </a:cubicBezTo>
                  <a:cubicBezTo>
                    <a:pt x="125390" y="75321"/>
                    <a:pt x="126957" y="78323"/>
                    <a:pt x="127258" y="78656"/>
                  </a:cubicBezTo>
                  <a:cubicBezTo>
                    <a:pt x="127558" y="79023"/>
                    <a:pt x="128458" y="77889"/>
                    <a:pt x="128625" y="77355"/>
                  </a:cubicBezTo>
                  <a:cubicBezTo>
                    <a:pt x="128792" y="76822"/>
                    <a:pt x="128725" y="76021"/>
                    <a:pt x="128725" y="75287"/>
                  </a:cubicBezTo>
                  <a:cubicBezTo>
                    <a:pt x="128725" y="74520"/>
                    <a:pt x="129626" y="74353"/>
                    <a:pt x="130427" y="73519"/>
                  </a:cubicBezTo>
                  <a:cubicBezTo>
                    <a:pt x="131227" y="72685"/>
                    <a:pt x="132728" y="71651"/>
                    <a:pt x="134062" y="71184"/>
                  </a:cubicBezTo>
                  <a:cubicBezTo>
                    <a:pt x="135397" y="70684"/>
                    <a:pt x="134963" y="71785"/>
                    <a:pt x="134963" y="71785"/>
                  </a:cubicBezTo>
                  <a:cubicBezTo>
                    <a:pt x="135063" y="72218"/>
                    <a:pt x="136264" y="73019"/>
                    <a:pt x="136131" y="73653"/>
                  </a:cubicBezTo>
                  <a:cubicBezTo>
                    <a:pt x="135930" y="74987"/>
                    <a:pt x="136764" y="74520"/>
                    <a:pt x="137265" y="74120"/>
                  </a:cubicBezTo>
                  <a:cubicBezTo>
                    <a:pt x="137765" y="73686"/>
                    <a:pt x="137398" y="73953"/>
                    <a:pt x="137965" y="75654"/>
                  </a:cubicBezTo>
                  <a:cubicBezTo>
                    <a:pt x="138566" y="77355"/>
                    <a:pt x="137865" y="78223"/>
                    <a:pt x="138265" y="78456"/>
                  </a:cubicBezTo>
                  <a:cubicBezTo>
                    <a:pt x="138699" y="78656"/>
                    <a:pt x="139033" y="79790"/>
                    <a:pt x="139033" y="80524"/>
                  </a:cubicBezTo>
                  <a:cubicBezTo>
                    <a:pt x="139033" y="81292"/>
                    <a:pt x="140467" y="81992"/>
                    <a:pt x="140967" y="82292"/>
                  </a:cubicBezTo>
                  <a:cubicBezTo>
                    <a:pt x="141468" y="82559"/>
                    <a:pt x="141201" y="81792"/>
                    <a:pt x="140801" y="81292"/>
                  </a:cubicBezTo>
                  <a:cubicBezTo>
                    <a:pt x="140467" y="80791"/>
                    <a:pt x="140801" y="80524"/>
                    <a:pt x="140634" y="80124"/>
                  </a:cubicBezTo>
                  <a:cubicBezTo>
                    <a:pt x="140467" y="79690"/>
                    <a:pt x="139767" y="79490"/>
                    <a:pt x="139133" y="78723"/>
                  </a:cubicBezTo>
                  <a:cubicBezTo>
                    <a:pt x="138466" y="77989"/>
                    <a:pt x="138866" y="77689"/>
                    <a:pt x="138799" y="77022"/>
                  </a:cubicBezTo>
                  <a:cubicBezTo>
                    <a:pt x="138766" y="76355"/>
                    <a:pt x="139099" y="76021"/>
                    <a:pt x="139533" y="76021"/>
                  </a:cubicBezTo>
                  <a:cubicBezTo>
                    <a:pt x="139933" y="76021"/>
                    <a:pt x="140534" y="76488"/>
                    <a:pt x="141034" y="77389"/>
                  </a:cubicBezTo>
                  <a:cubicBezTo>
                    <a:pt x="141534" y="78323"/>
                    <a:pt x="141101" y="78723"/>
                    <a:pt x="142769" y="77522"/>
                  </a:cubicBezTo>
                  <a:cubicBezTo>
                    <a:pt x="144470" y="76321"/>
                    <a:pt x="143736" y="75154"/>
                    <a:pt x="142802" y="74053"/>
                  </a:cubicBezTo>
                  <a:cubicBezTo>
                    <a:pt x="141901" y="72952"/>
                    <a:pt x="142035" y="73052"/>
                    <a:pt x="142402" y="72152"/>
                  </a:cubicBezTo>
                  <a:cubicBezTo>
                    <a:pt x="142769" y="71218"/>
                    <a:pt x="143769" y="71651"/>
                    <a:pt x="145204" y="71518"/>
                  </a:cubicBezTo>
                  <a:cubicBezTo>
                    <a:pt x="146605" y="71451"/>
                    <a:pt x="147239" y="70884"/>
                    <a:pt x="149240" y="68716"/>
                  </a:cubicBezTo>
                  <a:cubicBezTo>
                    <a:pt x="151241" y="66614"/>
                    <a:pt x="150074" y="65313"/>
                    <a:pt x="149407" y="64213"/>
                  </a:cubicBezTo>
                  <a:cubicBezTo>
                    <a:pt x="148740" y="63145"/>
                    <a:pt x="149073" y="63179"/>
                    <a:pt x="150041" y="62478"/>
                  </a:cubicBezTo>
                  <a:cubicBezTo>
                    <a:pt x="151041" y="61711"/>
                    <a:pt x="149574" y="61711"/>
                    <a:pt x="148706" y="61844"/>
                  </a:cubicBezTo>
                  <a:cubicBezTo>
                    <a:pt x="147806" y="62011"/>
                    <a:pt x="148072" y="61044"/>
                    <a:pt x="149373" y="60110"/>
                  </a:cubicBezTo>
                  <a:cubicBezTo>
                    <a:pt x="150608" y="59142"/>
                    <a:pt x="149807" y="60710"/>
                    <a:pt x="149940" y="60977"/>
                  </a:cubicBezTo>
                  <a:cubicBezTo>
                    <a:pt x="150074" y="61211"/>
                    <a:pt x="150874" y="60477"/>
                    <a:pt x="151408" y="60343"/>
                  </a:cubicBezTo>
                  <a:cubicBezTo>
                    <a:pt x="151942" y="60277"/>
                    <a:pt x="151909" y="60810"/>
                    <a:pt x="151742" y="61277"/>
                  </a:cubicBezTo>
                  <a:cubicBezTo>
                    <a:pt x="151608" y="61711"/>
                    <a:pt x="152142" y="61778"/>
                    <a:pt x="152609" y="61944"/>
                  </a:cubicBezTo>
                  <a:cubicBezTo>
                    <a:pt x="153109" y="62111"/>
                    <a:pt x="152476" y="63345"/>
                    <a:pt x="152409" y="63846"/>
                  </a:cubicBezTo>
                  <a:cubicBezTo>
                    <a:pt x="152309" y="64346"/>
                    <a:pt x="152576" y="63946"/>
                    <a:pt x="153643" y="63512"/>
                  </a:cubicBezTo>
                  <a:cubicBezTo>
                    <a:pt x="154777" y="63112"/>
                    <a:pt x="154210" y="62178"/>
                    <a:pt x="153910" y="61644"/>
                  </a:cubicBezTo>
                  <a:cubicBezTo>
                    <a:pt x="153610" y="61110"/>
                    <a:pt x="153143" y="60610"/>
                    <a:pt x="153543" y="60043"/>
                  </a:cubicBezTo>
                  <a:cubicBezTo>
                    <a:pt x="153910" y="59509"/>
                    <a:pt x="155211" y="58042"/>
                    <a:pt x="155645" y="58375"/>
                  </a:cubicBezTo>
                  <a:cubicBezTo>
                    <a:pt x="156112" y="58709"/>
                    <a:pt x="156312" y="58375"/>
                    <a:pt x="157980" y="56774"/>
                  </a:cubicBezTo>
                  <a:cubicBezTo>
                    <a:pt x="159647" y="55140"/>
                    <a:pt x="160315" y="51270"/>
                    <a:pt x="160248" y="50136"/>
                  </a:cubicBezTo>
                  <a:cubicBezTo>
                    <a:pt x="160148" y="49002"/>
                    <a:pt x="159214" y="49636"/>
                    <a:pt x="158046" y="49435"/>
                  </a:cubicBezTo>
                  <a:cubicBezTo>
                    <a:pt x="156879" y="49202"/>
                    <a:pt x="157479" y="48768"/>
                    <a:pt x="159280" y="46533"/>
                  </a:cubicBezTo>
                  <a:cubicBezTo>
                    <a:pt x="161048" y="44332"/>
                    <a:pt x="161782" y="44499"/>
                    <a:pt x="163750" y="44599"/>
                  </a:cubicBezTo>
                  <a:cubicBezTo>
                    <a:pt x="165718" y="44665"/>
                    <a:pt x="165952" y="44865"/>
                    <a:pt x="166819" y="44799"/>
                  </a:cubicBezTo>
                  <a:cubicBezTo>
                    <a:pt x="167720" y="44699"/>
                    <a:pt x="166886" y="44265"/>
                    <a:pt x="167219" y="43765"/>
                  </a:cubicBezTo>
                  <a:cubicBezTo>
                    <a:pt x="167553" y="43264"/>
                    <a:pt x="168887" y="41963"/>
                    <a:pt x="169554" y="41963"/>
                  </a:cubicBezTo>
                  <a:cubicBezTo>
                    <a:pt x="170222" y="41963"/>
                    <a:pt x="169921" y="42864"/>
                    <a:pt x="169988" y="43298"/>
                  </a:cubicBezTo>
                  <a:cubicBezTo>
                    <a:pt x="170088" y="43698"/>
                    <a:pt x="170055" y="43431"/>
                    <a:pt x="170822" y="42430"/>
                  </a:cubicBezTo>
                  <a:cubicBezTo>
                    <a:pt x="171623" y="41430"/>
                    <a:pt x="171322" y="41263"/>
                    <a:pt x="171990" y="40996"/>
                  </a:cubicBezTo>
                  <a:cubicBezTo>
                    <a:pt x="172657" y="40696"/>
                    <a:pt x="172290" y="41363"/>
                    <a:pt x="172090" y="42030"/>
                  </a:cubicBezTo>
                  <a:cubicBezTo>
                    <a:pt x="171889" y="42697"/>
                    <a:pt x="170922" y="43431"/>
                    <a:pt x="170388" y="44032"/>
                  </a:cubicBezTo>
                  <a:cubicBezTo>
                    <a:pt x="169888" y="44665"/>
                    <a:pt x="168053" y="46667"/>
                    <a:pt x="167586" y="47467"/>
                  </a:cubicBezTo>
                  <a:cubicBezTo>
                    <a:pt x="167086" y="48201"/>
                    <a:pt x="167987" y="52338"/>
                    <a:pt x="168254" y="52338"/>
                  </a:cubicBezTo>
                  <a:cubicBezTo>
                    <a:pt x="168454" y="52338"/>
                    <a:pt x="169821" y="50836"/>
                    <a:pt x="169888" y="50169"/>
                  </a:cubicBezTo>
                  <a:cubicBezTo>
                    <a:pt x="169921" y="49502"/>
                    <a:pt x="170155" y="49369"/>
                    <a:pt x="170589" y="49169"/>
                  </a:cubicBezTo>
                  <a:cubicBezTo>
                    <a:pt x="170989" y="49002"/>
                    <a:pt x="170922" y="48768"/>
                    <a:pt x="170822" y="48368"/>
                  </a:cubicBezTo>
                  <a:cubicBezTo>
                    <a:pt x="170755" y="48001"/>
                    <a:pt x="171122" y="47934"/>
                    <a:pt x="171556" y="47667"/>
                  </a:cubicBezTo>
                  <a:cubicBezTo>
                    <a:pt x="171956" y="47434"/>
                    <a:pt x="171389" y="46300"/>
                    <a:pt x="171122" y="46033"/>
                  </a:cubicBezTo>
                  <a:cubicBezTo>
                    <a:pt x="170889" y="45799"/>
                    <a:pt x="171289" y="44799"/>
                    <a:pt x="171789" y="44165"/>
                  </a:cubicBezTo>
                  <a:cubicBezTo>
                    <a:pt x="172290" y="43498"/>
                    <a:pt x="172657" y="44032"/>
                    <a:pt x="173090" y="44132"/>
                  </a:cubicBezTo>
                  <a:cubicBezTo>
                    <a:pt x="173491" y="44198"/>
                    <a:pt x="174225" y="42497"/>
                    <a:pt x="174625" y="43331"/>
                  </a:cubicBezTo>
                  <a:cubicBezTo>
                    <a:pt x="175058" y="44165"/>
                    <a:pt x="175392" y="43831"/>
                    <a:pt x="175392" y="43431"/>
                  </a:cubicBezTo>
                  <a:cubicBezTo>
                    <a:pt x="175425" y="43031"/>
                    <a:pt x="178327" y="41330"/>
                    <a:pt x="178661" y="41163"/>
                  </a:cubicBezTo>
                  <a:cubicBezTo>
                    <a:pt x="178995" y="40996"/>
                    <a:pt x="179728" y="41430"/>
                    <a:pt x="179929" y="41263"/>
                  </a:cubicBezTo>
                  <a:cubicBezTo>
                    <a:pt x="180129" y="41096"/>
                    <a:pt x="179895" y="40362"/>
                    <a:pt x="179628" y="40129"/>
                  </a:cubicBezTo>
                  <a:cubicBezTo>
                    <a:pt x="179428" y="39862"/>
                    <a:pt x="179462" y="39628"/>
                    <a:pt x="179261" y="39328"/>
                  </a:cubicBezTo>
                  <a:cubicBezTo>
                    <a:pt x="179061" y="39028"/>
                    <a:pt x="178794" y="38961"/>
                    <a:pt x="178594" y="38694"/>
                  </a:cubicBezTo>
                  <a:cubicBezTo>
                    <a:pt x="178428" y="38428"/>
                    <a:pt x="178828" y="38494"/>
                    <a:pt x="179095" y="38661"/>
                  </a:cubicBezTo>
                  <a:cubicBezTo>
                    <a:pt x="179295" y="38828"/>
                    <a:pt x="179962" y="38494"/>
                    <a:pt x="180329" y="38127"/>
                  </a:cubicBezTo>
                  <a:cubicBezTo>
                    <a:pt x="180662" y="37760"/>
                    <a:pt x="180329" y="37127"/>
                    <a:pt x="180396" y="36860"/>
                  </a:cubicBezTo>
                  <a:cubicBezTo>
                    <a:pt x="180429" y="36593"/>
                    <a:pt x="180896" y="36860"/>
                    <a:pt x="180796" y="37027"/>
                  </a:cubicBezTo>
                  <a:cubicBezTo>
                    <a:pt x="180763" y="37193"/>
                    <a:pt x="181096" y="37794"/>
                    <a:pt x="181563" y="37694"/>
                  </a:cubicBezTo>
                  <a:cubicBezTo>
                    <a:pt x="181997" y="37627"/>
                    <a:pt x="182330" y="38127"/>
                    <a:pt x="182397" y="38428"/>
                  </a:cubicBezTo>
                  <a:cubicBezTo>
                    <a:pt x="182430" y="38694"/>
                    <a:pt x="183731" y="39195"/>
                    <a:pt x="183898" y="39261"/>
                  </a:cubicBezTo>
                  <a:cubicBezTo>
                    <a:pt x="184065" y="39295"/>
                    <a:pt x="184298" y="38027"/>
                    <a:pt x="184465" y="37794"/>
                  </a:cubicBezTo>
                  <a:cubicBezTo>
                    <a:pt x="184632" y="37594"/>
                    <a:pt x="185099" y="37494"/>
                    <a:pt x="185099" y="37427"/>
                  </a:cubicBezTo>
                  <a:cubicBezTo>
                    <a:pt x="185066" y="37293"/>
                    <a:pt x="185266" y="37260"/>
                    <a:pt x="185466" y="36926"/>
                  </a:cubicBezTo>
                  <a:cubicBezTo>
                    <a:pt x="185633" y="36760"/>
                    <a:pt x="184765" y="35759"/>
                    <a:pt x="184665" y="35626"/>
                  </a:cubicBezTo>
                  <a:close/>
                  <a:moveTo>
                    <a:pt x="106843" y="59443"/>
                  </a:moveTo>
                  <a:cubicBezTo>
                    <a:pt x="105676" y="59376"/>
                    <a:pt x="105609" y="58709"/>
                    <a:pt x="104608" y="58709"/>
                  </a:cubicBezTo>
                  <a:cubicBezTo>
                    <a:pt x="103607" y="58709"/>
                    <a:pt x="103507" y="59476"/>
                    <a:pt x="102407" y="59176"/>
                  </a:cubicBezTo>
                  <a:cubicBezTo>
                    <a:pt x="101272" y="58876"/>
                    <a:pt x="102340" y="57475"/>
                    <a:pt x="102573" y="56941"/>
                  </a:cubicBezTo>
                  <a:cubicBezTo>
                    <a:pt x="102840" y="56374"/>
                    <a:pt x="103207" y="55506"/>
                    <a:pt x="103874" y="55506"/>
                  </a:cubicBezTo>
                  <a:cubicBezTo>
                    <a:pt x="104575" y="55506"/>
                    <a:pt x="104275" y="56707"/>
                    <a:pt x="105042" y="56941"/>
                  </a:cubicBezTo>
                  <a:cubicBezTo>
                    <a:pt x="105275" y="57008"/>
                    <a:pt x="105776" y="56674"/>
                    <a:pt x="105776" y="56174"/>
                  </a:cubicBezTo>
                  <a:cubicBezTo>
                    <a:pt x="105776" y="55673"/>
                    <a:pt x="106409" y="55673"/>
                    <a:pt x="106910" y="55840"/>
                  </a:cubicBezTo>
                  <a:cubicBezTo>
                    <a:pt x="107410" y="56007"/>
                    <a:pt x="107010" y="56874"/>
                    <a:pt x="108511" y="58042"/>
                  </a:cubicBezTo>
                  <a:cubicBezTo>
                    <a:pt x="109912" y="59176"/>
                    <a:pt x="108011" y="59476"/>
                    <a:pt x="106843" y="59443"/>
                  </a:cubicBezTo>
                  <a:close/>
                  <a:moveTo>
                    <a:pt x="113014" y="61811"/>
                  </a:moveTo>
                  <a:cubicBezTo>
                    <a:pt x="112247" y="61544"/>
                    <a:pt x="113081" y="60643"/>
                    <a:pt x="113081" y="59910"/>
                  </a:cubicBezTo>
                  <a:cubicBezTo>
                    <a:pt x="113081" y="59209"/>
                    <a:pt x="112614" y="58742"/>
                    <a:pt x="112214" y="57341"/>
                  </a:cubicBezTo>
                  <a:cubicBezTo>
                    <a:pt x="111780" y="55940"/>
                    <a:pt x="112580" y="55940"/>
                    <a:pt x="113448" y="55406"/>
                  </a:cubicBezTo>
                  <a:cubicBezTo>
                    <a:pt x="113448" y="55406"/>
                    <a:pt x="113881" y="55039"/>
                    <a:pt x="114582" y="55206"/>
                  </a:cubicBezTo>
                  <a:cubicBezTo>
                    <a:pt x="115282" y="55373"/>
                    <a:pt x="114549" y="56207"/>
                    <a:pt x="114315" y="56240"/>
                  </a:cubicBezTo>
                  <a:cubicBezTo>
                    <a:pt x="114115" y="56307"/>
                    <a:pt x="113615" y="56974"/>
                    <a:pt x="113615" y="57308"/>
                  </a:cubicBezTo>
                  <a:cubicBezTo>
                    <a:pt x="113615" y="57641"/>
                    <a:pt x="114815" y="58542"/>
                    <a:pt x="114982" y="58976"/>
                  </a:cubicBezTo>
                  <a:cubicBezTo>
                    <a:pt x="115149" y="59376"/>
                    <a:pt x="115349" y="60677"/>
                    <a:pt x="115416" y="61644"/>
                  </a:cubicBezTo>
                  <a:cubicBezTo>
                    <a:pt x="115449" y="62678"/>
                    <a:pt x="113748" y="62044"/>
                    <a:pt x="113014" y="61811"/>
                  </a:cubicBezTo>
                  <a:close/>
                  <a:moveTo>
                    <a:pt x="153610" y="83893"/>
                  </a:moveTo>
                  <a:lnTo>
                    <a:pt x="153610" y="83893"/>
                  </a:lnTo>
                  <a:cubicBezTo>
                    <a:pt x="153643" y="84060"/>
                    <a:pt x="153476" y="84260"/>
                    <a:pt x="153610" y="84394"/>
                  </a:cubicBezTo>
                  <a:cubicBezTo>
                    <a:pt x="153643" y="84461"/>
                    <a:pt x="153710" y="84461"/>
                    <a:pt x="153743" y="84461"/>
                  </a:cubicBezTo>
                  <a:cubicBezTo>
                    <a:pt x="153943" y="84494"/>
                    <a:pt x="154110" y="84494"/>
                    <a:pt x="154310" y="84527"/>
                  </a:cubicBezTo>
                  <a:cubicBezTo>
                    <a:pt x="154477" y="84561"/>
                    <a:pt x="154610" y="84561"/>
                    <a:pt x="154777" y="84627"/>
                  </a:cubicBezTo>
                  <a:cubicBezTo>
                    <a:pt x="154944" y="84661"/>
                    <a:pt x="155111" y="84661"/>
                    <a:pt x="155244" y="84561"/>
                  </a:cubicBezTo>
                  <a:cubicBezTo>
                    <a:pt x="155311" y="84527"/>
                    <a:pt x="155378" y="84427"/>
                    <a:pt x="155378" y="84360"/>
                  </a:cubicBezTo>
                  <a:cubicBezTo>
                    <a:pt x="155378" y="84327"/>
                    <a:pt x="155311" y="84327"/>
                    <a:pt x="155311" y="84260"/>
                  </a:cubicBezTo>
                  <a:cubicBezTo>
                    <a:pt x="154811" y="83960"/>
                    <a:pt x="154210" y="83793"/>
                    <a:pt x="153610" y="83893"/>
                  </a:cubicBezTo>
                  <a:close/>
                  <a:moveTo>
                    <a:pt x="179261" y="103641"/>
                  </a:moveTo>
                  <a:cubicBezTo>
                    <a:pt x="178594" y="103541"/>
                    <a:pt x="178161" y="103708"/>
                    <a:pt x="178061" y="103207"/>
                  </a:cubicBezTo>
                  <a:cubicBezTo>
                    <a:pt x="177961" y="102907"/>
                    <a:pt x="177794" y="102507"/>
                    <a:pt x="177627" y="102207"/>
                  </a:cubicBezTo>
                  <a:cubicBezTo>
                    <a:pt x="177494" y="102006"/>
                    <a:pt x="177293" y="101873"/>
                    <a:pt x="177060" y="101906"/>
                  </a:cubicBezTo>
                  <a:cubicBezTo>
                    <a:pt x="177060" y="101906"/>
                    <a:pt x="176459" y="101506"/>
                    <a:pt x="176760" y="101973"/>
                  </a:cubicBezTo>
                  <a:cubicBezTo>
                    <a:pt x="177660" y="103307"/>
                    <a:pt x="177794" y="104075"/>
                    <a:pt x="177460" y="104475"/>
                  </a:cubicBezTo>
                  <a:cubicBezTo>
                    <a:pt x="176660" y="105476"/>
                    <a:pt x="178394" y="105009"/>
                    <a:pt x="177794" y="106076"/>
                  </a:cubicBezTo>
                  <a:cubicBezTo>
                    <a:pt x="177727" y="106209"/>
                    <a:pt x="178127" y="106543"/>
                    <a:pt x="178327" y="106176"/>
                  </a:cubicBezTo>
                  <a:cubicBezTo>
                    <a:pt x="178594" y="105742"/>
                    <a:pt x="178661" y="105075"/>
                    <a:pt x="179095" y="104808"/>
                  </a:cubicBezTo>
                  <a:cubicBezTo>
                    <a:pt x="179562" y="104475"/>
                    <a:pt x="179929" y="103674"/>
                    <a:pt x="179261" y="103641"/>
                  </a:cubicBezTo>
                  <a:close/>
                  <a:moveTo>
                    <a:pt x="176993" y="105876"/>
                  </a:moveTo>
                  <a:cubicBezTo>
                    <a:pt x="176960" y="105876"/>
                    <a:pt x="176926" y="105842"/>
                    <a:pt x="176893" y="105842"/>
                  </a:cubicBezTo>
                  <a:cubicBezTo>
                    <a:pt x="176493" y="105709"/>
                    <a:pt x="176126" y="105909"/>
                    <a:pt x="176059" y="106309"/>
                  </a:cubicBezTo>
                  <a:cubicBezTo>
                    <a:pt x="175959" y="106843"/>
                    <a:pt x="175792" y="107377"/>
                    <a:pt x="175425" y="107410"/>
                  </a:cubicBezTo>
                  <a:cubicBezTo>
                    <a:pt x="174892" y="107510"/>
                    <a:pt x="174091" y="108511"/>
                    <a:pt x="173891" y="108711"/>
                  </a:cubicBezTo>
                  <a:cubicBezTo>
                    <a:pt x="173657" y="108911"/>
                    <a:pt x="173424" y="110179"/>
                    <a:pt x="174325" y="110012"/>
                  </a:cubicBezTo>
                  <a:cubicBezTo>
                    <a:pt x="175292" y="109812"/>
                    <a:pt x="175459" y="109345"/>
                    <a:pt x="175792" y="108678"/>
                  </a:cubicBezTo>
                  <a:cubicBezTo>
                    <a:pt x="176126" y="108011"/>
                    <a:pt x="176926" y="107577"/>
                    <a:pt x="176993" y="107143"/>
                  </a:cubicBezTo>
                  <a:cubicBezTo>
                    <a:pt x="177127" y="106576"/>
                    <a:pt x="177293" y="105909"/>
                    <a:pt x="176993" y="105876"/>
                  </a:cubicBezTo>
                  <a:close/>
                  <a:moveTo>
                    <a:pt x="164317" y="93467"/>
                  </a:moveTo>
                  <a:cubicBezTo>
                    <a:pt x="163750" y="92833"/>
                    <a:pt x="162983" y="92166"/>
                    <a:pt x="162883" y="91466"/>
                  </a:cubicBezTo>
                  <a:cubicBezTo>
                    <a:pt x="162750" y="90732"/>
                    <a:pt x="162383" y="90131"/>
                    <a:pt x="161949" y="89831"/>
                  </a:cubicBezTo>
                  <a:cubicBezTo>
                    <a:pt x="161549" y="89564"/>
                    <a:pt x="161615" y="88397"/>
                    <a:pt x="161249" y="88130"/>
                  </a:cubicBezTo>
                  <a:cubicBezTo>
                    <a:pt x="161115" y="88030"/>
                    <a:pt x="160882" y="88163"/>
                    <a:pt x="160782" y="88363"/>
                  </a:cubicBezTo>
                  <a:cubicBezTo>
                    <a:pt x="160681" y="88563"/>
                    <a:pt x="160548" y="89998"/>
                    <a:pt x="160548" y="90999"/>
                  </a:cubicBezTo>
                  <a:cubicBezTo>
                    <a:pt x="160581" y="91999"/>
                    <a:pt x="159814" y="91832"/>
                    <a:pt x="159581" y="91799"/>
                  </a:cubicBezTo>
                  <a:cubicBezTo>
                    <a:pt x="159314" y="91732"/>
                    <a:pt x="157646" y="90465"/>
                    <a:pt x="157546" y="90198"/>
                  </a:cubicBezTo>
                  <a:cubicBezTo>
                    <a:pt x="157412" y="89964"/>
                    <a:pt x="158046" y="89364"/>
                    <a:pt x="158146" y="88997"/>
                  </a:cubicBezTo>
                  <a:cubicBezTo>
                    <a:pt x="158246" y="88630"/>
                    <a:pt x="155945" y="88730"/>
                    <a:pt x="155378" y="88897"/>
                  </a:cubicBezTo>
                  <a:cubicBezTo>
                    <a:pt x="154777" y="89064"/>
                    <a:pt x="154544" y="89864"/>
                    <a:pt x="154377" y="90231"/>
                  </a:cubicBezTo>
                  <a:cubicBezTo>
                    <a:pt x="154210" y="90632"/>
                    <a:pt x="153943" y="90231"/>
                    <a:pt x="153743" y="90031"/>
                  </a:cubicBezTo>
                  <a:cubicBezTo>
                    <a:pt x="153543" y="89831"/>
                    <a:pt x="153076" y="89664"/>
                    <a:pt x="152609" y="89998"/>
                  </a:cubicBezTo>
                  <a:cubicBezTo>
                    <a:pt x="152209" y="90331"/>
                    <a:pt x="151375" y="91032"/>
                    <a:pt x="150941" y="91132"/>
                  </a:cubicBezTo>
                  <a:cubicBezTo>
                    <a:pt x="150541" y="91199"/>
                    <a:pt x="150541" y="91399"/>
                    <a:pt x="150574" y="91899"/>
                  </a:cubicBezTo>
                  <a:cubicBezTo>
                    <a:pt x="150608" y="92366"/>
                    <a:pt x="149974" y="92867"/>
                    <a:pt x="149240" y="93100"/>
                  </a:cubicBezTo>
                  <a:cubicBezTo>
                    <a:pt x="148439" y="93367"/>
                    <a:pt x="147205" y="93834"/>
                    <a:pt x="146571" y="94167"/>
                  </a:cubicBezTo>
                  <a:cubicBezTo>
                    <a:pt x="145938" y="94501"/>
                    <a:pt x="146138" y="94935"/>
                    <a:pt x="146038" y="95602"/>
                  </a:cubicBezTo>
                  <a:cubicBezTo>
                    <a:pt x="145938" y="96236"/>
                    <a:pt x="145704" y="96035"/>
                    <a:pt x="146438" y="97570"/>
                  </a:cubicBezTo>
                  <a:cubicBezTo>
                    <a:pt x="147205" y="99104"/>
                    <a:pt x="147138" y="100772"/>
                    <a:pt x="146972" y="101239"/>
                  </a:cubicBezTo>
                  <a:cubicBezTo>
                    <a:pt x="146805" y="101706"/>
                    <a:pt x="147939" y="102273"/>
                    <a:pt x="148640" y="101773"/>
                  </a:cubicBezTo>
                  <a:cubicBezTo>
                    <a:pt x="149407" y="101306"/>
                    <a:pt x="150074" y="101373"/>
                    <a:pt x="150908" y="101306"/>
                  </a:cubicBezTo>
                  <a:cubicBezTo>
                    <a:pt x="151742" y="101206"/>
                    <a:pt x="151308" y="101206"/>
                    <a:pt x="153243" y="100205"/>
                  </a:cubicBezTo>
                  <a:cubicBezTo>
                    <a:pt x="155144" y="99204"/>
                    <a:pt x="156579" y="100272"/>
                    <a:pt x="157079" y="101406"/>
                  </a:cubicBezTo>
                  <a:cubicBezTo>
                    <a:pt x="157579" y="102540"/>
                    <a:pt x="157913" y="101506"/>
                    <a:pt x="158246" y="101239"/>
                  </a:cubicBezTo>
                  <a:cubicBezTo>
                    <a:pt x="158580" y="101006"/>
                    <a:pt x="158480" y="101373"/>
                    <a:pt x="159114" y="102540"/>
                  </a:cubicBezTo>
                  <a:cubicBezTo>
                    <a:pt x="159747" y="103674"/>
                    <a:pt x="160982" y="104275"/>
                    <a:pt x="161816" y="104275"/>
                  </a:cubicBezTo>
                  <a:cubicBezTo>
                    <a:pt x="162650" y="104275"/>
                    <a:pt x="163417" y="104041"/>
                    <a:pt x="164151" y="103908"/>
                  </a:cubicBezTo>
                  <a:cubicBezTo>
                    <a:pt x="164918" y="103808"/>
                    <a:pt x="164951" y="103574"/>
                    <a:pt x="165085" y="102974"/>
                  </a:cubicBezTo>
                  <a:cubicBezTo>
                    <a:pt x="165218" y="102340"/>
                    <a:pt x="165919" y="100872"/>
                    <a:pt x="166552" y="99538"/>
                  </a:cubicBezTo>
                  <a:cubicBezTo>
                    <a:pt x="167153" y="98204"/>
                    <a:pt x="166552" y="96502"/>
                    <a:pt x="166219" y="95935"/>
                  </a:cubicBezTo>
                  <a:cubicBezTo>
                    <a:pt x="165885" y="95368"/>
                    <a:pt x="164918" y="94067"/>
                    <a:pt x="164317" y="93467"/>
                  </a:cubicBezTo>
                  <a:close/>
                  <a:moveTo>
                    <a:pt x="163283" y="105909"/>
                  </a:moveTo>
                  <a:cubicBezTo>
                    <a:pt x="163050" y="105909"/>
                    <a:pt x="162750" y="105676"/>
                    <a:pt x="162449" y="105709"/>
                  </a:cubicBezTo>
                  <a:cubicBezTo>
                    <a:pt x="162216" y="105742"/>
                    <a:pt x="162283" y="106143"/>
                    <a:pt x="162383" y="106343"/>
                  </a:cubicBezTo>
                  <a:cubicBezTo>
                    <a:pt x="162583" y="106877"/>
                    <a:pt x="162583" y="107510"/>
                    <a:pt x="162950" y="107510"/>
                  </a:cubicBezTo>
                  <a:cubicBezTo>
                    <a:pt x="163417" y="107510"/>
                    <a:pt x="164151" y="106977"/>
                    <a:pt x="164051" y="106376"/>
                  </a:cubicBezTo>
                  <a:cubicBezTo>
                    <a:pt x="163917" y="105809"/>
                    <a:pt x="163784" y="105909"/>
                    <a:pt x="163283" y="105909"/>
                  </a:cubicBezTo>
                  <a:close/>
                  <a:moveTo>
                    <a:pt x="129126" y="77622"/>
                  </a:moveTo>
                  <a:cubicBezTo>
                    <a:pt x="128959" y="77656"/>
                    <a:pt x="128892" y="77689"/>
                    <a:pt x="128892" y="77689"/>
                  </a:cubicBezTo>
                  <a:cubicBezTo>
                    <a:pt x="128792" y="78256"/>
                    <a:pt x="128592" y="78990"/>
                    <a:pt x="128859" y="79323"/>
                  </a:cubicBezTo>
                  <a:cubicBezTo>
                    <a:pt x="129092" y="79590"/>
                    <a:pt x="129793" y="79891"/>
                    <a:pt x="129793" y="79357"/>
                  </a:cubicBezTo>
                  <a:cubicBezTo>
                    <a:pt x="129793" y="78823"/>
                    <a:pt x="129693" y="78389"/>
                    <a:pt x="129526" y="78189"/>
                  </a:cubicBezTo>
                  <a:cubicBezTo>
                    <a:pt x="129359" y="77956"/>
                    <a:pt x="129292" y="77556"/>
                    <a:pt x="129126" y="77622"/>
                  </a:cubicBezTo>
                  <a:close/>
                  <a:moveTo>
                    <a:pt x="167987" y="85628"/>
                  </a:moveTo>
                  <a:cubicBezTo>
                    <a:pt x="167987" y="85561"/>
                    <a:pt x="167987" y="85528"/>
                    <a:pt x="167953" y="85495"/>
                  </a:cubicBezTo>
                  <a:cubicBezTo>
                    <a:pt x="167920" y="85461"/>
                    <a:pt x="167887" y="85461"/>
                    <a:pt x="167820" y="85395"/>
                  </a:cubicBezTo>
                  <a:lnTo>
                    <a:pt x="167420" y="85228"/>
                  </a:lnTo>
                  <a:cubicBezTo>
                    <a:pt x="167420" y="85194"/>
                    <a:pt x="167320" y="85161"/>
                    <a:pt x="167320" y="85194"/>
                  </a:cubicBezTo>
                  <a:cubicBezTo>
                    <a:pt x="167286" y="85228"/>
                    <a:pt x="167286" y="85294"/>
                    <a:pt x="167286" y="85328"/>
                  </a:cubicBezTo>
                  <a:cubicBezTo>
                    <a:pt x="167286" y="85628"/>
                    <a:pt x="167353" y="85895"/>
                    <a:pt x="167586" y="86028"/>
                  </a:cubicBezTo>
                  <a:cubicBezTo>
                    <a:pt x="167820" y="86162"/>
                    <a:pt x="168120" y="86295"/>
                    <a:pt x="168320" y="86295"/>
                  </a:cubicBezTo>
                  <a:cubicBezTo>
                    <a:pt x="168887" y="86228"/>
                    <a:pt x="167887" y="86062"/>
                    <a:pt x="167987" y="85628"/>
                  </a:cubicBezTo>
                  <a:close/>
                  <a:moveTo>
                    <a:pt x="91832" y="59643"/>
                  </a:moveTo>
                  <a:cubicBezTo>
                    <a:pt x="91766" y="59843"/>
                    <a:pt x="91766" y="60410"/>
                    <a:pt x="91899" y="60610"/>
                  </a:cubicBezTo>
                  <a:cubicBezTo>
                    <a:pt x="91999" y="60810"/>
                    <a:pt x="92366" y="60977"/>
                    <a:pt x="92433" y="60543"/>
                  </a:cubicBezTo>
                  <a:cubicBezTo>
                    <a:pt x="92766" y="59142"/>
                    <a:pt x="92266" y="59309"/>
                    <a:pt x="92266" y="59309"/>
                  </a:cubicBezTo>
                  <a:cubicBezTo>
                    <a:pt x="92166" y="59309"/>
                    <a:pt x="91866" y="59443"/>
                    <a:pt x="91832" y="59643"/>
                  </a:cubicBezTo>
                  <a:close/>
                  <a:moveTo>
                    <a:pt x="149740" y="71051"/>
                  </a:moveTo>
                  <a:cubicBezTo>
                    <a:pt x="149874" y="71118"/>
                    <a:pt x="150307" y="70117"/>
                    <a:pt x="150307" y="69983"/>
                  </a:cubicBezTo>
                  <a:cubicBezTo>
                    <a:pt x="150307" y="69850"/>
                    <a:pt x="150641" y="69216"/>
                    <a:pt x="150474" y="69216"/>
                  </a:cubicBezTo>
                  <a:cubicBezTo>
                    <a:pt x="150307" y="69216"/>
                    <a:pt x="150107" y="69283"/>
                    <a:pt x="150107" y="69283"/>
                  </a:cubicBezTo>
                  <a:cubicBezTo>
                    <a:pt x="149840" y="69483"/>
                    <a:pt x="149473" y="69950"/>
                    <a:pt x="149473" y="70217"/>
                  </a:cubicBezTo>
                  <a:cubicBezTo>
                    <a:pt x="149574" y="70517"/>
                    <a:pt x="149607" y="71018"/>
                    <a:pt x="149740" y="71051"/>
                  </a:cubicBezTo>
                  <a:close/>
                  <a:moveTo>
                    <a:pt x="151775" y="76888"/>
                  </a:moveTo>
                  <a:cubicBezTo>
                    <a:pt x="151708" y="77055"/>
                    <a:pt x="151708" y="77289"/>
                    <a:pt x="151808" y="77389"/>
                  </a:cubicBezTo>
                  <a:cubicBezTo>
                    <a:pt x="151808" y="77455"/>
                    <a:pt x="151875" y="77455"/>
                    <a:pt x="151909" y="77455"/>
                  </a:cubicBezTo>
                  <a:cubicBezTo>
                    <a:pt x="151942" y="77455"/>
                    <a:pt x="152042" y="77389"/>
                    <a:pt x="152075" y="77355"/>
                  </a:cubicBezTo>
                  <a:cubicBezTo>
                    <a:pt x="152442" y="77022"/>
                    <a:pt x="152609" y="76455"/>
                    <a:pt x="152442" y="75988"/>
                  </a:cubicBezTo>
                  <a:cubicBezTo>
                    <a:pt x="152275" y="75988"/>
                    <a:pt x="151975" y="75821"/>
                    <a:pt x="151942" y="75988"/>
                  </a:cubicBezTo>
                  <a:cubicBezTo>
                    <a:pt x="151909" y="76054"/>
                    <a:pt x="152042" y="76121"/>
                    <a:pt x="152109" y="76188"/>
                  </a:cubicBezTo>
                  <a:cubicBezTo>
                    <a:pt x="152109" y="76288"/>
                    <a:pt x="152075" y="76355"/>
                    <a:pt x="152075" y="76455"/>
                  </a:cubicBezTo>
                  <a:cubicBezTo>
                    <a:pt x="151975" y="76555"/>
                    <a:pt x="151875" y="76722"/>
                    <a:pt x="151775" y="76888"/>
                  </a:cubicBezTo>
                  <a:close/>
                  <a:moveTo>
                    <a:pt x="150941" y="78323"/>
                  </a:moveTo>
                  <a:cubicBezTo>
                    <a:pt x="150741" y="78323"/>
                    <a:pt x="150307" y="78723"/>
                    <a:pt x="150274" y="78990"/>
                  </a:cubicBezTo>
                  <a:cubicBezTo>
                    <a:pt x="150207" y="79223"/>
                    <a:pt x="150541" y="79223"/>
                    <a:pt x="150608" y="78890"/>
                  </a:cubicBezTo>
                  <a:cubicBezTo>
                    <a:pt x="150708" y="78623"/>
                    <a:pt x="151141" y="78690"/>
                    <a:pt x="151408" y="78823"/>
                  </a:cubicBezTo>
                  <a:cubicBezTo>
                    <a:pt x="151642" y="78890"/>
                    <a:pt x="151642" y="79390"/>
                    <a:pt x="151909" y="79524"/>
                  </a:cubicBezTo>
                  <a:cubicBezTo>
                    <a:pt x="152142" y="79657"/>
                    <a:pt x="152309" y="79690"/>
                    <a:pt x="152376" y="79457"/>
                  </a:cubicBezTo>
                  <a:cubicBezTo>
                    <a:pt x="152442" y="79190"/>
                    <a:pt x="152242" y="79057"/>
                    <a:pt x="152409" y="78990"/>
                  </a:cubicBezTo>
                  <a:cubicBezTo>
                    <a:pt x="152576" y="78890"/>
                    <a:pt x="152709" y="79323"/>
                    <a:pt x="152776" y="79057"/>
                  </a:cubicBezTo>
                  <a:cubicBezTo>
                    <a:pt x="152876" y="78823"/>
                    <a:pt x="152776" y="78356"/>
                    <a:pt x="152809" y="78123"/>
                  </a:cubicBezTo>
                  <a:cubicBezTo>
                    <a:pt x="152876" y="77856"/>
                    <a:pt x="152409" y="77556"/>
                    <a:pt x="152309" y="77622"/>
                  </a:cubicBezTo>
                  <a:lnTo>
                    <a:pt x="152142" y="77889"/>
                  </a:lnTo>
                  <a:cubicBezTo>
                    <a:pt x="152142" y="77889"/>
                    <a:pt x="151742" y="78123"/>
                    <a:pt x="151742" y="78223"/>
                  </a:cubicBezTo>
                  <a:cubicBezTo>
                    <a:pt x="151708" y="78456"/>
                    <a:pt x="151108" y="78323"/>
                    <a:pt x="150941" y="78323"/>
                  </a:cubicBezTo>
                  <a:close/>
                  <a:moveTo>
                    <a:pt x="142302" y="85128"/>
                  </a:moveTo>
                  <a:cubicBezTo>
                    <a:pt x="142202" y="84394"/>
                    <a:pt x="142869" y="84194"/>
                    <a:pt x="142468" y="83893"/>
                  </a:cubicBezTo>
                  <a:cubicBezTo>
                    <a:pt x="142102" y="83627"/>
                    <a:pt x="141901" y="83560"/>
                    <a:pt x="141501" y="83360"/>
                  </a:cubicBezTo>
                  <a:cubicBezTo>
                    <a:pt x="141101" y="83160"/>
                    <a:pt x="140934" y="82726"/>
                    <a:pt x="140834" y="82526"/>
                  </a:cubicBezTo>
                  <a:cubicBezTo>
                    <a:pt x="140767" y="82326"/>
                    <a:pt x="139433" y="81625"/>
                    <a:pt x="138999" y="81058"/>
                  </a:cubicBezTo>
                  <a:cubicBezTo>
                    <a:pt x="138099" y="79891"/>
                    <a:pt x="136998" y="79724"/>
                    <a:pt x="136998" y="79724"/>
                  </a:cubicBezTo>
                  <a:cubicBezTo>
                    <a:pt x="136731" y="79724"/>
                    <a:pt x="136297" y="79824"/>
                    <a:pt x="136931" y="80324"/>
                  </a:cubicBezTo>
                  <a:cubicBezTo>
                    <a:pt x="137565" y="80825"/>
                    <a:pt x="137899" y="81225"/>
                    <a:pt x="138432" y="81992"/>
                  </a:cubicBezTo>
                  <a:cubicBezTo>
                    <a:pt x="138966" y="82793"/>
                    <a:pt x="140434" y="85161"/>
                    <a:pt x="140934" y="85461"/>
                  </a:cubicBezTo>
                  <a:cubicBezTo>
                    <a:pt x="141434" y="85728"/>
                    <a:pt x="142468" y="85828"/>
                    <a:pt x="142302" y="85128"/>
                  </a:cubicBezTo>
                  <a:close/>
                  <a:moveTo>
                    <a:pt x="159614" y="60143"/>
                  </a:moveTo>
                  <a:cubicBezTo>
                    <a:pt x="159614" y="60377"/>
                    <a:pt x="159447" y="61644"/>
                    <a:pt x="158980" y="61711"/>
                  </a:cubicBezTo>
                  <a:cubicBezTo>
                    <a:pt x="158580" y="61811"/>
                    <a:pt x="157946" y="61878"/>
                    <a:pt x="157879" y="62178"/>
                  </a:cubicBezTo>
                  <a:cubicBezTo>
                    <a:pt x="157779" y="62478"/>
                    <a:pt x="157479" y="62778"/>
                    <a:pt x="157079" y="62878"/>
                  </a:cubicBezTo>
                  <a:cubicBezTo>
                    <a:pt x="156645" y="63012"/>
                    <a:pt x="155911" y="62978"/>
                    <a:pt x="155611" y="63379"/>
                  </a:cubicBezTo>
                  <a:cubicBezTo>
                    <a:pt x="155311" y="63812"/>
                    <a:pt x="154811" y="64013"/>
                    <a:pt x="154811" y="64013"/>
                  </a:cubicBezTo>
                  <a:cubicBezTo>
                    <a:pt x="154811" y="64013"/>
                    <a:pt x="154410" y="64313"/>
                    <a:pt x="154410" y="64480"/>
                  </a:cubicBezTo>
                  <a:cubicBezTo>
                    <a:pt x="154444" y="64646"/>
                    <a:pt x="154644" y="64446"/>
                    <a:pt x="154744" y="64680"/>
                  </a:cubicBezTo>
                  <a:cubicBezTo>
                    <a:pt x="154811" y="64947"/>
                    <a:pt x="154811" y="65347"/>
                    <a:pt x="154811" y="65514"/>
                  </a:cubicBezTo>
                  <a:cubicBezTo>
                    <a:pt x="154877" y="65680"/>
                    <a:pt x="155278" y="65647"/>
                    <a:pt x="155378" y="65213"/>
                  </a:cubicBezTo>
                  <a:cubicBezTo>
                    <a:pt x="155444" y="64813"/>
                    <a:pt x="155478" y="64346"/>
                    <a:pt x="155444" y="64213"/>
                  </a:cubicBezTo>
                  <a:cubicBezTo>
                    <a:pt x="155411" y="64113"/>
                    <a:pt x="155578" y="63812"/>
                    <a:pt x="155778" y="63812"/>
                  </a:cubicBezTo>
                  <a:cubicBezTo>
                    <a:pt x="155978" y="63812"/>
                    <a:pt x="157112" y="63279"/>
                    <a:pt x="157112" y="63712"/>
                  </a:cubicBezTo>
                  <a:cubicBezTo>
                    <a:pt x="157112" y="64179"/>
                    <a:pt x="157546" y="64179"/>
                    <a:pt x="157980" y="63779"/>
                  </a:cubicBezTo>
                  <a:cubicBezTo>
                    <a:pt x="158447" y="63345"/>
                    <a:pt x="159647" y="63112"/>
                    <a:pt x="159948" y="62978"/>
                  </a:cubicBezTo>
                  <a:cubicBezTo>
                    <a:pt x="160214" y="62845"/>
                    <a:pt x="159814" y="62044"/>
                    <a:pt x="160114" y="61678"/>
                  </a:cubicBezTo>
                  <a:cubicBezTo>
                    <a:pt x="160415" y="61277"/>
                    <a:pt x="160882" y="60810"/>
                    <a:pt x="160748" y="60210"/>
                  </a:cubicBezTo>
                  <a:cubicBezTo>
                    <a:pt x="160648" y="59609"/>
                    <a:pt x="160248" y="58675"/>
                    <a:pt x="160315" y="58542"/>
                  </a:cubicBezTo>
                  <a:cubicBezTo>
                    <a:pt x="160415" y="58475"/>
                    <a:pt x="160982" y="58475"/>
                    <a:pt x="161115" y="58542"/>
                  </a:cubicBezTo>
                  <a:cubicBezTo>
                    <a:pt x="161215" y="58642"/>
                    <a:pt x="161582" y="58609"/>
                    <a:pt x="161749" y="58308"/>
                  </a:cubicBezTo>
                  <a:cubicBezTo>
                    <a:pt x="161882" y="58042"/>
                    <a:pt x="162549" y="58042"/>
                    <a:pt x="162583" y="57875"/>
                  </a:cubicBezTo>
                  <a:lnTo>
                    <a:pt x="162583" y="57708"/>
                  </a:lnTo>
                  <a:cubicBezTo>
                    <a:pt x="162549" y="57374"/>
                    <a:pt x="162283" y="57141"/>
                    <a:pt x="161949" y="57108"/>
                  </a:cubicBezTo>
                  <a:cubicBezTo>
                    <a:pt x="161649" y="57041"/>
                    <a:pt x="161382" y="56974"/>
                    <a:pt x="161382" y="56941"/>
                  </a:cubicBezTo>
                  <a:cubicBezTo>
                    <a:pt x="161382" y="56841"/>
                    <a:pt x="160715" y="55873"/>
                    <a:pt x="160648" y="56207"/>
                  </a:cubicBezTo>
                  <a:cubicBezTo>
                    <a:pt x="160615" y="56541"/>
                    <a:pt x="160748" y="57341"/>
                    <a:pt x="160448" y="57608"/>
                  </a:cubicBezTo>
                  <a:cubicBezTo>
                    <a:pt x="160148" y="57841"/>
                    <a:pt x="159481" y="58208"/>
                    <a:pt x="159547" y="58542"/>
                  </a:cubicBezTo>
                  <a:cubicBezTo>
                    <a:pt x="159614" y="58876"/>
                    <a:pt x="159881" y="59142"/>
                    <a:pt x="159781" y="59343"/>
                  </a:cubicBezTo>
                  <a:cubicBezTo>
                    <a:pt x="159781" y="59609"/>
                    <a:pt x="159614" y="59910"/>
                    <a:pt x="159614" y="60143"/>
                  </a:cubicBezTo>
                  <a:close/>
                  <a:moveTo>
                    <a:pt x="146972" y="86829"/>
                  </a:moveTo>
                  <a:cubicBezTo>
                    <a:pt x="146571" y="86562"/>
                    <a:pt x="145604" y="86629"/>
                    <a:pt x="145871" y="86562"/>
                  </a:cubicBezTo>
                  <a:cubicBezTo>
                    <a:pt x="146104" y="86495"/>
                    <a:pt x="146471" y="86062"/>
                    <a:pt x="145737" y="86162"/>
                  </a:cubicBezTo>
                  <a:cubicBezTo>
                    <a:pt x="144937" y="86228"/>
                    <a:pt x="144437" y="86228"/>
                    <a:pt x="144203" y="86228"/>
                  </a:cubicBezTo>
                  <a:cubicBezTo>
                    <a:pt x="143936" y="86228"/>
                    <a:pt x="143803" y="86162"/>
                    <a:pt x="143803" y="86162"/>
                  </a:cubicBezTo>
                  <a:cubicBezTo>
                    <a:pt x="143636" y="86028"/>
                    <a:pt x="142702" y="85728"/>
                    <a:pt x="142368" y="85728"/>
                  </a:cubicBezTo>
                  <a:cubicBezTo>
                    <a:pt x="142035" y="85795"/>
                    <a:pt x="141801" y="86362"/>
                    <a:pt x="142569" y="86495"/>
                  </a:cubicBezTo>
                  <a:cubicBezTo>
                    <a:pt x="143302" y="86562"/>
                    <a:pt x="144470" y="86996"/>
                    <a:pt x="145137" y="86996"/>
                  </a:cubicBezTo>
                  <a:cubicBezTo>
                    <a:pt x="145804" y="86996"/>
                    <a:pt x="146738" y="87162"/>
                    <a:pt x="146938" y="87162"/>
                  </a:cubicBezTo>
                  <a:cubicBezTo>
                    <a:pt x="147138" y="87162"/>
                    <a:pt x="147439" y="87062"/>
                    <a:pt x="146972" y="86829"/>
                  </a:cubicBezTo>
                  <a:close/>
                  <a:moveTo>
                    <a:pt x="144537" y="72118"/>
                  </a:moveTo>
                  <a:cubicBezTo>
                    <a:pt x="144103" y="72018"/>
                    <a:pt x="144036" y="72018"/>
                    <a:pt x="144036" y="72018"/>
                  </a:cubicBezTo>
                  <a:cubicBezTo>
                    <a:pt x="143703" y="72218"/>
                    <a:pt x="143402" y="72719"/>
                    <a:pt x="143536" y="72886"/>
                  </a:cubicBezTo>
                  <a:cubicBezTo>
                    <a:pt x="143636" y="73052"/>
                    <a:pt x="144303" y="73186"/>
                    <a:pt x="144437" y="72819"/>
                  </a:cubicBezTo>
                  <a:cubicBezTo>
                    <a:pt x="144570" y="72419"/>
                    <a:pt x="144937" y="72152"/>
                    <a:pt x="144537" y="72118"/>
                  </a:cubicBezTo>
                  <a:close/>
                  <a:moveTo>
                    <a:pt x="143736" y="82292"/>
                  </a:moveTo>
                  <a:cubicBezTo>
                    <a:pt x="143769" y="82826"/>
                    <a:pt x="144136" y="83360"/>
                    <a:pt x="144203" y="83727"/>
                  </a:cubicBezTo>
                  <a:cubicBezTo>
                    <a:pt x="144270" y="84127"/>
                    <a:pt x="144203" y="84327"/>
                    <a:pt x="145137" y="84360"/>
                  </a:cubicBezTo>
                  <a:cubicBezTo>
                    <a:pt x="146104" y="84461"/>
                    <a:pt x="146238" y="84627"/>
                    <a:pt x="146705" y="84694"/>
                  </a:cubicBezTo>
                  <a:cubicBezTo>
                    <a:pt x="147138" y="84794"/>
                    <a:pt x="147706" y="84794"/>
                    <a:pt x="147806" y="84060"/>
                  </a:cubicBezTo>
                  <a:cubicBezTo>
                    <a:pt x="147906" y="83360"/>
                    <a:pt x="147872" y="82826"/>
                    <a:pt x="148239" y="82626"/>
                  </a:cubicBezTo>
                  <a:cubicBezTo>
                    <a:pt x="148640" y="82392"/>
                    <a:pt x="148973" y="82192"/>
                    <a:pt x="148773" y="82126"/>
                  </a:cubicBezTo>
                  <a:cubicBezTo>
                    <a:pt x="148573" y="82025"/>
                    <a:pt x="148039" y="81292"/>
                    <a:pt x="148206" y="80958"/>
                  </a:cubicBezTo>
                  <a:cubicBezTo>
                    <a:pt x="148373" y="80624"/>
                    <a:pt x="149473" y="80057"/>
                    <a:pt x="148806" y="79790"/>
                  </a:cubicBezTo>
                  <a:cubicBezTo>
                    <a:pt x="148139" y="79490"/>
                    <a:pt x="148239" y="79057"/>
                    <a:pt x="147939" y="78990"/>
                  </a:cubicBezTo>
                  <a:cubicBezTo>
                    <a:pt x="147806" y="78990"/>
                    <a:pt x="147639" y="79290"/>
                    <a:pt x="147639" y="79290"/>
                  </a:cubicBezTo>
                  <a:cubicBezTo>
                    <a:pt x="147038" y="79824"/>
                    <a:pt x="145938" y="80724"/>
                    <a:pt x="145471" y="81125"/>
                  </a:cubicBezTo>
                  <a:cubicBezTo>
                    <a:pt x="145037" y="81458"/>
                    <a:pt x="144803" y="81658"/>
                    <a:pt x="144370" y="81658"/>
                  </a:cubicBezTo>
                  <a:cubicBezTo>
                    <a:pt x="143936" y="81592"/>
                    <a:pt x="143703" y="81725"/>
                    <a:pt x="143736" y="82292"/>
                  </a:cubicBezTo>
                  <a:close/>
                  <a:moveTo>
                    <a:pt x="156245" y="64680"/>
                  </a:moveTo>
                  <a:cubicBezTo>
                    <a:pt x="156245" y="64480"/>
                    <a:pt x="156378" y="64313"/>
                    <a:pt x="156478" y="64313"/>
                  </a:cubicBezTo>
                  <a:cubicBezTo>
                    <a:pt x="156579" y="64313"/>
                    <a:pt x="156745" y="64379"/>
                    <a:pt x="156945" y="64279"/>
                  </a:cubicBezTo>
                  <a:cubicBezTo>
                    <a:pt x="157146" y="64179"/>
                    <a:pt x="157279" y="63612"/>
                    <a:pt x="156412" y="63779"/>
                  </a:cubicBezTo>
                  <a:cubicBezTo>
                    <a:pt x="156045" y="63846"/>
                    <a:pt x="156045" y="64046"/>
                    <a:pt x="156045" y="64046"/>
                  </a:cubicBezTo>
                  <a:cubicBezTo>
                    <a:pt x="155811" y="64146"/>
                    <a:pt x="155778" y="64680"/>
                    <a:pt x="155778" y="64680"/>
                  </a:cubicBezTo>
                  <a:cubicBezTo>
                    <a:pt x="155778" y="64680"/>
                    <a:pt x="156245" y="64880"/>
                    <a:pt x="156245" y="64680"/>
                  </a:cubicBezTo>
                  <a:close/>
                  <a:moveTo>
                    <a:pt x="165818" y="55206"/>
                  </a:moveTo>
                  <a:lnTo>
                    <a:pt x="166219" y="55173"/>
                  </a:lnTo>
                  <a:lnTo>
                    <a:pt x="166052" y="55006"/>
                  </a:lnTo>
                  <a:close/>
                  <a:moveTo>
                    <a:pt x="165218" y="55740"/>
                  </a:moveTo>
                  <a:lnTo>
                    <a:pt x="164951" y="55673"/>
                  </a:lnTo>
                  <a:cubicBezTo>
                    <a:pt x="164784" y="55807"/>
                    <a:pt x="164551" y="56040"/>
                    <a:pt x="164784" y="56040"/>
                  </a:cubicBezTo>
                  <a:cubicBezTo>
                    <a:pt x="165085" y="56040"/>
                    <a:pt x="165218" y="55740"/>
                    <a:pt x="165218" y="55740"/>
                  </a:cubicBezTo>
                  <a:close/>
                  <a:moveTo>
                    <a:pt x="165318" y="84127"/>
                  </a:moveTo>
                  <a:cubicBezTo>
                    <a:pt x="165385" y="84227"/>
                    <a:pt x="166152" y="84661"/>
                    <a:pt x="166285" y="84861"/>
                  </a:cubicBezTo>
                  <a:cubicBezTo>
                    <a:pt x="166419" y="85061"/>
                    <a:pt x="166386" y="85061"/>
                    <a:pt x="166419" y="85128"/>
                  </a:cubicBezTo>
                  <a:cubicBezTo>
                    <a:pt x="166486" y="85161"/>
                    <a:pt x="166586" y="84894"/>
                    <a:pt x="166486" y="84727"/>
                  </a:cubicBezTo>
                  <a:cubicBezTo>
                    <a:pt x="166452" y="84561"/>
                    <a:pt x="165752" y="84194"/>
                    <a:pt x="165318" y="83994"/>
                  </a:cubicBezTo>
                  <a:cubicBezTo>
                    <a:pt x="165385" y="83960"/>
                    <a:pt x="165318" y="83994"/>
                    <a:pt x="165318" y="84127"/>
                  </a:cubicBezTo>
                  <a:close/>
                  <a:moveTo>
                    <a:pt x="163550" y="56774"/>
                  </a:moveTo>
                  <a:cubicBezTo>
                    <a:pt x="163717" y="56841"/>
                    <a:pt x="164484" y="56274"/>
                    <a:pt x="164484" y="56274"/>
                  </a:cubicBezTo>
                  <a:lnTo>
                    <a:pt x="164217" y="56207"/>
                  </a:lnTo>
                  <a:cubicBezTo>
                    <a:pt x="164084" y="56207"/>
                    <a:pt x="163383" y="56674"/>
                    <a:pt x="163550" y="56774"/>
                  </a:cubicBezTo>
                  <a:close/>
                  <a:moveTo>
                    <a:pt x="160148" y="83893"/>
                  </a:moveTo>
                  <a:cubicBezTo>
                    <a:pt x="159214" y="83493"/>
                    <a:pt x="158413" y="83527"/>
                    <a:pt x="158213" y="83693"/>
                  </a:cubicBezTo>
                  <a:cubicBezTo>
                    <a:pt x="157980" y="83860"/>
                    <a:pt x="157613" y="84227"/>
                    <a:pt x="157312" y="84327"/>
                  </a:cubicBezTo>
                  <a:cubicBezTo>
                    <a:pt x="157046" y="84394"/>
                    <a:pt x="156845" y="83827"/>
                    <a:pt x="156845" y="83293"/>
                  </a:cubicBezTo>
                  <a:cubicBezTo>
                    <a:pt x="156845" y="82726"/>
                    <a:pt x="155811" y="82993"/>
                    <a:pt x="155411" y="83060"/>
                  </a:cubicBezTo>
                  <a:cubicBezTo>
                    <a:pt x="155411" y="83060"/>
                    <a:pt x="154977" y="83160"/>
                    <a:pt x="154811" y="83293"/>
                  </a:cubicBezTo>
                  <a:cubicBezTo>
                    <a:pt x="154711" y="83360"/>
                    <a:pt x="155911" y="83527"/>
                    <a:pt x="155945" y="83693"/>
                  </a:cubicBezTo>
                  <a:cubicBezTo>
                    <a:pt x="155978" y="83827"/>
                    <a:pt x="155878" y="84027"/>
                    <a:pt x="155778" y="84194"/>
                  </a:cubicBezTo>
                  <a:cubicBezTo>
                    <a:pt x="155711" y="84360"/>
                    <a:pt x="155878" y="84527"/>
                    <a:pt x="156212" y="84627"/>
                  </a:cubicBezTo>
                  <a:cubicBezTo>
                    <a:pt x="156545" y="84694"/>
                    <a:pt x="157546" y="84961"/>
                    <a:pt x="158146" y="85161"/>
                  </a:cubicBezTo>
                  <a:cubicBezTo>
                    <a:pt x="158780" y="85361"/>
                    <a:pt x="159481" y="86128"/>
                    <a:pt x="159114" y="86395"/>
                  </a:cubicBezTo>
                  <a:cubicBezTo>
                    <a:pt x="158713" y="86695"/>
                    <a:pt x="158647" y="87196"/>
                    <a:pt x="159214" y="87196"/>
                  </a:cubicBezTo>
                  <a:cubicBezTo>
                    <a:pt x="159747" y="87196"/>
                    <a:pt x="161215" y="87463"/>
                    <a:pt x="161716" y="87229"/>
                  </a:cubicBezTo>
                  <a:cubicBezTo>
                    <a:pt x="162216" y="86996"/>
                    <a:pt x="162249" y="86629"/>
                    <a:pt x="162750" y="86996"/>
                  </a:cubicBezTo>
                  <a:cubicBezTo>
                    <a:pt x="163250" y="87329"/>
                    <a:pt x="164151" y="88163"/>
                    <a:pt x="164918" y="88163"/>
                  </a:cubicBezTo>
                  <a:cubicBezTo>
                    <a:pt x="165685" y="88163"/>
                    <a:pt x="164918" y="87796"/>
                    <a:pt x="164584" y="87463"/>
                  </a:cubicBezTo>
                  <a:cubicBezTo>
                    <a:pt x="164251" y="87129"/>
                    <a:pt x="163817" y="86495"/>
                    <a:pt x="163684" y="86162"/>
                  </a:cubicBezTo>
                  <a:cubicBezTo>
                    <a:pt x="163584" y="85795"/>
                    <a:pt x="162850" y="85228"/>
                    <a:pt x="162583" y="85028"/>
                  </a:cubicBezTo>
                  <a:cubicBezTo>
                    <a:pt x="162249" y="84727"/>
                    <a:pt x="161148" y="84360"/>
                    <a:pt x="160148" y="83893"/>
                  </a:cubicBezTo>
                  <a:close/>
                  <a:moveTo>
                    <a:pt x="160648" y="55973"/>
                  </a:moveTo>
                  <a:cubicBezTo>
                    <a:pt x="160748" y="56140"/>
                    <a:pt x="161082" y="55673"/>
                    <a:pt x="161082" y="55540"/>
                  </a:cubicBezTo>
                  <a:cubicBezTo>
                    <a:pt x="161082" y="55406"/>
                    <a:pt x="161415" y="55607"/>
                    <a:pt x="161482" y="55640"/>
                  </a:cubicBezTo>
                  <a:cubicBezTo>
                    <a:pt x="161582" y="55673"/>
                    <a:pt x="161215" y="55039"/>
                    <a:pt x="161215" y="54673"/>
                  </a:cubicBezTo>
                  <a:cubicBezTo>
                    <a:pt x="161215" y="54239"/>
                    <a:pt x="161282" y="53238"/>
                    <a:pt x="161549" y="53372"/>
                  </a:cubicBezTo>
                  <a:cubicBezTo>
                    <a:pt x="161782" y="53472"/>
                    <a:pt x="162082" y="53638"/>
                    <a:pt x="161782" y="52738"/>
                  </a:cubicBezTo>
                  <a:cubicBezTo>
                    <a:pt x="161482" y="51871"/>
                    <a:pt x="161415" y="51037"/>
                    <a:pt x="161415" y="51037"/>
                  </a:cubicBezTo>
                  <a:cubicBezTo>
                    <a:pt x="161415" y="50069"/>
                    <a:pt x="161482" y="49035"/>
                    <a:pt x="161215" y="49469"/>
                  </a:cubicBezTo>
                  <a:cubicBezTo>
                    <a:pt x="160915" y="49869"/>
                    <a:pt x="160581" y="50670"/>
                    <a:pt x="160648" y="51303"/>
                  </a:cubicBezTo>
                  <a:cubicBezTo>
                    <a:pt x="160748" y="51904"/>
                    <a:pt x="160715" y="53405"/>
                    <a:pt x="160715" y="53739"/>
                  </a:cubicBezTo>
                  <a:cubicBezTo>
                    <a:pt x="160715" y="54072"/>
                    <a:pt x="160648" y="54172"/>
                    <a:pt x="160782" y="54673"/>
                  </a:cubicBezTo>
                  <a:cubicBezTo>
                    <a:pt x="160915" y="55039"/>
                    <a:pt x="160615" y="55807"/>
                    <a:pt x="160648" y="55973"/>
                  </a:cubicBezTo>
                  <a:close/>
                  <a:moveTo>
                    <a:pt x="164384" y="85361"/>
                  </a:moveTo>
                  <a:cubicBezTo>
                    <a:pt x="164217" y="85395"/>
                    <a:pt x="164084" y="85528"/>
                    <a:pt x="164084" y="85695"/>
                  </a:cubicBezTo>
                  <a:cubicBezTo>
                    <a:pt x="164051" y="85995"/>
                    <a:pt x="164384" y="86162"/>
                    <a:pt x="164651" y="86162"/>
                  </a:cubicBezTo>
                  <a:cubicBezTo>
                    <a:pt x="165285" y="86162"/>
                    <a:pt x="165818" y="85795"/>
                    <a:pt x="166285" y="85361"/>
                  </a:cubicBezTo>
                  <a:cubicBezTo>
                    <a:pt x="166319" y="85328"/>
                    <a:pt x="166419" y="85228"/>
                    <a:pt x="166386" y="85161"/>
                  </a:cubicBezTo>
                  <a:cubicBezTo>
                    <a:pt x="166386" y="85128"/>
                    <a:pt x="166319" y="85128"/>
                    <a:pt x="166285" y="85061"/>
                  </a:cubicBezTo>
                  <a:cubicBezTo>
                    <a:pt x="166285" y="85061"/>
                    <a:pt x="166119" y="84961"/>
                    <a:pt x="165919" y="84894"/>
                  </a:cubicBezTo>
                  <a:cubicBezTo>
                    <a:pt x="165718" y="84861"/>
                    <a:pt x="165485" y="85128"/>
                    <a:pt x="165485" y="85128"/>
                  </a:cubicBezTo>
                  <a:cubicBezTo>
                    <a:pt x="165485" y="85228"/>
                    <a:pt x="165385" y="85361"/>
                    <a:pt x="165251" y="85361"/>
                  </a:cubicBezTo>
                  <a:cubicBezTo>
                    <a:pt x="165118" y="85395"/>
                    <a:pt x="164985" y="85361"/>
                    <a:pt x="164818" y="85361"/>
                  </a:cubicBezTo>
                  <a:cubicBezTo>
                    <a:pt x="164651" y="85328"/>
                    <a:pt x="164551" y="85328"/>
                    <a:pt x="164384" y="85361"/>
                  </a:cubicBezTo>
                  <a:close/>
                  <a:moveTo>
                    <a:pt x="163283" y="56974"/>
                  </a:moveTo>
                  <a:lnTo>
                    <a:pt x="163117" y="56874"/>
                  </a:lnTo>
                  <a:cubicBezTo>
                    <a:pt x="162916" y="57041"/>
                    <a:pt x="162483" y="57641"/>
                    <a:pt x="162783" y="57508"/>
                  </a:cubicBezTo>
                  <a:cubicBezTo>
                    <a:pt x="163083" y="57374"/>
                    <a:pt x="163283" y="56974"/>
                    <a:pt x="163283" y="5697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102">
              <a:extLst>
                <a:ext uri="{FF2B5EF4-FFF2-40B4-BE49-F238E27FC236}">
                  <a16:creationId xmlns:a16="http://schemas.microsoft.com/office/drawing/2014/main" id="{ACC4B771-1DA8-2FBF-6DE1-DE7475AABB22}"/>
                </a:ext>
              </a:extLst>
            </p:cNvPr>
            <p:cNvSpPr/>
            <p:nvPr/>
          </p:nvSpPr>
          <p:spPr>
            <a:xfrm>
              <a:off x="2933100" y="2125825"/>
              <a:ext cx="2262475" cy="3325200"/>
            </a:xfrm>
            <a:custGeom>
              <a:avLst/>
              <a:gdLst/>
              <a:ahLst/>
              <a:cxnLst/>
              <a:rect l="l" t="t" r="r" b="b"/>
              <a:pathLst>
                <a:path w="90499" h="133008" extrusionOk="0">
                  <a:moveTo>
                    <a:pt x="35559" y="1"/>
                  </a:moveTo>
                  <a:cubicBezTo>
                    <a:pt x="32997" y="1"/>
                    <a:pt x="30427" y="1936"/>
                    <a:pt x="30522" y="3849"/>
                  </a:cubicBezTo>
                  <a:cubicBezTo>
                    <a:pt x="30689" y="6451"/>
                    <a:pt x="32791" y="53117"/>
                    <a:pt x="32791" y="53117"/>
                  </a:cubicBezTo>
                  <a:cubicBezTo>
                    <a:pt x="32791" y="53117"/>
                    <a:pt x="28721" y="53384"/>
                    <a:pt x="24451" y="55919"/>
                  </a:cubicBezTo>
                  <a:cubicBezTo>
                    <a:pt x="20148" y="58421"/>
                    <a:pt x="2269" y="76101"/>
                    <a:pt x="1768" y="79603"/>
                  </a:cubicBezTo>
                  <a:cubicBezTo>
                    <a:pt x="1268" y="83139"/>
                    <a:pt x="0" y="96482"/>
                    <a:pt x="2269" y="105822"/>
                  </a:cubicBezTo>
                  <a:cubicBezTo>
                    <a:pt x="4504" y="115162"/>
                    <a:pt x="12609" y="125269"/>
                    <a:pt x="14111" y="127504"/>
                  </a:cubicBezTo>
                  <a:cubicBezTo>
                    <a:pt x="14878" y="128671"/>
                    <a:pt x="14711" y="131007"/>
                    <a:pt x="14377" y="133008"/>
                  </a:cubicBezTo>
                  <a:lnTo>
                    <a:pt x="53305" y="133008"/>
                  </a:lnTo>
                  <a:cubicBezTo>
                    <a:pt x="53672" y="130039"/>
                    <a:pt x="54473" y="125769"/>
                    <a:pt x="55940" y="122701"/>
                  </a:cubicBezTo>
                  <a:cubicBezTo>
                    <a:pt x="58442" y="117664"/>
                    <a:pt x="66715" y="113194"/>
                    <a:pt x="71018" y="105922"/>
                  </a:cubicBezTo>
                  <a:cubicBezTo>
                    <a:pt x="75321" y="98617"/>
                    <a:pt x="75154" y="91678"/>
                    <a:pt x="77156" y="84140"/>
                  </a:cubicBezTo>
                  <a:cubicBezTo>
                    <a:pt x="79157" y="76601"/>
                    <a:pt x="90498" y="47814"/>
                    <a:pt x="90498" y="47814"/>
                  </a:cubicBezTo>
                  <a:cubicBezTo>
                    <a:pt x="90498" y="47814"/>
                    <a:pt x="88419" y="47137"/>
                    <a:pt x="85830" y="47137"/>
                  </a:cubicBezTo>
                  <a:cubicBezTo>
                    <a:pt x="83679" y="47137"/>
                    <a:pt x="81177" y="47604"/>
                    <a:pt x="79224" y="49315"/>
                  </a:cubicBezTo>
                  <a:cubicBezTo>
                    <a:pt x="74921" y="53117"/>
                    <a:pt x="71418" y="62091"/>
                    <a:pt x="68916" y="69029"/>
                  </a:cubicBezTo>
                  <a:cubicBezTo>
                    <a:pt x="67275" y="73629"/>
                    <a:pt x="63627" y="77534"/>
                    <a:pt x="60209" y="77534"/>
                  </a:cubicBezTo>
                  <a:cubicBezTo>
                    <a:pt x="59736" y="77534"/>
                    <a:pt x="59267" y="77460"/>
                    <a:pt x="58809" y="77301"/>
                  </a:cubicBezTo>
                  <a:cubicBezTo>
                    <a:pt x="55006" y="76000"/>
                    <a:pt x="52505" y="69496"/>
                    <a:pt x="49469" y="60890"/>
                  </a:cubicBezTo>
                  <a:cubicBezTo>
                    <a:pt x="46400" y="52250"/>
                    <a:pt x="42197" y="11421"/>
                    <a:pt x="40162" y="4016"/>
                  </a:cubicBezTo>
                  <a:cubicBezTo>
                    <a:pt x="39366" y="1071"/>
                    <a:pt x="37465" y="1"/>
                    <a:pt x="3555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102">
              <a:extLst>
                <a:ext uri="{FF2B5EF4-FFF2-40B4-BE49-F238E27FC236}">
                  <a16:creationId xmlns:a16="http://schemas.microsoft.com/office/drawing/2014/main" id="{D4CA4DE8-C3A2-7F65-9FC1-71FAEB97470D}"/>
                </a:ext>
              </a:extLst>
            </p:cNvPr>
            <p:cNvSpPr/>
            <p:nvPr/>
          </p:nvSpPr>
          <p:spPr>
            <a:xfrm>
              <a:off x="2935600" y="3469600"/>
              <a:ext cx="1092475" cy="1980600"/>
            </a:xfrm>
            <a:custGeom>
              <a:avLst/>
              <a:gdLst/>
              <a:ahLst/>
              <a:cxnLst/>
              <a:rect l="l" t="t" r="r" b="b"/>
              <a:pathLst>
                <a:path w="43699" h="79224" extrusionOk="0">
                  <a:moveTo>
                    <a:pt x="32524" y="0"/>
                  </a:moveTo>
                  <a:cubicBezTo>
                    <a:pt x="27253" y="5304"/>
                    <a:pt x="2002" y="24017"/>
                    <a:pt x="1735" y="25819"/>
                  </a:cubicBezTo>
                  <a:cubicBezTo>
                    <a:pt x="1235" y="29355"/>
                    <a:pt x="1" y="42697"/>
                    <a:pt x="2235" y="52037"/>
                  </a:cubicBezTo>
                  <a:cubicBezTo>
                    <a:pt x="4504" y="61377"/>
                    <a:pt x="12576" y="71485"/>
                    <a:pt x="14077" y="73720"/>
                  </a:cubicBezTo>
                  <a:cubicBezTo>
                    <a:pt x="14878" y="74887"/>
                    <a:pt x="14711" y="77222"/>
                    <a:pt x="14377" y="79224"/>
                  </a:cubicBezTo>
                  <a:lnTo>
                    <a:pt x="20782" y="79224"/>
                  </a:lnTo>
                  <a:cubicBezTo>
                    <a:pt x="21116" y="77322"/>
                    <a:pt x="21116" y="75187"/>
                    <a:pt x="20215" y="73153"/>
                  </a:cubicBezTo>
                  <a:cubicBezTo>
                    <a:pt x="17880" y="67915"/>
                    <a:pt x="9274" y="56674"/>
                    <a:pt x="6772" y="50470"/>
                  </a:cubicBezTo>
                  <a:cubicBezTo>
                    <a:pt x="4270" y="44232"/>
                    <a:pt x="5271" y="39696"/>
                    <a:pt x="5271" y="39695"/>
                  </a:cubicBezTo>
                  <a:lnTo>
                    <a:pt x="5271" y="39695"/>
                  </a:lnTo>
                  <a:cubicBezTo>
                    <a:pt x="5271" y="39695"/>
                    <a:pt x="6046" y="40427"/>
                    <a:pt x="7694" y="40427"/>
                  </a:cubicBezTo>
                  <a:cubicBezTo>
                    <a:pt x="8534" y="40427"/>
                    <a:pt x="9601" y="40237"/>
                    <a:pt x="10908" y="39662"/>
                  </a:cubicBezTo>
                  <a:cubicBezTo>
                    <a:pt x="15912" y="37427"/>
                    <a:pt x="15078" y="35759"/>
                    <a:pt x="15078" y="35759"/>
                  </a:cubicBezTo>
                  <a:lnTo>
                    <a:pt x="15078" y="35759"/>
                  </a:lnTo>
                  <a:cubicBezTo>
                    <a:pt x="15078" y="35759"/>
                    <a:pt x="16818" y="37081"/>
                    <a:pt x="19289" y="37081"/>
                  </a:cubicBezTo>
                  <a:cubicBezTo>
                    <a:pt x="21751" y="37081"/>
                    <a:pt x="24940" y="35767"/>
                    <a:pt x="27854" y="30522"/>
                  </a:cubicBezTo>
                  <a:cubicBezTo>
                    <a:pt x="28401" y="31736"/>
                    <a:pt x="30414" y="32427"/>
                    <a:pt x="32760" y="32427"/>
                  </a:cubicBezTo>
                  <a:cubicBezTo>
                    <a:pt x="36280" y="32427"/>
                    <a:pt x="40549" y="30870"/>
                    <a:pt x="41730" y="27186"/>
                  </a:cubicBezTo>
                  <a:cubicBezTo>
                    <a:pt x="43698" y="21049"/>
                    <a:pt x="32524" y="0"/>
                    <a:pt x="3252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102">
              <a:extLst>
                <a:ext uri="{FF2B5EF4-FFF2-40B4-BE49-F238E27FC236}">
                  <a16:creationId xmlns:a16="http://schemas.microsoft.com/office/drawing/2014/main" id="{91EC2BC0-3937-FD49-E229-C186A70341B5}"/>
                </a:ext>
              </a:extLst>
            </p:cNvPr>
            <p:cNvSpPr/>
            <p:nvPr/>
          </p:nvSpPr>
          <p:spPr>
            <a:xfrm>
              <a:off x="5033775" y="3414225"/>
              <a:ext cx="126775" cy="242200"/>
            </a:xfrm>
            <a:custGeom>
              <a:avLst/>
              <a:gdLst/>
              <a:ahLst/>
              <a:cxnLst/>
              <a:rect l="l" t="t" r="r" b="b"/>
              <a:pathLst>
                <a:path w="5071" h="9688" extrusionOk="0">
                  <a:moveTo>
                    <a:pt x="4642" y="1"/>
                  </a:moveTo>
                  <a:cubicBezTo>
                    <a:pt x="4253" y="1"/>
                    <a:pt x="3869" y="32"/>
                    <a:pt x="3503" y="80"/>
                  </a:cubicBezTo>
                  <a:cubicBezTo>
                    <a:pt x="734" y="581"/>
                    <a:pt x="0" y="8386"/>
                    <a:pt x="0" y="8386"/>
                  </a:cubicBezTo>
                  <a:lnTo>
                    <a:pt x="1368" y="9687"/>
                  </a:lnTo>
                  <a:cubicBezTo>
                    <a:pt x="2835" y="5918"/>
                    <a:pt x="4170" y="2449"/>
                    <a:pt x="5070" y="14"/>
                  </a:cubicBezTo>
                  <a:cubicBezTo>
                    <a:pt x="4927" y="5"/>
                    <a:pt x="4784" y="1"/>
                    <a:pt x="46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102">
              <a:extLst>
                <a:ext uri="{FF2B5EF4-FFF2-40B4-BE49-F238E27FC236}">
                  <a16:creationId xmlns:a16="http://schemas.microsoft.com/office/drawing/2014/main" id="{FAD86B0A-18E4-946D-C686-E3327A6B7001}"/>
                </a:ext>
              </a:extLst>
            </p:cNvPr>
            <p:cNvSpPr/>
            <p:nvPr/>
          </p:nvSpPr>
          <p:spPr>
            <a:xfrm>
              <a:off x="3836250" y="3941600"/>
              <a:ext cx="586275" cy="773075"/>
            </a:xfrm>
            <a:custGeom>
              <a:avLst/>
              <a:gdLst/>
              <a:ahLst/>
              <a:cxnLst/>
              <a:rect l="l" t="t" r="r" b="b"/>
              <a:pathLst>
                <a:path w="23451" h="30923" extrusionOk="0">
                  <a:moveTo>
                    <a:pt x="18113" y="0"/>
                  </a:moveTo>
                  <a:cubicBezTo>
                    <a:pt x="15711" y="768"/>
                    <a:pt x="10775" y="3069"/>
                    <a:pt x="6271" y="9741"/>
                  </a:cubicBezTo>
                  <a:cubicBezTo>
                    <a:pt x="0" y="19081"/>
                    <a:pt x="4770" y="30923"/>
                    <a:pt x="4770" y="30923"/>
                  </a:cubicBezTo>
                  <a:cubicBezTo>
                    <a:pt x="4770" y="30923"/>
                    <a:pt x="5771" y="20815"/>
                    <a:pt x="10574" y="14511"/>
                  </a:cubicBezTo>
                  <a:cubicBezTo>
                    <a:pt x="14044" y="9974"/>
                    <a:pt x="20248" y="6472"/>
                    <a:pt x="23450" y="4904"/>
                  </a:cubicBezTo>
                  <a:cubicBezTo>
                    <a:pt x="23217" y="4837"/>
                    <a:pt x="22950" y="4770"/>
                    <a:pt x="22683" y="4670"/>
                  </a:cubicBezTo>
                  <a:cubicBezTo>
                    <a:pt x="20949" y="4103"/>
                    <a:pt x="19481" y="2435"/>
                    <a:pt x="1811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102">
              <a:extLst>
                <a:ext uri="{FF2B5EF4-FFF2-40B4-BE49-F238E27FC236}">
                  <a16:creationId xmlns:a16="http://schemas.microsoft.com/office/drawing/2014/main" id="{47B56FCA-ECAD-10EE-4744-D2E1881BE508}"/>
                </a:ext>
              </a:extLst>
            </p:cNvPr>
            <p:cNvSpPr/>
            <p:nvPr/>
          </p:nvSpPr>
          <p:spPr>
            <a:xfrm>
              <a:off x="2768725" y="3293700"/>
              <a:ext cx="1157600" cy="1147075"/>
            </a:xfrm>
            <a:custGeom>
              <a:avLst/>
              <a:gdLst/>
              <a:ahLst/>
              <a:cxnLst/>
              <a:rect l="l" t="t" r="r" b="b"/>
              <a:pathLst>
                <a:path w="46304" h="45883" extrusionOk="0">
                  <a:moveTo>
                    <a:pt x="33616" y="1"/>
                  </a:moveTo>
                  <a:cubicBezTo>
                    <a:pt x="31090" y="1"/>
                    <a:pt x="27566" y="1315"/>
                    <a:pt x="26290" y="3000"/>
                  </a:cubicBezTo>
                  <a:cubicBezTo>
                    <a:pt x="24688" y="5168"/>
                    <a:pt x="24021" y="8370"/>
                    <a:pt x="24021" y="8370"/>
                  </a:cubicBezTo>
                  <a:cubicBezTo>
                    <a:pt x="24021" y="8370"/>
                    <a:pt x="22177" y="6206"/>
                    <a:pt x="18801" y="6206"/>
                  </a:cubicBezTo>
                  <a:cubicBezTo>
                    <a:pt x="18405" y="6206"/>
                    <a:pt x="17988" y="6236"/>
                    <a:pt x="17550" y="6302"/>
                  </a:cubicBezTo>
                  <a:cubicBezTo>
                    <a:pt x="15115" y="6669"/>
                    <a:pt x="13681" y="8004"/>
                    <a:pt x="12680" y="11439"/>
                  </a:cubicBezTo>
                  <a:cubicBezTo>
                    <a:pt x="12517" y="12041"/>
                    <a:pt x="12140" y="12286"/>
                    <a:pt x="11680" y="12286"/>
                  </a:cubicBezTo>
                  <a:cubicBezTo>
                    <a:pt x="11198" y="12286"/>
                    <a:pt x="10624" y="12016"/>
                    <a:pt x="10111" y="11606"/>
                  </a:cubicBezTo>
                  <a:cubicBezTo>
                    <a:pt x="9591" y="11180"/>
                    <a:pt x="8637" y="10902"/>
                    <a:pt x="7544" y="10902"/>
                  </a:cubicBezTo>
                  <a:cubicBezTo>
                    <a:pt x="4361" y="10902"/>
                    <a:pt x="1" y="13259"/>
                    <a:pt x="1739" y="21180"/>
                  </a:cubicBezTo>
                  <a:cubicBezTo>
                    <a:pt x="2339" y="23882"/>
                    <a:pt x="5441" y="37525"/>
                    <a:pt x="5441" y="37525"/>
                  </a:cubicBezTo>
                  <a:cubicBezTo>
                    <a:pt x="5441" y="37525"/>
                    <a:pt x="7109" y="42695"/>
                    <a:pt x="9111" y="44863"/>
                  </a:cubicBezTo>
                  <a:cubicBezTo>
                    <a:pt x="9798" y="45585"/>
                    <a:pt x="10829" y="45882"/>
                    <a:pt x="11940" y="45882"/>
                  </a:cubicBezTo>
                  <a:cubicBezTo>
                    <a:pt x="14064" y="45882"/>
                    <a:pt x="16485" y="44799"/>
                    <a:pt x="17383" y="43529"/>
                  </a:cubicBezTo>
                  <a:cubicBezTo>
                    <a:pt x="18717" y="41561"/>
                    <a:pt x="17217" y="32189"/>
                    <a:pt x="17216" y="32188"/>
                  </a:cubicBezTo>
                  <a:lnTo>
                    <a:pt x="17216" y="32188"/>
                  </a:lnTo>
                  <a:cubicBezTo>
                    <a:pt x="17217" y="32188"/>
                    <a:pt x="18718" y="36958"/>
                    <a:pt x="21286" y="40694"/>
                  </a:cubicBezTo>
                  <a:cubicBezTo>
                    <a:pt x="22164" y="41942"/>
                    <a:pt x="23546" y="42474"/>
                    <a:pt x="24993" y="42474"/>
                  </a:cubicBezTo>
                  <a:cubicBezTo>
                    <a:pt x="27835" y="42474"/>
                    <a:pt x="30926" y="40422"/>
                    <a:pt x="30926" y="37725"/>
                  </a:cubicBezTo>
                  <a:cubicBezTo>
                    <a:pt x="30926" y="32922"/>
                    <a:pt x="26023" y="12075"/>
                    <a:pt x="26023" y="12073"/>
                  </a:cubicBezTo>
                  <a:lnTo>
                    <a:pt x="26023" y="12073"/>
                  </a:lnTo>
                  <a:lnTo>
                    <a:pt x="31927" y="26584"/>
                  </a:lnTo>
                  <a:cubicBezTo>
                    <a:pt x="31927" y="26584"/>
                    <a:pt x="35429" y="34523"/>
                    <a:pt x="37031" y="37358"/>
                  </a:cubicBezTo>
                  <a:cubicBezTo>
                    <a:pt x="37518" y="38270"/>
                    <a:pt x="38565" y="38659"/>
                    <a:pt x="39785" y="38659"/>
                  </a:cubicBezTo>
                  <a:cubicBezTo>
                    <a:pt x="42403" y="38659"/>
                    <a:pt x="45817" y="36865"/>
                    <a:pt x="46204" y="34589"/>
                  </a:cubicBezTo>
                  <a:cubicBezTo>
                    <a:pt x="46304" y="33722"/>
                    <a:pt x="42768" y="20079"/>
                    <a:pt x="42768" y="20079"/>
                  </a:cubicBezTo>
                  <a:cubicBezTo>
                    <a:pt x="42768" y="20079"/>
                    <a:pt x="38532" y="2033"/>
                    <a:pt x="35563" y="398"/>
                  </a:cubicBezTo>
                  <a:cubicBezTo>
                    <a:pt x="35070" y="124"/>
                    <a:pt x="34390" y="1"/>
                    <a:pt x="336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102">
              <a:extLst>
                <a:ext uri="{FF2B5EF4-FFF2-40B4-BE49-F238E27FC236}">
                  <a16:creationId xmlns:a16="http://schemas.microsoft.com/office/drawing/2014/main" id="{275CBFDB-D8E3-8CD1-2233-448A429E47E6}"/>
                </a:ext>
              </a:extLst>
            </p:cNvPr>
            <p:cNvSpPr/>
            <p:nvPr/>
          </p:nvSpPr>
          <p:spPr>
            <a:xfrm>
              <a:off x="3284175" y="4086000"/>
              <a:ext cx="221025" cy="220875"/>
            </a:xfrm>
            <a:custGeom>
              <a:avLst/>
              <a:gdLst/>
              <a:ahLst/>
              <a:cxnLst/>
              <a:rect l="l" t="t" r="r" b="b"/>
              <a:pathLst>
                <a:path w="8841" h="8835" extrusionOk="0">
                  <a:moveTo>
                    <a:pt x="4771" y="1"/>
                  </a:moveTo>
                  <a:cubicBezTo>
                    <a:pt x="4238" y="1"/>
                    <a:pt x="3640" y="163"/>
                    <a:pt x="2970" y="529"/>
                  </a:cubicBezTo>
                  <a:cubicBezTo>
                    <a:pt x="1" y="2163"/>
                    <a:pt x="3103" y="8835"/>
                    <a:pt x="3103" y="8835"/>
                  </a:cubicBezTo>
                  <a:lnTo>
                    <a:pt x="8840" y="7034"/>
                  </a:lnTo>
                  <a:cubicBezTo>
                    <a:pt x="8479" y="4085"/>
                    <a:pt x="7445" y="1"/>
                    <a:pt x="477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102">
              <a:extLst>
                <a:ext uri="{FF2B5EF4-FFF2-40B4-BE49-F238E27FC236}">
                  <a16:creationId xmlns:a16="http://schemas.microsoft.com/office/drawing/2014/main" id="{C2E4F9EB-E3D7-48BE-DC6A-81E2AD688A98}"/>
                </a:ext>
              </a:extLst>
            </p:cNvPr>
            <p:cNvSpPr/>
            <p:nvPr/>
          </p:nvSpPr>
          <p:spPr>
            <a:xfrm>
              <a:off x="2990650" y="4188525"/>
              <a:ext cx="186825" cy="214250"/>
            </a:xfrm>
            <a:custGeom>
              <a:avLst/>
              <a:gdLst/>
              <a:ahLst/>
              <a:cxnLst/>
              <a:rect l="l" t="t" r="r" b="b"/>
              <a:pathLst>
                <a:path w="7473" h="8570" extrusionOk="0">
                  <a:moveTo>
                    <a:pt x="3502" y="0"/>
                  </a:moveTo>
                  <a:cubicBezTo>
                    <a:pt x="2342" y="0"/>
                    <a:pt x="1192" y="735"/>
                    <a:pt x="701" y="1765"/>
                  </a:cubicBezTo>
                  <a:cubicBezTo>
                    <a:pt x="0" y="3199"/>
                    <a:pt x="734" y="7436"/>
                    <a:pt x="2068" y="8570"/>
                  </a:cubicBezTo>
                  <a:cubicBezTo>
                    <a:pt x="2969" y="7603"/>
                    <a:pt x="7472" y="6935"/>
                    <a:pt x="7472" y="6935"/>
                  </a:cubicBezTo>
                  <a:cubicBezTo>
                    <a:pt x="7472" y="6935"/>
                    <a:pt x="6505" y="1398"/>
                    <a:pt x="4937" y="431"/>
                  </a:cubicBezTo>
                  <a:cubicBezTo>
                    <a:pt x="4490" y="133"/>
                    <a:pt x="3995" y="0"/>
                    <a:pt x="35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102">
              <a:extLst>
                <a:ext uri="{FF2B5EF4-FFF2-40B4-BE49-F238E27FC236}">
                  <a16:creationId xmlns:a16="http://schemas.microsoft.com/office/drawing/2014/main" id="{6C0C62D9-BB7F-91FD-1784-043DEE1F7AE9}"/>
                </a:ext>
              </a:extLst>
            </p:cNvPr>
            <p:cNvSpPr/>
            <p:nvPr/>
          </p:nvSpPr>
          <p:spPr>
            <a:xfrm>
              <a:off x="3666950" y="4014500"/>
              <a:ext cx="206000" cy="212325"/>
            </a:xfrm>
            <a:custGeom>
              <a:avLst/>
              <a:gdLst/>
              <a:ahLst/>
              <a:cxnLst/>
              <a:rect l="l" t="t" r="r" b="b"/>
              <a:pathLst>
                <a:path w="8240" h="8493" extrusionOk="0">
                  <a:moveTo>
                    <a:pt x="3454" y="0"/>
                  </a:moveTo>
                  <a:cubicBezTo>
                    <a:pt x="2826" y="0"/>
                    <a:pt x="2242" y="380"/>
                    <a:pt x="1769" y="1221"/>
                  </a:cubicBezTo>
                  <a:cubicBezTo>
                    <a:pt x="1" y="4323"/>
                    <a:pt x="2869" y="8493"/>
                    <a:pt x="2869" y="8493"/>
                  </a:cubicBezTo>
                  <a:lnTo>
                    <a:pt x="8240" y="6891"/>
                  </a:lnTo>
                  <a:cubicBezTo>
                    <a:pt x="7214" y="2838"/>
                    <a:pt x="5170" y="0"/>
                    <a:pt x="345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102">
              <a:extLst>
                <a:ext uri="{FF2B5EF4-FFF2-40B4-BE49-F238E27FC236}">
                  <a16:creationId xmlns:a16="http://schemas.microsoft.com/office/drawing/2014/main" id="{F0A53AB2-A065-0EB4-02A5-56BE03596884}"/>
                </a:ext>
              </a:extLst>
            </p:cNvPr>
            <p:cNvSpPr/>
            <p:nvPr/>
          </p:nvSpPr>
          <p:spPr>
            <a:xfrm>
              <a:off x="3802875" y="3102725"/>
              <a:ext cx="217700" cy="31650"/>
            </a:xfrm>
            <a:custGeom>
              <a:avLst/>
              <a:gdLst/>
              <a:ahLst/>
              <a:cxnLst/>
              <a:rect l="l" t="t" r="r" b="b"/>
              <a:pathLst>
                <a:path w="8708" h="1266" extrusionOk="0">
                  <a:moveTo>
                    <a:pt x="5348" y="0"/>
                  </a:moveTo>
                  <a:cubicBezTo>
                    <a:pt x="2660" y="0"/>
                    <a:pt x="1" y="1266"/>
                    <a:pt x="1" y="1266"/>
                  </a:cubicBezTo>
                  <a:lnTo>
                    <a:pt x="8707" y="965"/>
                  </a:lnTo>
                  <a:cubicBezTo>
                    <a:pt x="7734" y="248"/>
                    <a:pt x="6538" y="0"/>
                    <a:pt x="534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102">
              <a:extLst>
                <a:ext uri="{FF2B5EF4-FFF2-40B4-BE49-F238E27FC236}">
                  <a16:creationId xmlns:a16="http://schemas.microsoft.com/office/drawing/2014/main" id="{0313B0D6-5F61-37FE-77D1-E3C67EF215E5}"/>
                </a:ext>
              </a:extLst>
            </p:cNvPr>
            <p:cNvSpPr/>
            <p:nvPr/>
          </p:nvSpPr>
          <p:spPr>
            <a:xfrm>
              <a:off x="3765350" y="2555350"/>
              <a:ext cx="163475" cy="28625"/>
            </a:xfrm>
            <a:custGeom>
              <a:avLst/>
              <a:gdLst/>
              <a:ahLst/>
              <a:cxnLst/>
              <a:rect l="l" t="t" r="r" b="b"/>
              <a:pathLst>
                <a:path w="6539" h="1145" extrusionOk="0">
                  <a:moveTo>
                    <a:pt x="3420" y="1"/>
                  </a:moveTo>
                  <a:cubicBezTo>
                    <a:pt x="1309" y="1"/>
                    <a:pt x="1" y="1145"/>
                    <a:pt x="1" y="1145"/>
                  </a:cubicBezTo>
                  <a:lnTo>
                    <a:pt x="6539" y="811"/>
                  </a:lnTo>
                  <a:cubicBezTo>
                    <a:pt x="5378" y="211"/>
                    <a:pt x="4325" y="1"/>
                    <a:pt x="3420" y="1"/>
                  </a:cubicBezTo>
                  <a:close/>
                </a:path>
              </a:pathLst>
            </a:custGeom>
            <a:solidFill>
              <a:srgbClr val="ED9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102">
              <a:extLst>
                <a:ext uri="{FF2B5EF4-FFF2-40B4-BE49-F238E27FC236}">
                  <a16:creationId xmlns:a16="http://schemas.microsoft.com/office/drawing/2014/main" id="{E276AFC0-3992-37D8-2A8A-080B1BFEA9C5}"/>
                </a:ext>
              </a:extLst>
            </p:cNvPr>
            <p:cNvSpPr/>
            <p:nvPr/>
          </p:nvSpPr>
          <p:spPr>
            <a:xfrm>
              <a:off x="3753675" y="2167825"/>
              <a:ext cx="140125" cy="245200"/>
            </a:xfrm>
            <a:custGeom>
              <a:avLst/>
              <a:gdLst/>
              <a:ahLst/>
              <a:cxnLst/>
              <a:rect l="l" t="t" r="r" b="b"/>
              <a:pathLst>
                <a:path w="5605" h="9808" extrusionOk="0">
                  <a:moveTo>
                    <a:pt x="2803" y="1"/>
                  </a:moveTo>
                  <a:cubicBezTo>
                    <a:pt x="2803" y="1"/>
                    <a:pt x="1" y="5471"/>
                    <a:pt x="1" y="7006"/>
                  </a:cubicBezTo>
                  <a:cubicBezTo>
                    <a:pt x="1" y="8540"/>
                    <a:pt x="1235" y="9808"/>
                    <a:pt x="2803" y="9808"/>
                  </a:cubicBezTo>
                  <a:cubicBezTo>
                    <a:pt x="4337" y="9808"/>
                    <a:pt x="5605" y="8540"/>
                    <a:pt x="5572" y="7006"/>
                  </a:cubicBezTo>
                  <a:cubicBezTo>
                    <a:pt x="5572" y="5471"/>
                    <a:pt x="2803" y="1"/>
                    <a:pt x="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102">
              <a:extLst>
                <a:ext uri="{FF2B5EF4-FFF2-40B4-BE49-F238E27FC236}">
                  <a16:creationId xmlns:a16="http://schemas.microsoft.com/office/drawing/2014/main" id="{F58148A2-F30A-CF62-1E3D-2085BE45CCF2}"/>
                </a:ext>
              </a:extLst>
            </p:cNvPr>
            <p:cNvSpPr/>
            <p:nvPr/>
          </p:nvSpPr>
          <p:spPr>
            <a:xfrm>
              <a:off x="3565225" y="2010225"/>
              <a:ext cx="517875" cy="517050"/>
            </a:xfrm>
            <a:custGeom>
              <a:avLst/>
              <a:gdLst/>
              <a:ahLst/>
              <a:cxnLst/>
              <a:rect l="l" t="t" r="r" b="b"/>
              <a:pathLst>
                <a:path w="20715" h="20682" extrusionOk="0">
                  <a:moveTo>
                    <a:pt x="10341" y="1768"/>
                  </a:moveTo>
                  <a:cubicBezTo>
                    <a:pt x="15078" y="1768"/>
                    <a:pt x="18914" y="5637"/>
                    <a:pt x="18914" y="10341"/>
                  </a:cubicBezTo>
                  <a:cubicBezTo>
                    <a:pt x="18914" y="15111"/>
                    <a:pt x="15044" y="18914"/>
                    <a:pt x="10341" y="18914"/>
                  </a:cubicBezTo>
                  <a:cubicBezTo>
                    <a:pt x="5571" y="18914"/>
                    <a:pt x="1735" y="15044"/>
                    <a:pt x="1735" y="10341"/>
                  </a:cubicBezTo>
                  <a:cubicBezTo>
                    <a:pt x="1735" y="5571"/>
                    <a:pt x="5604" y="1768"/>
                    <a:pt x="10341" y="1768"/>
                  </a:cubicBezTo>
                  <a:close/>
                  <a:moveTo>
                    <a:pt x="10341" y="0"/>
                  </a:moveTo>
                  <a:cubicBezTo>
                    <a:pt x="4603" y="0"/>
                    <a:pt x="0" y="4637"/>
                    <a:pt x="0" y="10341"/>
                  </a:cubicBezTo>
                  <a:cubicBezTo>
                    <a:pt x="0" y="16045"/>
                    <a:pt x="4603" y="20682"/>
                    <a:pt x="10341" y="20682"/>
                  </a:cubicBezTo>
                  <a:cubicBezTo>
                    <a:pt x="16045" y="20682"/>
                    <a:pt x="20715" y="16045"/>
                    <a:pt x="20648" y="10341"/>
                  </a:cubicBezTo>
                  <a:cubicBezTo>
                    <a:pt x="20648" y="4637"/>
                    <a:pt x="16045" y="0"/>
                    <a:pt x="103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102">
              <a:extLst>
                <a:ext uri="{FF2B5EF4-FFF2-40B4-BE49-F238E27FC236}">
                  <a16:creationId xmlns:a16="http://schemas.microsoft.com/office/drawing/2014/main" id="{167CE4D9-256D-DA40-943A-4D0982682C65}"/>
                </a:ext>
              </a:extLst>
            </p:cNvPr>
            <p:cNvSpPr/>
            <p:nvPr/>
          </p:nvSpPr>
          <p:spPr>
            <a:xfrm>
              <a:off x="3455150" y="1900975"/>
              <a:ext cx="737200" cy="735550"/>
            </a:xfrm>
            <a:custGeom>
              <a:avLst/>
              <a:gdLst/>
              <a:ahLst/>
              <a:cxnLst/>
              <a:rect l="l" t="t" r="r" b="b"/>
              <a:pathLst>
                <a:path w="29488" h="29422" extrusionOk="0">
                  <a:moveTo>
                    <a:pt x="14744" y="2502"/>
                  </a:moveTo>
                  <a:cubicBezTo>
                    <a:pt x="21482" y="2502"/>
                    <a:pt x="26953" y="8006"/>
                    <a:pt x="26953" y="14711"/>
                  </a:cubicBezTo>
                  <a:cubicBezTo>
                    <a:pt x="26953" y="21482"/>
                    <a:pt x="21482" y="26920"/>
                    <a:pt x="14744" y="26920"/>
                  </a:cubicBezTo>
                  <a:cubicBezTo>
                    <a:pt x="7972" y="26920"/>
                    <a:pt x="2502" y="21416"/>
                    <a:pt x="2502" y="14711"/>
                  </a:cubicBezTo>
                  <a:cubicBezTo>
                    <a:pt x="2502" y="7973"/>
                    <a:pt x="8006" y="2502"/>
                    <a:pt x="14744" y="2502"/>
                  </a:cubicBezTo>
                  <a:close/>
                  <a:moveTo>
                    <a:pt x="14744" y="0"/>
                  </a:moveTo>
                  <a:cubicBezTo>
                    <a:pt x="6638" y="0"/>
                    <a:pt x="0" y="6572"/>
                    <a:pt x="0" y="14711"/>
                  </a:cubicBezTo>
                  <a:cubicBezTo>
                    <a:pt x="0" y="22817"/>
                    <a:pt x="6605" y="29421"/>
                    <a:pt x="14744" y="29421"/>
                  </a:cubicBezTo>
                  <a:cubicBezTo>
                    <a:pt x="22850" y="29421"/>
                    <a:pt x="29488" y="22850"/>
                    <a:pt x="29454" y="14711"/>
                  </a:cubicBezTo>
                  <a:cubicBezTo>
                    <a:pt x="29454" y="6638"/>
                    <a:pt x="22816" y="0"/>
                    <a:pt x="147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102">
              <a:extLst>
                <a:ext uri="{FF2B5EF4-FFF2-40B4-BE49-F238E27FC236}">
                  <a16:creationId xmlns:a16="http://schemas.microsoft.com/office/drawing/2014/main" id="{B337F4E3-ECD5-60ED-556B-A722E0FAC312}"/>
                </a:ext>
              </a:extLst>
            </p:cNvPr>
            <p:cNvSpPr/>
            <p:nvPr/>
          </p:nvSpPr>
          <p:spPr>
            <a:xfrm>
              <a:off x="3073850" y="3667775"/>
              <a:ext cx="141650" cy="437525"/>
            </a:xfrm>
            <a:custGeom>
              <a:avLst/>
              <a:gdLst/>
              <a:ahLst/>
              <a:cxnLst/>
              <a:rect l="l" t="t" r="r" b="b"/>
              <a:pathLst>
                <a:path w="5666" h="17501" extrusionOk="0">
                  <a:moveTo>
                    <a:pt x="496" y="1"/>
                  </a:moveTo>
                  <a:cubicBezTo>
                    <a:pt x="258" y="1"/>
                    <a:pt x="0" y="207"/>
                    <a:pt x="41" y="513"/>
                  </a:cubicBezTo>
                  <a:cubicBezTo>
                    <a:pt x="575" y="3348"/>
                    <a:pt x="1175" y="6217"/>
                    <a:pt x="1943" y="9019"/>
                  </a:cubicBezTo>
                  <a:cubicBezTo>
                    <a:pt x="2343" y="10386"/>
                    <a:pt x="2743" y="11754"/>
                    <a:pt x="3210" y="13122"/>
                  </a:cubicBezTo>
                  <a:cubicBezTo>
                    <a:pt x="3677" y="14489"/>
                    <a:pt x="4044" y="15924"/>
                    <a:pt x="4678" y="17225"/>
                  </a:cubicBezTo>
                  <a:cubicBezTo>
                    <a:pt x="4747" y="17420"/>
                    <a:pt x="4891" y="17500"/>
                    <a:pt x="5044" y="17500"/>
                  </a:cubicBezTo>
                  <a:cubicBezTo>
                    <a:pt x="5337" y="17500"/>
                    <a:pt x="5666" y="17208"/>
                    <a:pt x="5578" y="16858"/>
                  </a:cubicBezTo>
                  <a:cubicBezTo>
                    <a:pt x="5212" y="15457"/>
                    <a:pt x="4678" y="14122"/>
                    <a:pt x="4211" y="12755"/>
                  </a:cubicBezTo>
                  <a:cubicBezTo>
                    <a:pt x="3744" y="11387"/>
                    <a:pt x="3377" y="9986"/>
                    <a:pt x="2977" y="8618"/>
                  </a:cubicBezTo>
                  <a:cubicBezTo>
                    <a:pt x="2176" y="5883"/>
                    <a:pt x="1409" y="3081"/>
                    <a:pt x="842" y="279"/>
                  </a:cubicBezTo>
                  <a:cubicBezTo>
                    <a:pt x="790" y="84"/>
                    <a:pt x="647" y="1"/>
                    <a:pt x="4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102">
              <a:extLst>
                <a:ext uri="{FF2B5EF4-FFF2-40B4-BE49-F238E27FC236}">
                  <a16:creationId xmlns:a16="http://schemas.microsoft.com/office/drawing/2014/main" id="{CF1B171E-75D2-7321-5412-5F4602CAD4C5}"/>
                </a:ext>
              </a:extLst>
            </p:cNvPr>
            <p:cNvSpPr/>
            <p:nvPr/>
          </p:nvSpPr>
          <p:spPr>
            <a:xfrm>
              <a:off x="3393575" y="3551875"/>
              <a:ext cx="52425" cy="110900"/>
            </a:xfrm>
            <a:custGeom>
              <a:avLst/>
              <a:gdLst/>
              <a:ahLst/>
              <a:cxnLst/>
              <a:rect l="l" t="t" r="r" b="b"/>
              <a:pathLst>
                <a:path w="2097" h="4436" extrusionOk="0">
                  <a:moveTo>
                    <a:pt x="499" y="0"/>
                  </a:moveTo>
                  <a:cubicBezTo>
                    <a:pt x="263" y="0"/>
                    <a:pt x="0" y="206"/>
                    <a:pt x="61" y="512"/>
                  </a:cubicBezTo>
                  <a:cubicBezTo>
                    <a:pt x="195" y="1179"/>
                    <a:pt x="395" y="1846"/>
                    <a:pt x="595" y="2447"/>
                  </a:cubicBezTo>
                  <a:cubicBezTo>
                    <a:pt x="662" y="2747"/>
                    <a:pt x="795" y="3080"/>
                    <a:pt x="929" y="3381"/>
                  </a:cubicBezTo>
                  <a:cubicBezTo>
                    <a:pt x="962" y="3547"/>
                    <a:pt x="1062" y="3681"/>
                    <a:pt x="1095" y="3848"/>
                  </a:cubicBezTo>
                  <a:cubicBezTo>
                    <a:pt x="1195" y="4048"/>
                    <a:pt x="1296" y="4181"/>
                    <a:pt x="1462" y="4348"/>
                  </a:cubicBezTo>
                  <a:cubicBezTo>
                    <a:pt x="1513" y="4408"/>
                    <a:pt x="1587" y="4435"/>
                    <a:pt x="1666" y="4435"/>
                  </a:cubicBezTo>
                  <a:cubicBezTo>
                    <a:pt x="1848" y="4435"/>
                    <a:pt x="2053" y="4291"/>
                    <a:pt x="2029" y="4081"/>
                  </a:cubicBezTo>
                  <a:cubicBezTo>
                    <a:pt x="2096" y="3948"/>
                    <a:pt x="2096" y="3748"/>
                    <a:pt x="2029" y="3648"/>
                  </a:cubicBezTo>
                  <a:cubicBezTo>
                    <a:pt x="1963" y="3481"/>
                    <a:pt x="1896" y="3347"/>
                    <a:pt x="1796" y="3180"/>
                  </a:cubicBezTo>
                  <a:cubicBezTo>
                    <a:pt x="1662" y="2847"/>
                    <a:pt x="1562" y="2547"/>
                    <a:pt x="1429" y="2213"/>
                  </a:cubicBezTo>
                  <a:cubicBezTo>
                    <a:pt x="1229" y="1579"/>
                    <a:pt x="1029" y="979"/>
                    <a:pt x="829" y="278"/>
                  </a:cubicBezTo>
                  <a:cubicBezTo>
                    <a:pt x="790" y="84"/>
                    <a:pt x="650" y="0"/>
                    <a:pt x="4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102">
              <a:extLst>
                <a:ext uri="{FF2B5EF4-FFF2-40B4-BE49-F238E27FC236}">
                  <a16:creationId xmlns:a16="http://schemas.microsoft.com/office/drawing/2014/main" id="{1D011F47-D9A7-22CB-5D82-36D38B5E3AB3}"/>
                </a:ext>
              </a:extLst>
            </p:cNvPr>
            <p:cNvSpPr/>
            <p:nvPr/>
          </p:nvSpPr>
          <p:spPr>
            <a:xfrm>
              <a:off x="3538975" y="3617475"/>
              <a:ext cx="186375" cy="86025"/>
            </a:xfrm>
            <a:custGeom>
              <a:avLst/>
              <a:gdLst/>
              <a:ahLst/>
              <a:cxnLst/>
              <a:rect l="l" t="t" r="r" b="b"/>
              <a:pathLst>
                <a:path w="7455" h="3441" extrusionOk="0">
                  <a:moveTo>
                    <a:pt x="6963" y="1"/>
                  </a:moveTo>
                  <a:cubicBezTo>
                    <a:pt x="6748" y="1"/>
                    <a:pt x="6518" y="72"/>
                    <a:pt x="6287" y="123"/>
                  </a:cubicBezTo>
                  <a:cubicBezTo>
                    <a:pt x="5987" y="223"/>
                    <a:pt x="5653" y="290"/>
                    <a:pt x="5387" y="390"/>
                  </a:cubicBezTo>
                  <a:cubicBezTo>
                    <a:pt x="4753" y="590"/>
                    <a:pt x="4152" y="790"/>
                    <a:pt x="3585" y="1057"/>
                  </a:cubicBezTo>
                  <a:cubicBezTo>
                    <a:pt x="2418" y="1557"/>
                    <a:pt x="1284" y="2224"/>
                    <a:pt x="250" y="2925"/>
                  </a:cubicBezTo>
                  <a:cubicBezTo>
                    <a:pt x="1" y="3091"/>
                    <a:pt x="142" y="3441"/>
                    <a:pt x="350" y="3441"/>
                  </a:cubicBezTo>
                  <a:cubicBezTo>
                    <a:pt x="392" y="3441"/>
                    <a:pt x="438" y="3426"/>
                    <a:pt x="483" y="3392"/>
                  </a:cubicBezTo>
                  <a:cubicBezTo>
                    <a:pt x="1551" y="2725"/>
                    <a:pt x="2618" y="2124"/>
                    <a:pt x="3752" y="1691"/>
                  </a:cubicBezTo>
                  <a:cubicBezTo>
                    <a:pt x="4286" y="1457"/>
                    <a:pt x="4820" y="1257"/>
                    <a:pt x="5420" y="1057"/>
                  </a:cubicBezTo>
                  <a:cubicBezTo>
                    <a:pt x="5720" y="957"/>
                    <a:pt x="5987" y="890"/>
                    <a:pt x="6321" y="790"/>
                  </a:cubicBezTo>
                  <a:cubicBezTo>
                    <a:pt x="6621" y="723"/>
                    <a:pt x="6954" y="690"/>
                    <a:pt x="7155" y="523"/>
                  </a:cubicBezTo>
                  <a:cubicBezTo>
                    <a:pt x="7421" y="390"/>
                    <a:pt x="7455" y="56"/>
                    <a:pt x="7155" y="23"/>
                  </a:cubicBezTo>
                  <a:cubicBezTo>
                    <a:pt x="7093" y="7"/>
                    <a:pt x="7029" y="1"/>
                    <a:pt x="696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102">
              <a:extLst>
                <a:ext uri="{FF2B5EF4-FFF2-40B4-BE49-F238E27FC236}">
                  <a16:creationId xmlns:a16="http://schemas.microsoft.com/office/drawing/2014/main" id="{1699550A-DB6E-389D-8D00-60BBF6F0EF16}"/>
                </a:ext>
              </a:extLst>
            </p:cNvPr>
            <p:cNvSpPr/>
            <p:nvPr/>
          </p:nvSpPr>
          <p:spPr>
            <a:xfrm>
              <a:off x="3566875" y="3605525"/>
              <a:ext cx="65925" cy="36625"/>
            </a:xfrm>
            <a:custGeom>
              <a:avLst/>
              <a:gdLst/>
              <a:ahLst/>
              <a:cxnLst/>
              <a:rect l="l" t="t" r="r" b="b"/>
              <a:pathLst>
                <a:path w="2637" h="1465" extrusionOk="0">
                  <a:moveTo>
                    <a:pt x="2303" y="0"/>
                  </a:moveTo>
                  <a:cubicBezTo>
                    <a:pt x="2136" y="0"/>
                    <a:pt x="1936" y="0"/>
                    <a:pt x="1769" y="67"/>
                  </a:cubicBezTo>
                  <a:cubicBezTo>
                    <a:pt x="1602" y="100"/>
                    <a:pt x="1469" y="201"/>
                    <a:pt x="1302" y="234"/>
                  </a:cubicBezTo>
                  <a:cubicBezTo>
                    <a:pt x="968" y="367"/>
                    <a:pt x="668" y="501"/>
                    <a:pt x="334" y="601"/>
                  </a:cubicBezTo>
                  <a:cubicBezTo>
                    <a:pt x="201" y="634"/>
                    <a:pt x="134" y="701"/>
                    <a:pt x="101" y="801"/>
                  </a:cubicBezTo>
                  <a:cubicBezTo>
                    <a:pt x="34" y="901"/>
                    <a:pt x="1" y="1034"/>
                    <a:pt x="34" y="1135"/>
                  </a:cubicBezTo>
                  <a:cubicBezTo>
                    <a:pt x="114" y="1321"/>
                    <a:pt x="257" y="1464"/>
                    <a:pt x="447" y="1464"/>
                  </a:cubicBezTo>
                  <a:cubicBezTo>
                    <a:pt x="496" y="1464"/>
                    <a:pt x="547" y="1455"/>
                    <a:pt x="601" y="1435"/>
                  </a:cubicBezTo>
                  <a:cubicBezTo>
                    <a:pt x="935" y="1301"/>
                    <a:pt x="1202" y="1201"/>
                    <a:pt x="1535" y="1068"/>
                  </a:cubicBezTo>
                  <a:cubicBezTo>
                    <a:pt x="1702" y="1034"/>
                    <a:pt x="1836" y="934"/>
                    <a:pt x="2002" y="901"/>
                  </a:cubicBezTo>
                  <a:cubicBezTo>
                    <a:pt x="2136" y="868"/>
                    <a:pt x="2202" y="834"/>
                    <a:pt x="2303" y="734"/>
                  </a:cubicBezTo>
                  <a:cubicBezTo>
                    <a:pt x="2369" y="701"/>
                    <a:pt x="2436" y="668"/>
                    <a:pt x="2503" y="567"/>
                  </a:cubicBezTo>
                  <a:cubicBezTo>
                    <a:pt x="2536" y="501"/>
                    <a:pt x="2636" y="367"/>
                    <a:pt x="2603" y="234"/>
                  </a:cubicBezTo>
                  <a:cubicBezTo>
                    <a:pt x="2536" y="100"/>
                    <a:pt x="2436" y="0"/>
                    <a:pt x="23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102">
              <a:extLst>
                <a:ext uri="{FF2B5EF4-FFF2-40B4-BE49-F238E27FC236}">
                  <a16:creationId xmlns:a16="http://schemas.microsoft.com/office/drawing/2014/main" id="{E272CDD2-94B1-0888-8A5A-B0E3BD6993EB}"/>
                </a:ext>
              </a:extLst>
            </p:cNvPr>
            <p:cNvSpPr/>
            <p:nvPr/>
          </p:nvSpPr>
          <p:spPr>
            <a:xfrm>
              <a:off x="3199950" y="3778150"/>
              <a:ext cx="144300" cy="70025"/>
            </a:xfrm>
            <a:custGeom>
              <a:avLst/>
              <a:gdLst/>
              <a:ahLst/>
              <a:cxnLst/>
              <a:rect l="l" t="t" r="r" b="b"/>
              <a:pathLst>
                <a:path w="5772" h="2801" extrusionOk="0">
                  <a:moveTo>
                    <a:pt x="5271" y="0"/>
                  </a:moveTo>
                  <a:cubicBezTo>
                    <a:pt x="4804" y="100"/>
                    <a:pt x="4437" y="267"/>
                    <a:pt x="3970" y="434"/>
                  </a:cubicBezTo>
                  <a:cubicBezTo>
                    <a:pt x="3537" y="601"/>
                    <a:pt x="3136" y="801"/>
                    <a:pt x="2703" y="968"/>
                  </a:cubicBezTo>
                  <a:cubicBezTo>
                    <a:pt x="1869" y="1335"/>
                    <a:pt x="1102" y="1668"/>
                    <a:pt x="268" y="2035"/>
                  </a:cubicBezTo>
                  <a:cubicBezTo>
                    <a:pt x="34" y="2135"/>
                    <a:pt x="1" y="2435"/>
                    <a:pt x="101" y="2602"/>
                  </a:cubicBezTo>
                  <a:cubicBezTo>
                    <a:pt x="171" y="2742"/>
                    <a:pt x="321" y="2800"/>
                    <a:pt x="463" y="2800"/>
                  </a:cubicBezTo>
                  <a:cubicBezTo>
                    <a:pt x="524" y="2800"/>
                    <a:pt x="584" y="2789"/>
                    <a:pt x="635" y="2769"/>
                  </a:cubicBezTo>
                  <a:cubicBezTo>
                    <a:pt x="1468" y="2369"/>
                    <a:pt x="2269" y="2035"/>
                    <a:pt x="3103" y="1668"/>
                  </a:cubicBezTo>
                  <a:cubicBezTo>
                    <a:pt x="3870" y="1301"/>
                    <a:pt x="4804" y="1034"/>
                    <a:pt x="5471" y="467"/>
                  </a:cubicBezTo>
                  <a:cubicBezTo>
                    <a:pt x="5772" y="301"/>
                    <a:pt x="5505" y="0"/>
                    <a:pt x="52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102">
              <a:extLst>
                <a:ext uri="{FF2B5EF4-FFF2-40B4-BE49-F238E27FC236}">
                  <a16:creationId xmlns:a16="http://schemas.microsoft.com/office/drawing/2014/main" id="{130A9E24-7C91-0B40-DA1A-550B1C1AE5A4}"/>
                </a:ext>
              </a:extLst>
            </p:cNvPr>
            <p:cNvSpPr/>
            <p:nvPr/>
          </p:nvSpPr>
          <p:spPr>
            <a:xfrm>
              <a:off x="3224150" y="3732275"/>
              <a:ext cx="38375" cy="25400"/>
            </a:xfrm>
            <a:custGeom>
              <a:avLst/>
              <a:gdLst/>
              <a:ahLst/>
              <a:cxnLst/>
              <a:rect l="l" t="t" r="r" b="b"/>
              <a:pathLst>
                <a:path w="1535" h="1016" extrusionOk="0">
                  <a:moveTo>
                    <a:pt x="1034" y="1"/>
                  </a:moveTo>
                  <a:cubicBezTo>
                    <a:pt x="967" y="1"/>
                    <a:pt x="834" y="1"/>
                    <a:pt x="734" y="34"/>
                  </a:cubicBezTo>
                  <a:cubicBezTo>
                    <a:pt x="634" y="101"/>
                    <a:pt x="500" y="134"/>
                    <a:pt x="334" y="168"/>
                  </a:cubicBezTo>
                  <a:cubicBezTo>
                    <a:pt x="234" y="201"/>
                    <a:pt x="134" y="268"/>
                    <a:pt x="67" y="368"/>
                  </a:cubicBezTo>
                  <a:cubicBezTo>
                    <a:pt x="33" y="468"/>
                    <a:pt x="0" y="601"/>
                    <a:pt x="33" y="701"/>
                  </a:cubicBezTo>
                  <a:cubicBezTo>
                    <a:pt x="67" y="801"/>
                    <a:pt x="134" y="935"/>
                    <a:pt x="234" y="968"/>
                  </a:cubicBezTo>
                  <a:cubicBezTo>
                    <a:pt x="304" y="992"/>
                    <a:pt x="392" y="1015"/>
                    <a:pt x="472" y="1015"/>
                  </a:cubicBezTo>
                  <a:cubicBezTo>
                    <a:pt x="506" y="1015"/>
                    <a:pt x="538" y="1011"/>
                    <a:pt x="567" y="1001"/>
                  </a:cubicBezTo>
                  <a:cubicBezTo>
                    <a:pt x="701" y="968"/>
                    <a:pt x="834" y="935"/>
                    <a:pt x="1001" y="868"/>
                  </a:cubicBezTo>
                  <a:cubicBezTo>
                    <a:pt x="1034" y="868"/>
                    <a:pt x="1068" y="868"/>
                    <a:pt x="1068" y="835"/>
                  </a:cubicBezTo>
                  <a:cubicBezTo>
                    <a:pt x="1168" y="835"/>
                    <a:pt x="1201" y="801"/>
                    <a:pt x="1234" y="768"/>
                  </a:cubicBezTo>
                  <a:cubicBezTo>
                    <a:pt x="1301" y="768"/>
                    <a:pt x="1301" y="701"/>
                    <a:pt x="1334" y="701"/>
                  </a:cubicBezTo>
                  <a:cubicBezTo>
                    <a:pt x="1401" y="668"/>
                    <a:pt x="1501" y="601"/>
                    <a:pt x="1535" y="468"/>
                  </a:cubicBezTo>
                  <a:cubicBezTo>
                    <a:pt x="1535" y="368"/>
                    <a:pt x="1501" y="201"/>
                    <a:pt x="1401" y="134"/>
                  </a:cubicBezTo>
                  <a:lnTo>
                    <a:pt x="1334" y="34"/>
                  </a:lnTo>
                  <a:cubicBezTo>
                    <a:pt x="1301" y="1"/>
                    <a:pt x="1201" y="1"/>
                    <a:pt x="11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102">
              <a:extLst>
                <a:ext uri="{FF2B5EF4-FFF2-40B4-BE49-F238E27FC236}">
                  <a16:creationId xmlns:a16="http://schemas.microsoft.com/office/drawing/2014/main" id="{BC47F627-D82F-8A60-7132-CF60341067C4}"/>
                </a:ext>
              </a:extLst>
            </p:cNvPr>
            <p:cNvSpPr/>
            <p:nvPr/>
          </p:nvSpPr>
          <p:spPr>
            <a:xfrm>
              <a:off x="2952275" y="3848875"/>
              <a:ext cx="106200" cy="41950"/>
            </a:xfrm>
            <a:custGeom>
              <a:avLst/>
              <a:gdLst/>
              <a:ahLst/>
              <a:cxnLst/>
              <a:rect l="l" t="t" r="r" b="b"/>
              <a:pathLst>
                <a:path w="4248" h="1678" extrusionOk="0">
                  <a:moveTo>
                    <a:pt x="3742" y="1"/>
                  </a:moveTo>
                  <a:cubicBezTo>
                    <a:pt x="3719" y="1"/>
                    <a:pt x="3695" y="3"/>
                    <a:pt x="3670" y="7"/>
                  </a:cubicBezTo>
                  <a:cubicBezTo>
                    <a:pt x="3370" y="40"/>
                    <a:pt x="3103" y="174"/>
                    <a:pt x="2836" y="274"/>
                  </a:cubicBezTo>
                  <a:cubicBezTo>
                    <a:pt x="2569" y="340"/>
                    <a:pt x="2269" y="440"/>
                    <a:pt x="2035" y="507"/>
                  </a:cubicBezTo>
                  <a:cubicBezTo>
                    <a:pt x="1502" y="674"/>
                    <a:pt x="935" y="774"/>
                    <a:pt x="401" y="841"/>
                  </a:cubicBezTo>
                  <a:cubicBezTo>
                    <a:pt x="167" y="874"/>
                    <a:pt x="1" y="1007"/>
                    <a:pt x="1" y="1274"/>
                  </a:cubicBezTo>
                  <a:cubicBezTo>
                    <a:pt x="1" y="1461"/>
                    <a:pt x="176" y="1678"/>
                    <a:pt x="362" y="1678"/>
                  </a:cubicBezTo>
                  <a:cubicBezTo>
                    <a:pt x="375" y="1678"/>
                    <a:pt x="388" y="1677"/>
                    <a:pt x="401" y="1675"/>
                  </a:cubicBezTo>
                  <a:cubicBezTo>
                    <a:pt x="1035" y="1608"/>
                    <a:pt x="1602" y="1474"/>
                    <a:pt x="2202" y="1308"/>
                  </a:cubicBezTo>
                  <a:cubicBezTo>
                    <a:pt x="2502" y="1208"/>
                    <a:pt x="2736" y="1141"/>
                    <a:pt x="3036" y="1041"/>
                  </a:cubicBezTo>
                  <a:cubicBezTo>
                    <a:pt x="3336" y="941"/>
                    <a:pt x="3670" y="841"/>
                    <a:pt x="3903" y="641"/>
                  </a:cubicBezTo>
                  <a:cubicBezTo>
                    <a:pt x="4248" y="453"/>
                    <a:pt x="4093" y="1"/>
                    <a:pt x="374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102">
              <a:extLst>
                <a:ext uri="{FF2B5EF4-FFF2-40B4-BE49-F238E27FC236}">
                  <a16:creationId xmlns:a16="http://schemas.microsoft.com/office/drawing/2014/main" id="{ECD5DE53-1B3C-7CDF-4792-9A4250F7F228}"/>
                </a:ext>
              </a:extLst>
            </p:cNvPr>
            <p:cNvSpPr/>
            <p:nvPr/>
          </p:nvSpPr>
          <p:spPr>
            <a:xfrm>
              <a:off x="2945600" y="3827150"/>
              <a:ext cx="38400" cy="18025"/>
            </a:xfrm>
            <a:custGeom>
              <a:avLst/>
              <a:gdLst/>
              <a:ahLst/>
              <a:cxnLst/>
              <a:rect l="l" t="t" r="r" b="b"/>
              <a:pathLst>
                <a:path w="1536" h="721" extrusionOk="0">
                  <a:moveTo>
                    <a:pt x="1237" y="0"/>
                  </a:moveTo>
                  <a:cubicBezTo>
                    <a:pt x="1214" y="0"/>
                    <a:pt x="1191" y="3"/>
                    <a:pt x="1168" y="8"/>
                  </a:cubicBezTo>
                  <a:cubicBezTo>
                    <a:pt x="868" y="75"/>
                    <a:pt x="535" y="142"/>
                    <a:pt x="268" y="209"/>
                  </a:cubicBezTo>
                  <a:cubicBezTo>
                    <a:pt x="134" y="242"/>
                    <a:pt x="1" y="409"/>
                    <a:pt x="101" y="542"/>
                  </a:cubicBezTo>
                  <a:cubicBezTo>
                    <a:pt x="127" y="671"/>
                    <a:pt x="213" y="721"/>
                    <a:pt x="328" y="721"/>
                  </a:cubicBezTo>
                  <a:cubicBezTo>
                    <a:pt x="361" y="721"/>
                    <a:pt x="397" y="716"/>
                    <a:pt x="434" y="709"/>
                  </a:cubicBezTo>
                  <a:cubicBezTo>
                    <a:pt x="701" y="676"/>
                    <a:pt x="1035" y="576"/>
                    <a:pt x="1335" y="542"/>
                  </a:cubicBezTo>
                  <a:cubicBezTo>
                    <a:pt x="1435" y="542"/>
                    <a:pt x="1469" y="475"/>
                    <a:pt x="1502" y="409"/>
                  </a:cubicBezTo>
                  <a:cubicBezTo>
                    <a:pt x="1502" y="375"/>
                    <a:pt x="1535" y="309"/>
                    <a:pt x="1502" y="209"/>
                  </a:cubicBezTo>
                  <a:cubicBezTo>
                    <a:pt x="1474" y="70"/>
                    <a:pt x="1354" y="0"/>
                    <a:pt x="12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102">
              <a:extLst>
                <a:ext uri="{FF2B5EF4-FFF2-40B4-BE49-F238E27FC236}">
                  <a16:creationId xmlns:a16="http://schemas.microsoft.com/office/drawing/2014/main" id="{57EDC989-2ED9-99ED-521D-66315AD616D1}"/>
                </a:ext>
              </a:extLst>
            </p:cNvPr>
            <p:cNvSpPr/>
            <p:nvPr/>
          </p:nvSpPr>
          <p:spPr>
            <a:xfrm>
              <a:off x="2969550" y="4136850"/>
              <a:ext cx="145375" cy="77925"/>
            </a:xfrm>
            <a:custGeom>
              <a:avLst/>
              <a:gdLst/>
              <a:ahLst/>
              <a:cxnLst/>
              <a:rect l="l" t="t" r="r" b="b"/>
              <a:pathLst>
                <a:path w="5815" h="3117" extrusionOk="0">
                  <a:moveTo>
                    <a:pt x="4478" y="1"/>
                  </a:moveTo>
                  <a:cubicBezTo>
                    <a:pt x="3771" y="1"/>
                    <a:pt x="3067" y="216"/>
                    <a:pt x="2412" y="496"/>
                  </a:cubicBezTo>
                  <a:cubicBezTo>
                    <a:pt x="1511" y="930"/>
                    <a:pt x="744" y="1630"/>
                    <a:pt x="210" y="2464"/>
                  </a:cubicBezTo>
                  <a:cubicBezTo>
                    <a:pt x="0" y="2815"/>
                    <a:pt x="314" y="3116"/>
                    <a:pt x="623" y="3116"/>
                  </a:cubicBezTo>
                  <a:cubicBezTo>
                    <a:pt x="756" y="3116"/>
                    <a:pt x="888" y="3061"/>
                    <a:pt x="978" y="2931"/>
                  </a:cubicBezTo>
                  <a:cubicBezTo>
                    <a:pt x="1411" y="2198"/>
                    <a:pt x="2078" y="1664"/>
                    <a:pt x="2846" y="1330"/>
                  </a:cubicBezTo>
                  <a:cubicBezTo>
                    <a:pt x="3579" y="997"/>
                    <a:pt x="4413" y="963"/>
                    <a:pt x="5247" y="963"/>
                  </a:cubicBezTo>
                  <a:cubicBezTo>
                    <a:pt x="5714" y="930"/>
                    <a:pt x="5814" y="263"/>
                    <a:pt x="5381" y="129"/>
                  </a:cubicBezTo>
                  <a:cubicBezTo>
                    <a:pt x="5082" y="40"/>
                    <a:pt x="4780" y="1"/>
                    <a:pt x="44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102">
              <a:extLst>
                <a:ext uri="{FF2B5EF4-FFF2-40B4-BE49-F238E27FC236}">
                  <a16:creationId xmlns:a16="http://schemas.microsoft.com/office/drawing/2014/main" id="{8191CB68-B13D-7F05-60F4-F33C2FF4D9EF}"/>
                </a:ext>
              </a:extLst>
            </p:cNvPr>
            <p:cNvSpPr/>
            <p:nvPr/>
          </p:nvSpPr>
          <p:spPr>
            <a:xfrm>
              <a:off x="3308750" y="4026400"/>
              <a:ext cx="113050" cy="53800"/>
            </a:xfrm>
            <a:custGeom>
              <a:avLst/>
              <a:gdLst/>
              <a:ahLst/>
              <a:cxnLst/>
              <a:rect l="l" t="t" r="r" b="b"/>
              <a:pathLst>
                <a:path w="4522" h="2152" extrusionOk="0">
                  <a:moveTo>
                    <a:pt x="3796" y="0"/>
                  </a:moveTo>
                  <a:cubicBezTo>
                    <a:pt x="2494" y="0"/>
                    <a:pt x="1217" y="612"/>
                    <a:pt x="285" y="1512"/>
                  </a:cubicBezTo>
                  <a:cubicBezTo>
                    <a:pt x="0" y="1771"/>
                    <a:pt x="259" y="2151"/>
                    <a:pt x="561" y="2151"/>
                  </a:cubicBezTo>
                  <a:cubicBezTo>
                    <a:pt x="647" y="2151"/>
                    <a:pt x="737" y="2120"/>
                    <a:pt x="819" y="2046"/>
                  </a:cubicBezTo>
                  <a:cubicBezTo>
                    <a:pt x="1753" y="1245"/>
                    <a:pt x="2921" y="945"/>
                    <a:pt x="4088" y="911"/>
                  </a:cubicBezTo>
                  <a:cubicBezTo>
                    <a:pt x="4322" y="911"/>
                    <a:pt x="4522" y="711"/>
                    <a:pt x="4522" y="444"/>
                  </a:cubicBezTo>
                  <a:cubicBezTo>
                    <a:pt x="4522" y="211"/>
                    <a:pt x="4322" y="44"/>
                    <a:pt x="4088" y="11"/>
                  </a:cubicBezTo>
                  <a:cubicBezTo>
                    <a:pt x="3991" y="4"/>
                    <a:pt x="3893" y="0"/>
                    <a:pt x="37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102">
              <a:extLst>
                <a:ext uri="{FF2B5EF4-FFF2-40B4-BE49-F238E27FC236}">
                  <a16:creationId xmlns:a16="http://schemas.microsoft.com/office/drawing/2014/main" id="{3DFC5B41-7D63-C9C5-BB28-4D2D79521D71}"/>
                </a:ext>
              </a:extLst>
            </p:cNvPr>
            <p:cNvSpPr/>
            <p:nvPr/>
          </p:nvSpPr>
          <p:spPr>
            <a:xfrm>
              <a:off x="3641950" y="3910200"/>
              <a:ext cx="142625" cy="67900"/>
            </a:xfrm>
            <a:custGeom>
              <a:avLst/>
              <a:gdLst/>
              <a:ahLst/>
              <a:cxnLst/>
              <a:rect l="l" t="t" r="r" b="b"/>
              <a:pathLst>
                <a:path w="5705" h="2716" extrusionOk="0">
                  <a:moveTo>
                    <a:pt x="4777" y="1"/>
                  </a:moveTo>
                  <a:cubicBezTo>
                    <a:pt x="4001" y="1"/>
                    <a:pt x="3215" y="237"/>
                    <a:pt x="2502" y="523"/>
                  </a:cubicBezTo>
                  <a:cubicBezTo>
                    <a:pt x="1635" y="856"/>
                    <a:pt x="867" y="1356"/>
                    <a:pt x="167" y="1957"/>
                  </a:cubicBezTo>
                  <a:cubicBezTo>
                    <a:pt x="0" y="2124"/>
                    <a:pt x="0" y="2424"/>
                    <a:pt x="167" y="2591"/>
                  </a:cubicBezTo>
                  <a:cubicBezTo>
                    <a:pt x="250" y="2674"/>
                    <a:pt x="359" y="2716"/>
                    <a:pt x="471" y="2716"/>
                  </a:cubicBezTo>
                  <a:cubicBezTo>
                    <a:pt x="584" y="2716"/>
                    <a:pt x="701" y="2674"/>
                    <a:pt x="801" y="2591"/>
                  </a:cubicBezTo>
                  <a:cubicBezTo>
                    <a:pt x="1434" y="2090"/>
                    <a:pt x="2135" y="1723"/>
                    <a:pt x="2869" y="1457"/>
                  </a:cubicBezTo>
                  <a:cubicBezTo>
                    <a:pt x="3669" y="1223"/>
                    <a:pt x="4470" y="1090"/>
                    <a:pt x="5304" y="1023"/>
                  </a:cubicBezTo>
                  <a:cubicBezTo>
                    <a:pt x="5537" y="990"/>
                    <a:pt x="5704" y="689"/>
                    <a:pt x="5671" y="489"/>
                  </a:cubicBezTo>
                  <a:cubicBezTo>
                    <a:pt x="5637" y="222"/>
                    <a:pt x="5437" y="56"/>
                    <a:pt x="5170" y="22"/>
                  </a:cubicBezTo>
                  <a:cubicBezTo>
                    <a:pt x="5040" y="8"/>
                    <a:pt x="4909" y="1"/>
                    <a:pt x="47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102">
              <a:extLst>
                <a:ext uri="{FF2B5EF4-FFF2-40B4-BE49-F238E27FC236}">
                  <a16:creationId xmlns:a16="http://schemas.microsoft.com/office/drawing/2014/main" id="{27692586-5FF3-7A66-2433-EB7CF8B2CBE4}"/>
                </a:ext>
              </a:extLst>
            </p:cNvPr>
            <p:cNvSpPr/>
            <p:nvPr/>
          </p:nvSpPr>
          <p:spPr>
            <a:xfrm>
              <a:off x="4844475" y="3919700"/>
              <a:ext cx="63400" cy="42975"/>
            </a:xfrm>
            <a:custGeom>
              <a:avLst/>
              <a:gdLst/>
              <a:ahLst/>
              <a:cxnLst/>
              <a:rect l="l" t="t" r="r" b="b"/>
              <a:pathLst>
                <a:path w="2536" h="1719" extrusionOk="0">
                  <a:moveTo>
                    <a:pt x="350" y="1"/>
                  </a:moveTo>
                  <a:cubicBezTo>
                    <a:pt x="275" y="1"/>
                    <a:pt x="200" y="26"/>
                    <a:pt x="133" y="76"/>
                  </a:cubicBezTo>
                  <a:cubicBezTo>
                    <a:pt x="0" y="209"/>
                    <a:pt x="67" y="376"/>
                    <a:pt x="133" y="509"/>
                  </a:cubicBezTo>
                  <a:cubicBezTo>
                    <a:pt x="400" y="810"/>
                    <a:pt x="667" y="1043"/>
                    <a:pt x="1001" y="1310"/>
                  </a:cubicBezTo>
                  <a:cubicBezTo>
                    <a:pt x="1168" y="1410"/>
                    <a:pt x="1334" y="1510"/>
                    <a:pt x="1568" y="1577"/>
                  </a:cubicBezTo>
                  <a:cubicBezTo>
                    <a:pt x="1735" y="1677"/>
                    <a:pt x="1935" y="1677"/>
                    <a:pt x="2102" y="1710"/>
                  </a:cubicBezTo>
                  <a:cubicBezTo>
                    <a:pt x="2129" y="1716"/>
                    <a:pt x="2157" y="1719"/>
                    <a:pt x="2184" y="1719"/>
                  </a:cubicBezTo>
                  <a:cubicBezTo>
                    <a:pt x="2319" y="1719"/>
                    <a:pt x="2435" y="1649"/>
                    <a:pt x="2435" y="1510"/>
                  </a:cubicBezTo>
                  <a:cubicBezTo>
                    <a:pt x="2535" y="1343"/>
                    <a:pt x="2435" y="1177"/>
                    <a:pt x="2268" y="1143"/>
                  </a:cubicBezTo>
                  <a:cubicBezTo>
                    <a:pt x="2202" y="1077"/>
                    <a:pt x="2102" y="1077"/>
                    <a:pt x="2035" y="1043"/>
                  </a:cubicBezTo>
                  <a:cubicBezTo>
                    <a:pt x="2035" y="1043"/>
                    <a:pt x="1968" y="1043"/>
                    <a:pt x="1968" y="1010"/>
                  </a:cubicBezTo>
                  <a:cubicBezTo>
                    <a:pt x="1935" y="1010"/>
                    <a:pt x="1901" y="976"/>
                    <a:pt x="1835" y="976"/>
                  </a:cubicBezTo>
                  <a:cubicBezTo>
                    <a:pt x="1801" y="910"/>
                    <a:pt x="1735" y="910"/>
                    <a:pt x="1701" y="876"/>
                  </a:cubicBezTo>
                  <a:cubicBezTo>
                    <a:pt x="1635" y="876"/>
                    <a:pt x="1635" y="876"/>
                    <a:pt x="1601" y="843"/>
                  </a:cubicBezTo>
                  <a:lnTo>
                    <a:pt x="1334" y="710"/>
                  </a:lnTo>
                  <a:cubicBezTo>
                    <a:pt x="1268" y="676"/>
                    <a:pt x="1234" y="643"/>
                    <a:pt x="1134" y="576"/>
                  </a:cubicBezTo>
                  <a:cubicBezTo>
                    <a:pt x="1101" y="543"/>
                    <a:pt x="1067" y="543"/>
                    <a:pt x="1001" y="509"/>
                  </a:cubicBezTo>
                  <a:lnTo>
                    <a:pt x="967" y="476"/>
                  </a:lnTo>
                  <a:cubicBezTo>
                    <a:pt x="834" y="343"/>
                    <a:pt x="667" y="209"/>
                    <a:pt x="567" y="76"/>
                  </a:cubicBezTo>
                  <a:cubicBezTo>
                    <a:pt x="500" y="26"/>
                    <a:pt x="425" y="1"/>
                    <a:pt x="35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102">
              <a:extLst>
                <a:ext uri="{FF2B5EF4-FFF2-40B4-BE49-F238E27FC236}">
                  <a16:creationId xmlns:a16="http://schemas.microsoft.com/office/drawing/2014/main" id="{59260BA3-BEA4-DEA1-904B-861D8DACA134}"/>
                </a:ext>
              </a:extLst>
            </p:cNvPr>
            <p:cNvSpPr/>
            <p:nvPr/>
          </p:nvSpPr>
          <p:spPr>
            <a:xfrm>
              <a:off x="4885325" y="3903325"/>
              <a:ext cx="48400" cy="25800"/>
            </a:xfrm>
            <a:custGeom>
              <a:avLst/>
              <a:gdLst/>
              <a:ahLst/>
              <a:cxnLst/>
              <a:rect l="l" t="t" r="r" b="b"/>
              <a:pathLst>
                <a:path w="1936" h="1032" extrusionOk="0">
                  <a:moveTo>
                    <a:pt x="298" y="1"/>
                  </a:moveTo>
                  <a:cubicBezTo>
                    <a:pt x="238" y="1"/>
                    <a:pt x="179" y="18"/>
                    <a:pt x="134" y="64"/>
                  </a:cubicBezTo>
                  <a:cubicBezTo>
                    <a:pt x="67" y="164"/>
                    <a:pt x="1" y="364"/>
                    <a:pt x="134" y="464"/>
                  </a:cubicBezTo>
                  <a:cubicBezTo>
                    <a:pt x="568" y="798"/>
                    <a:pt x="1101" y="998"/>
                    <a:pt x="1635" y="1031"/>
                  </a:cubicBezTo>
                  <a:cubicBezTo>
                    <a:pt x="1768" y="1031"/>
                    <a:pt x="1935" y="898"/>
                    <a:pt x="1902" y="798"/>
                  </a:cubicBezTo>
                  <a:cubicBezTo>
                    <a:pt x="1935" y="631"/>
                    <a:pt x="1802" y="497"/>
                    <a:pt x="1668" y="497"/>
                  </a:cubicBezTo>
                  <a:lnTo>
                    <a:pt x="1568" y="497"/>
                  </a:lnTo>
                  <a:cubicBezTo>
                    <a:pt x="1502" y="497"/>
                    <a:pt x="1435" y="464"/>
                    <a:pt x="1402" y="464"/>
                  </a:cubicBezTo>
                  <a:cubicBezTo>
                    <a:pt x="1268" y="431"/>
                    <a:pt x="1168" y="364"/>
                    <a:pt x="1068" y="364"/>
                  </a:cubicBezTo>
                  <a:lnTo>
                    <a:pt x="1001" y="364"/>
                  </a:lnTo>
                  <a:cubicBezTo>
                    <a:pt x="968" y="364"/>
                    <a:pt x="968" y="331"/>
                    <a:pt x="935" y="331"/>
                  </a:cubicBezTo>
                  <a:cubicBezTo>
                    <a:pt x="901" y="297"/>
                    <a:pt x="834" y="297"/>
                    <a:pt x="801" y="264"/>
                  </a:cubicBezTo>
                  <a:cubicBezTo>
                    <a:pt x="768" y="197"/>
                    <a:pt x="734" y="197"/>
                    <a:pt x="634" y="164"/>
                  </a:cubicBezTo>
                  <a:cubicBezTo>
                    <a:pt x="601" y="164"/>
                    <a:pt x="601" y="130"/>
                    <a:pt x="568" y="130"/>
                  </a:cubicBezTo>
                  <a:lnTo>
                    <a:pt x="501" y="64"/>
                  </a:lnTo>
                  <a:cubicBezTo>
                    <a:pt x="446" y="27"/>
                    <a:pt x="371" y="1"/>
                    <a:pt x="29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102">
              <a:extLst>
                <a:ext uri="{FF2B5EF4-FFF2-40B4-BE49-F238E27FC236}">
                  <a16:creationId xmlns:a16="http://schemas.microsoft.com/office/drawing/2014/main" id="{D0BD4B07-7609-7443-F26C-9FB44E3907F0}"/>
                </a:ext>
              </a:extLst>
            </p:cNvPr>
            <p:cNvSpPr/>
            <p:nvPr/>
          </p:nvSpPr>
          <p:spPr>
            <a:xfrm>
              <a:off x="4875325" y="3835250"/>
              <a:ext cx="91375" cy="54975"/>
            </a:xfrm>
            <a:custGeom>
              <a:avLst/>
              <a:gdLst/>
              <a:ahLst/>
              <a:cxnLst/>
              <a:rect l="l" t="t" r="r" b="b"/>
              <a:pathLst>
                <a:path w="3655" h="2199" extrusionOk="0">
                  <a:moveTo>
                    <a:pt x="391" y="0"/>
                  </a:moveTo>
                  <a:cubicBezTo>
                    <a:pt x="223" y="0"/>
                    <a:pt x="61" y="115"/>
                    <a:pt x="34" y="252"/>
                  </a:cubicBezTo>
                  <a:cubicBezTo>
                    <a:pt x="0" y="485"/>
                    <a:pt x="100" y="685"/>
                    <a:pt x="300" y="719"/>
                  </a:cubicBezTo>
                  <a:cubicBezTo>
                    <a:pt x="1301" y="1019"/>
                    <a:pt x="2168" y="1519"/>
                    <a:pt x="3002" y="2153"/>
                  </a:cubicBezTo>
                  <a:cubicBezTo>
                    <a:pt x="3056" y="2185"/>
                    <a:pt x="3110" y="2199"/>
                    <a:pt x="3162" y="2199"/>
                  </a:cubicBezTo>
                  <a:cubicBezTo>
                    <a:pt x="3436" y="2199"/>
                    <a:pt x="3655" y="1810"/>
                    <a:pt x="3403" y="1586"/>
                  </a:cubicBezTo>
                  <a:cubicBezTo>
                    <a:pt x="2569" y="852"/>
                    <a:pt x="1568" y="285"/>
                    <a:pt x="501" y="18"/>
                  </a:cubicBezTo>
                  <a:cubicBezTo>
                    <a:pt x="465" y="6"/>
                    <a:pt x="427" y="0"/>
                    <a:pt x="39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102">
              <a:extLst>
                <a:ext uri="{FF2B5EF4-FFF2-40B4-BE49-F238E27FC236}">
                  <a16:creationId xmlns:a16="http://schemas.microsoft.com/office/drawing/2014/main" id="{7B941837-C15B-F343-AE24-CF1A1E2FC75C}"/>
                </a:ext>
              </a:extLst>
            </p:cNvPr>
            <p:cNvSpPr/>
            <p:nvPr/>
          </p:nvSpPr>
          <p:spPr>
            <a:xfrm>
              <a:off x="2829700" y="3640075"/>
              <a:ext cx="117225" cy="191475"/>
            </a:xfrm>
            <a:custGeom>
              <a:avLst/>
              <a:gdLst/>
              <a:ahLst/>
              <a:cxnLst/>
              <a:rect l="l" t="t" r="r" b="b"/>
              <a:pathLst>
                <a:path w="4689" h="7659" extrusionOk="0">
                  <a:moveTo>
                    <a:pt x="3811" y="1"/>
                  </a:moveTo>
                  <a:cubicBezTo>
                    <a:pt x="3765" y="1"/>
                    <a:pt x="3718" y="7"/>
                    <a:pt x="3669" y="19"/>
                  </a:cubicBezTo>
                  <a:cubicBezTo>
                    <a:pt x="2435" y="386"/>
                    <a:pt x="1435" y="1387"/>
                    <a:pt x="901" y="2555"/>
                  </a:cubicBezTo>
                  <a:cubicBezTo>
                    <a:pt x="267" y="3956"/>
                    <a:pt x="0" y="5790"/>
                    <a:pt x="567" y="7191"/>
                  </a:cubicBezTo>
                  <a:cubicBezTo>
                    <a:pt x="634" y="7458"/>
                    <a:pt x="834" y="7658"/>
                    <a:pt x="1134" y="7658"/>
                  </a:cubicBezTo>
                  <a:cubicBezTo>
                    <a:pt x="1401" y="7658"/>
                    <a:pt x="1668" y="7458"/>
                    <a:pt x="1735" y="7191"/>
                  </a:cubicBezTo>
                  <a:cubicBezTo>
                    <a:pt x="1768" y="6824"/>
                    <a:pt x="1835" y="6491"/>
                    <a:pt x="1835" y="6157"/>
                  </a:cubicBezTo>
                  <a:lnTo>
                    <a:pt x="1835" y="5156"/>
                  </a:lnTo>
                  <a:cubicBezTo>
                    <a:pt x="1835" y="4523"/>
                    <a:pt x="1935" y="3856"/>
                    <a:pt x="2168" y="3288"/>
                  </a:cubicBezTo>
                  <a:cubicBezTo>
                    <a:pt x="2502" y="2321"/>
                    <a:pt x="3169" y="1487"/>
                    <a:pt x="4103" y="1054"/>
                  </a:cubicBezTo>
                  <a:cubicBezTo>
                    <a:pt x="4689" y="869"/>
                    <a:pt x="4363" y="1"/>
                    <a:pt x="381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102">
              <a:extLst>
                <a:ext uri="{FF2B5EF4-FFF2-40B4-BE49-F238E27FC236}">
                  <a16:creationId xmlns:a16="http://schemas.microsoft.com/office/drawing/2014/main" id="{8631663E-B67A-1439-A1CD-291E8C2886A8}"/>
                </a:ext>
              </a:extLst>
            </p:cNvPr>
            <p:cNvSpPr/>
            <p:nvPr/>
          </p:nvSpPr>
          <p:spPr>
            <a:xfrm>
              <a:off x="3128250" y="3512775"/>
              <a:ext cx="101750" cy="147050"/>
            </a:xfrm>
            <a:custGeom>
              <a:avLst/>
              <a:gdLst/>
              <a:ahLst/>
              <a:cxnLst/>
              <a:rect l="l" t="t" r="r" b="b"/>
              <a:pathLst>
                <a:path w="4070" h="5882" extrusionOk="0">
                  <a:moveTo>
                    <a:pt x="3316" y="1"/>
                  </a:moveTo>
                  <a:cubicBezTo>
                    <a:pt x="3211" y="1"/>
                    <a:pt x="3103" y="24"/>
                    <a:pt x="3002" y="74"/>
                  </a:cubicBezTo>
                  <a:cubicBezTo>
                    <a:pt x="1201" y="1075"/>
                    <a:pt x="0" y="3277"/>
                    <a:pt x="467" y="5312"/>
                  </a:cubicBezTo>
                  <a:cubicBezTo>
                    <a:pt x="530" y="5655"/>
                    <a:pt x="855" y="5882"/>
                    <a:pt x="1225" y="5882"/>
                  </a:cubicBezTo>
                  <a:cubicBezTo>
                    <a:pt x="1250" y="5882"/>
                    <a:pt x="1276" y="5881"/>
                    <a:pt x="1301" y="5879"/>
                  </a:cubicBezTo>
                  <a:cubicBezTo>
                    <a:pt x="1668" y="5812"/>
                    <a:pt x="1968" y="5478"/>
                    <a:pt x="1901" y="5145"/>
                  </a:cubicBezTo>
                  <a:lnTo>
                    <a:pt x="1901" y="4544"/>
                  </a:lnTo>
                  <a:lnTo>
                    <a:pt x="1901" y="4244"/>
                  </a:lnTo>
                  <a:cubicBezTo>
                    <a:pt x="1901" y="4148"/>
                    <a:pt x="1936" y="4000"/>
                    <a:pt x="1955" y="4000"/>
                  </a:cubicBezTo>
                  <a:cubicBezTo>
                    <a:pt x="1963" y="4000"/>
                    <a:pt x="1968" y="4022"/>
                    <a:pt x="1968" y="4077"/>
                  </a:cubicBezTo>
                  <a:lnTo>
                    <a:pt x="2068" y="3444"/>
                  </a:lnTo>
                  <a:cubicBezTo>
                    <a:pt x="2135" y="3377"/>
                    <a:pt x="2135" y="3243"/>
                    <a:pt x="2168" y="3143"/>
                  </a:cubicBezTo>
                  <a:cubicBezTo>
                    <a:pt x="2168" y="3110"/>
                    <a:pt x="2202" y="3077"/>
                    <a:pt x="2202" y="2977"/>
                  </a:cubicBezTo>
                  <a:cubicBezTo>
                    <a:pt x="2302" y="2810"/>
                    <a:pt x="2368" y="2643"/>
                    <a:pt x="2502" y="2443"/>
                  </a:cubicBezTo>
                  <a:cubicBezTo>
                    <a:pt x="2535" y="2376"/>
                    <a:pt x="2635" y="2276"/>
                    <a:pt x="2669" y="2143"/>
                  </a:cubicBezTo>
                  <a:cubicBezTo>
                    <a:pt x="2702" y="2109"/>
                    <a:pt x="2702" y="2076"/>
                    <a:pt x="2735" y="2043"/>
                  </a:cubicBezTo>
                  <a:lnTo>
                    <a:pt x="2802" y="1976"/>
                  </a:lnTo>
                  <a:cubicBezTo>
                    <a:pt x="2902" y="1809"/>
                    <a:pt x="3069" y="1642"/>
                    <a:pt x="3202" y="1542"/>
                  </a:cubicBezTo>
                  <a:cubicBezTo>
                    <a:pt x="3302" y="1442"/>
                    <a:pt x="3369" y="1409"/>
                    <a:pt x="3469" y="1309"/>
                  </a:cubicBezTo>
                  <a:lnTo>
                    <a:pt x="3503" y="1309"/>
                  </a:lnTo>
                  <a:cubicBezTo>
                    <a:pt x="3536" y="1275"/>
                    <a:pt x="3636" y="1242"/>
                    <a:pt x="3669" y="1209"/>
                  </a:cubicBezTo>
                  <a:cubicBezTo>
                    <a:pt x="3970" y="1042"/>
                    <a:pt x="4070" y="642"/>
                    <a:pt x="3903" y="308"/>
                  </a:cubicBezTo>
                  <a:cubicBezTo>
                    <a:pt x="3787" y="122"/>
                    <a:pt x="3557" y="1"/>
                    <a:pt x="33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102">
              <a:extLst>
                <a:ext uri="{FF2B5EF4-FFF2-40B4-BE49-F238E27FC236}">
                  <a16:creationId xmlns:a16="http://schemas.microsoft.com/office/drawing/2014/main" id="{450ABB4C-1D51-E490-44D0-C914F05C7EAA}"/>
                </a:ext>
              </a:extLst>
            </p:cNvPr>
            <p:cNvSpPr/>
            <p:nvPr/>
          </p:nvSpPr>
          <p:spPr>
            <a:xfrm>
              <a:off x="3177450" y="3612200"/>
              <a:ext cx="25" cy="6700"/>
            </a:xfrm>
            <a:custGeom>
              <a:avLst/>
              <a:gdLst/>
              <a:ahLst/>
              <a:cxnLst/>
              <a:rect l="l" t="t" r="r" b="b"/>
              <a:pathLst>
                <a:path w="1" h="268" extrusionOk="0">
                  <a:moveTo>
                    <a:pt x="0" y="234"/>
                  </a:moveTo>
                  <a:lnTo>
                    <a:pt x="0" y="234"/>
                  </a:lnTo>
                  <a:cubicBezTo>
                    <a:pt x="0" y="267"/>
                    <a:pt x="0" y="0"/>
                    <a:pt x="0" y="234"/>
                  </a:cubicBezTo>
                  <a:close/>
                </a:path>
              </a:pathLst>
            </a:custGeom>
            <a:solidFill>
              <a:srgbClr val="FFC7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102">
              <a:extLst>
                <a:ext uri="{FF2B5EF4-FFF2-40B4-BE49-F238E27FC236}">
                  <a16:creationId xmlns:a16="http://schemas.microsoft.com/office/drawing/2014/main" id="{D64C9782-A352-8F17-D32A-4DE7A37F280F}"/>
                </a:ext>
              </a:extLst>
            </p:cNvPr>
            <p:cNvSpPr/>
            <p:nvPr/>
          </p:nvSpPr>
          <p:spPr>
            <a:xfrm>
              <a:off x="3454300" y="3366900"/>
              <a:ext cx="125950" cy="146125"/>
            </a:xfrm>
            <a:custGeom>
              <a:avLst/>
              <a:gdLst/>
              <a:ahLst/>
              <a:cxnLst/>
              <a:rect l="l" t="t" r="r" b="b"/>
              <a:pathLst>
                <a:path w="5038" h="5845" extrusionOk="0">
                  <a:moveTo>
                    <a:pt x="4400" y="0"/>
                  </a:moveTo>
                  <a:cubicBezTo>
                    <a:pt x="4336" y="0"/>
                    <a:pt x="4270" y="12"/>
                    <a:pt x="4204" y="39"/>
                  </a:cubicBezTo>
                  <a:cubicBezTo>
                    <a:pt x="3136" y="372"/>
                    <a:pt x="2102" y="1073"/>
                    <a:pt x="1335" y="1940"/>
                  </a:cubicBezTo>
                  <a:cubicBezTo>
                    <a:pt x="901" y="2440"/>
                    <a:pt x="568" y="2941"/>
                    <a:pt x="334" y="3541"/>
                  </a:cubicBezTo>
                  <a:cubicBezTo>
                    <a:pt x="268" y="3775"/>
                    <a:pt x="134" y="4041"/>
                    <a:pt x="67" y="4275"/>
                  </a:cubicBezTo>
                  <a:cubicBezTo>
                    <a:pt x="1" y="4642"/>
                    <a:pt x="1" y="4975"/>
                    <a:pt x="67" y="5376"/>
                  </a:cubicBezTo>
                  <a:cubicBezTo>
                    <a:pt x="184" y="5667"/>
                    <a:pt x="480" y="5845"/>
                    <a:pt x="761" y="5845"/>
                  </a:cubicBezTo>
                  <a:cubicBezTo>
                    <a:pt x="963" y="5845"/>
                    <a:pt x="1156" y="5752"/>
                    <a:pt x="1268" y="5543"/>
                  </a:cubicBezTo>
                  <a:cubicBezTo>
                    <a:pt x="1368" y="5276"/>
                    <a:pt x="1502" y="5042"/>
                    <a:pt x="1602" y="4742"/>
                  </a:cubicBezTo>
                  <a:cubicBezTo>
                    <a:pt x="1635" y="4475"/>
                    <a:pt x="1702" y="4275"/>
                    <a:pt x="1802" y="4041"/>
                  </a:cubicBezTo>
                  <a:cubicBezTo>
                    <a:pt x="1802" y="3975"/>
                    <a:pt x="1835" y="3941"/>
                    <a:pt x="1835" y="3875"/>
                  </a:cubicBezTo>
                  <a:cubicBezTo>
                    <a:pt x="1835" y="3808"/>
                    <a:pt x="1869" y="3775"/>
                    <a:pt x="1869" y="3775"/>
                  </a:cubicBezTo>
                  <a:cubicBezTo>
                    <a:pt x="1935" y="3641"/>
                    <a:pt x="1969" y="3574"/>
                    <a:pt x="2035" y="3441"/>
                  </a:cubicBezTo>
                  <a:lnTo>
                    <a:pt x="2436" y="2807"/>
                  </a:lnTo>
                  <a:cubicBezTo>
                    <a:pt x="2469" y="2774"/>
                    <a:pt x="2502" y="2741"/>
                    <a:pt x="2502" y="2707"/>
                  </a:cubicBezTo>
                  <a:lnTo>
                    <a:pt x="2536" y="2640"/>
                  </a:lnTo>
                  <a:cubicBezTo>
                    <a:pt x="2636" y="2574"/>
                    <a:pt x="2703" y="2440"/>
                    <a:pt x="2803" y="2374"/>
                  </a:cubicBezTo>
                  <a:cubicBezTo>
                    <a:pt x="2969" y="2207"/>
                    <a:pt x="3136" y="2040"/>
                    <a:pt x="3336" y="1873"/>
                  </a:cubicBezTo>
                  <a:lnTo>
                    <a:pt x="3370" y="1807"/>
                  </a:lnTo>
                  <a:cubicBezTo>
                    <a:pt x="3370" y="1807"/>
                    <a:pt x="3403" y="1807"/>
                    <a:pt x="3403" y="1773"/>
                  </a:cubicBezTo>
                  <a:cubicBezTo>
                    <a:pt x="3470" y="1740"/>
                    <a:pt x="3537" y="1706"/>
                    <a:pt x="3603" y="1640"/>
                  </a:cubicBezTo>
                  <a:cubicBezTo>
                    <a:pt x="3670" y="1606"/>
                    <a:pt x="3770" y="1540"/>
                    <a:pt x="3870" y="1473"/>
                  </a:cubicBezTo>
                  <a:cubicBezTo>
                    <a:pt x="4070" y="1373"/>
                    <a:pt x="4337" y="1239"/>
                    <a:pt x="4504" y="1206"/>
                  </a:cubicBezTo>
                  <a:cubicBezTo>
                    <a:pt x="4837" y="1073"/>
                    <a:pt x="5038" y="772"/>
                    <a:pt x="4971" y="439"/>
                  </a:cubicBezTo>
                  <a:cubicBezTo>
                    <a:pt x="4891" y="198"/>
                    <a:pt x="4660" y="0"/>
                    <a:pt x="440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102">
              <a:extLst>
                <a:ext uri="{FF2B5EF4-FFF2-40B4-BE49-F238E27FC236}">
                  <a16:creationId xmlns:a16="http://schemas.microsoft.com/office/drawing/2014/main" id="{06C13152-3DE6-80FB-E7DE-B76346AB16D5}"/>
                </a:ext>
              </a:extLst>
            </p:cNvPr>
            <p:cNvSpPr/>
            <p:nvPr/>
          </p:nvSpPr>
          <p:spPr>
            <a:xfrm>
              <a:off x="3767450" y="2686725"/>
              <a:ext cx="94275" cy="378150"/>
            </a:xfrm>
            <a:custGeom>
              <a:avLst/>
              <a:gdLst/>
              <a:ahLst/>
              <a:cxnLst/>
              <a:rect l="l" t="t" r="r" b="b"/>
              <a:pathLst>
                <a:path w="3771" h="15126" extrusionOk="0">
                  <a:moveTo>
                    <a:pt x="410" y="1"/>
                  </a:moveTo>
                  <a:cubicBezTo>
                    <a:pt x="197" y="1"/>
                    <a:pt x="1" y="135"/>
                    <a:pt x="17" y="426"/>
                  </a:cubicBezTo>
                  <a:cubicBezTo>
                    <a:pt x="150" y="3429"/>
                    <a:pt x="184" y="6397"/>
                    <a:pt x="417" y="9400"/>
                  </a:cubicBezTo>
                  <a:cubicBezTo>
                    <a:pt x="451" y="10100"/>
                    <a:pt x="517" y="10834"/>
                    <a:pt x="584" y="11568"/>
                  </a:cubicBezTo>
                  <a:cubicBezTo>
                    <a:pt x="617" y="12235"/>
                    <a:pt x="617" y="12969"/>
                    <a:pt x="784" y="13636"/>
                  </a:cubicBezTo>
                  <a:cubicBezTo>
                    <a:pt x="947" y="14405"/>
                    <a:pt x="1681" y="15125"/>
                    <a:pt x="2426" y="15125"/>
                  </a:cubicBezTo>
                  <a:cubicBezTo>
                    <a:pt x="2748" y="15125"/>
                    <a:pt x="3071" y="14992"/>
                    <a:pt x="3353" y="14670"/>
                  </a:cubicBezTo>
                  <a:cubicBezTo>
                    <a:pt x="3770" y="14197"/>
                    <a:pt x="3375" y="13515"/>
                    <a:pt x="2826" y="13515"/>
                  </a:cubicBezTo>
                  <a:cubicBezTo>
                    <a:pt x="2717" y="13515"/>
                    <a:pt x="2601" y="13542"/>
                    <a:pt x="2485" y="13603"/>
                  </a:cubicBezTo>
                  <a:cubicBezTo>
                    <a:pt x="2475" y="13607"/>
                    <a:pt x="2465" y="13609"/>
                    <a:pt x="2456" y="13609"/>
                  </a:cubicBezTo>
                  <a:cubicBezTo>
                    <a:pt x="2310" y="13609"/>
                    <a:pt x="2248" y="13159"/>
                    <a:pt x="2185" y="13002"/>
                  </a:cubicBezTo>
                  <a:cubicBezTo>
                    <a:pt x="2118" y="12435"/>
                    <a:pt x="2118" y="11835"/>
                    <a:pt x="2085" y="11268"/>
                  </a:cubicBezTo>
                  <a:cubicBezTo>
                    <a:pt x="1985" y="10067"/>
                    <a:pt x="1918" y="8832"/>
                    <a:pt x="1785" y="7632"/>
                  </a:cubicBezTo>
                  <a:cubicBezTo>
                    <a:pt x="1518" y="5230"/>
                    <a:pt x="1184" y="2828"/>
                    <a:pt x="918" y="426"/>
                  </a:cubicBezTo>
                  <a:cubicBezTo>
                    <a:pt x="883" y="152"/>
                    <a:pt x="637" y="1"/>
                    <a:pt x="41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102">
              <a:extLst>
                <a:ext uri="{FF2B5EF4-FFF2-40B4-BE49-F238E27FC236}">
                  <a16:creationId xmlns:a16="http://schemas.microsoft.com/office/drawing/2014/main" id="{F59ABF07-76A5-6D9E-3330-5A8F1CA2A2B1}"/>
                </a:ext>
              </a:extLst>
            </p:cNvPr>
            <p:cNvSpPr/>
            <p:nvPr/>
          </p:nvSpPr>
          <p:spPr>
            <a:xfrm>
              <a:off x="3773700" y="3170125"/>
              <a:ext cx="97950" cy="273050"/>
            </a:xfrm>
            <a:custGeom>
              <a:avLst/>
              <a:gdLst/>
              <a:ahLst/>
              <a:cxnLst/>
              <a:rect l="l" t="t" r="r" b="b"/>
              <a:pathLst>
                <a:path w="3918" h="10922" extrusionOk="0">
                  <a:moveTo>
                    <a:pt x="3296" y="1"/>
                  </a:moveTo>
                  <a:cubicBezTo>
                    <a:pt x="3277" y="1"/>
                    <a:pt x="3257" y="2"/>
                    <a:pt x="3236" y="4"/>
                  </a:cubicBezTo>
                  <a:cubicBezTo>
                    <a:pt x="1201" y="271"/>
                    <a:pt x="434" y="2306"/>
                    <a:pt x="434" y="4107"/>
                  </a:cubicBezTo>
                  <a:cubicBezTo>
                    <a:pt x="434" y="5241"/>
                    <a:pt x="568" y="6342"/>
                    <a:pt x="501" y="7443"/>
                  </a:cubicBezTo>
                  <a:cubicBezTo>
                    <a:pt x="434" y="7976"/>
                    <a:pt x="367" y="8510"/>
                    <a:pt x="267" y="9077"/>
                  </a:cubicBezTo>
                  <a:cubicBezTo>
                    <a:pt x="201" y="9577"/>
                    <a:pt x="0" y="10178"/>
                    <a:pt x="267" y="10678"/>
                  </a:cubicBezTo>
                  <a:cubicBezTo>
                    <a:pt x="351" y="10846"/>
                    <a:pt x="514" y="10921"/>
                    <a:pt x="673" y="10921"/>
                  </a:cubicBezTo>
                  <a:cubicBezTo>
                    <a:pt x="767" y="10921"/>
                    <a:pt x="860" y="10895"/>
                    <a:pt x="934" y="10845"/>
                  </a:cubicBezTo>
                  <a:cubicBezTo>
                    <a:pt x="1735" y="10445"/>
                    <a:pt x="1768" y="9010"/>
                    <a:pt x="1868" y="8277"/>
                  </a:cubicBezTo>
                  <a:cubicBezTo>
                    <a:pt x="2002" y="7276"/>
                    <a:pt x="2002" y="6308"/>
                    <a:pt x="1868" y="5308"/>
                  </a:cubicBezTo>
                  <a:cubicBezTo>
                    <a:pt x="1735" y="3873"/>
                    <a:pt x="1401" y="1338"/>
                    <a:pt x="3370" y="971"/>
                  </a:cubicBezTo>
                  <a:cubicBezTo>
                    <a:pt x="3917" y="875"/>
                    <a:pt x="3843" y="1"/>
                    <a:pt x="32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102">
              <a:extLst>
                <a:ext uri="{FF2B5EF4-FFF2-40B4-BE49-F238E27FC236}">
                  <a16:creationId xmlns:a16="http://schemas.microsoft.com/office/drawing/2014/main" id="{932B6BE1-D76C-3DF0-F2B1-D71924CBA2E0}"/>
                </a:ext>
              </a:extLst>
            </p:cNvPr>
            <p:cNvSpPr/>
            <p:nvPr/>
          </p:nvSpPr>
          <p:spPr>
            <a:xfrm>
              <a:off x="4049725" y="4120625"/>
              <a:ext cx="353375" cy="546800"/>
            </a:xfrm>
            <a:custGeom>
              <a:avLst/>
              <a:gdLst/>
              <a:ahLst/>
              <a:cxnLst/>
              <a:rect l="l" t="t" r="r" b="b"/>
              <a:pathLst>
                <a:path w="14135" h="21872" extrusionOk="0">
                  <a:moveTo>
                    <a:pt x="13237" y="1"/>
                  </a:moveTo>
                  <a:cubicBezTo>
                    <a:pt x="13124" y="1"/>
                    <a:pt x="13003" y="34"/>
                    <a:pt x="12877" y="111"/>
                  </a:cubicBezTo>
                  <a:cubicBezTo>
                    <a:pt x="7306" y="3680"/>
                    <a:pt x="3136" y="9251"/>
                    <a:pt x="1135" y="15589"/>
                  </a:cubicBezTo>
                  <a:cubicBezTo>
                    <a:pt x="568" y="17324"/>
                    <a:pt x="1" y="19258"/>
                    <a:pt x="34" y="21126"/>
                  </a:cubicBezTo>
                  <a:cubicBezTo>
                    <a:pt x="34" y="21606"/>
                    <a:pt x="432" y="21872"/>
                    <a:pt x="822" y="21872"/>
                  </a:cubicBezTo>
                  <a:cubicBezTo>
                    <a:pt x="1137" y="21872"/>
                    <a:pt x="1446" y="21699"/>
                    <a:pt x="1535" y="21326"/>
                  </a:cubicBezTo>
                  <a:cubicBezTo>
                    <a:pt x="1902" y="19792"/>
                    <a:pt x="2102" y="18258"/>
                    <a:pt x="2569" y="16757"/>
                  </a:cubicBezTo>
                  <a:cubicBezTo>
                    <a:pt x="3036" y="15255"/>
                    <a:pt x="3570" y="13821"/>
                    <a:pt x="4237" y="12420"/>
                  </a:cubicBezTo>
                  <a:cubicBezTo>
                    <a:pt x="5638" y="9618"/>
                    <a:pt x="7406" y="7083"/>
                    <a:pt x="9574" y="4815"/>
                  </a:cubicBezTo>
                  <a:cubicBezTo>
                    <a:pt x="10842" y="3514"/>
                    <a:pt x="12143" y="2346"/>
                    <a:pt x="13577" y="1312"/>
                  </a:cubicBezTo>
                  <a:cubicBezTo>
                    <a:pt x="14135" y="866"/>
                    <a:pt x="13807" y="1"/>
                    <a:pt x="132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102">
              <a:extLst>
                <a:ext uri="{FF2B5EF4-FFF2-40B4-BE49-F238E27FC236}">
                  <a16:creationId xmlns:a16="http://schemas.microsoft.com/office/drawing/2014/main" id="{F166F580-B9BA-E6ED-CDC5-A371544EC1D6}"/>
                </a:ext>
              </a:extLst>
            </p:cNvPr>
            <p:cNvSpPr/>
            <p:nvPr/>
          </p:nvSpPr>
          <p:spPr>
            <a:xfrm>
              <a:off x="3262750" y="4326500"/>
              <a:ext cx="484600" cy="208900"/>
            </a:xfrm>
            <a:custGeom>
              <a:avLst/>
              <a:gdLst/>
              <a:ahLst/>
              <a:cxnLst/>
              <a:rect l="l" t="t" r="r" b="b"/>
              <a:pathLst>
                <a:path w="19384" h="8356" extrusionOk="0">
                  <a:moveTo>
                    <a:pt x="18812" y="0"/>
                  </a:moveTo>
                  <a:cubicBezTo>
                    <a:pt x="18749" y="0"/>
                    <a:pt x="18679" y="15"/>
                    <a:pt x="18604" y="49"/>
                  </a:cubicBezTo>
                  <a:cubicBezTo>
                    <a:pt x="17103" y="616"/>
                    <a:pt x="15702" y="1516"/>
                    <a:pt x="14267" y="2250"/>
                  </a:cubicBezTo>
                  <a:cubicBezTo>
                    <a:pt x="12800" y="3051"/>
                    <a:pt x="11299" y="3751"/>
                    <a:pt x="9798" y="4452"/>
                  </a:cubicBezTo>
                  <a:cubicBezTo>
                    <a:pt x="6829" y="5786"/>
                    <a:pt x="3660" y="6954"/>
                    <a:pt x="458" y="7521"/>
                  </a:cubicBezTo>
                  <a:cubicBezTo>
                    <a:pt x="0" y="7586"/>
                    <a:pt x="87" y="8356"/>
                    <a:pt x="561" y="8356"/>
                  </a:cubicBezTo>
                  <a:cubicBezTo>
                    <a:pt x="571" y="8356"/>
                    <a:pt x="581" y="8355"/>
                    <a:pt x="591" y="8355"/>
                  </a:cubicBezTo>
                  <a:cubicBezTo>
                    <a:pt x="3860" y="7921"/>
                    <a:pt x="6996" y="7020"/>
                    <a:pt x="10098" y="5719"/>
                  </a:cubicBezTo>
                  <a:cubicBezTo>
                    <a:pt x="11632" y="5052"/>
                    <a:pt x="13133" y="4352"/>
                    <a:pt x="14601" y="3551"/>
                  </a:cubicBezTo>
                  <a:cubicBezTo>
                    <a:pt x="16102" y="2751"/>
                    <a:pt x="17670" y="2050"/>
                    <a:pt x="19004" y="1049"/>
                  </a:cubicBezTo>
                  <a:cubicBezTo>
                    <a:pt x="19383" y="729"/>
                    <a:pt x="19252" y="0"/>
                    <a:pt x="188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102">
              <a:extLst>
                <a:ext uri="{FF2B5EF4-FFF2-40B4-BE49-F238E27FC236}">
                  <a16:creationId xmlns:a16="http://schemas.microsoft.com/office/drawing/2014/main" id="{E96B00AA-9257-49E0-DD2E-90449C55752C}"/>
                </a:ext>
              </a:extLst>
            </p:cNvPr>
            <p:cNvSpPr/>
            <p:nvPr/>
          </p:nvSpPr>
          <p:spPr>
            <a:xfrm>
              <a:off x="3546025" y="4364625"/>
              <a:ext cx="270775" cy="607625"/>
            </a:xfrm>
            <a:custGeom>
              <a:avLst/>
              <a:gdLst/>
              <a:ahLst/>
              <a:cxnLst/>
              <a:rect l="l" t="t" r="r" b="b"/>
              <a:pathLst>
                <a:path w="10831" h="24305" extrusionOk="0">
                  <a:moveTo>
                    <a:pt x="10158" y="0"/>
                  </a:moveTo>
                  <a:cubicBezTo>
                    <a:pt x="10042" y="0"/>
                    <a:pt x="9919" y="47"/>
                    <a:pt x="9808" y="158"/>
                  </a:cubicBezTo>
                  <a:cubicBezTo>
                    <a:pt x="5005" y="5062"/>
                    <a:pt x="1769" y="11400"/>
                    <a:pt x="501" y="18171"/>
                  </a:cubicBezTo>
                  <a:cubicBezTo>
                    <a:pt x="168" y="20073"/>
                    <a:pt x="1" y="22007"/>
                    <a:pt x="101" y="23942"/>
                  </a:cubicBezTo>
                  <a:cubicBezTo>
                    <a:pt x="117" y="24188"/>
                    <a:pt x="287" y="24305"/>
                    <a:pt x="459" y="24305"/>
                  </a:cubicBezTo>
                  <a:cubicBezTo>
                    <a:pt x="637" y="24305"/>
                    <a:pt x="818" y="24179"/>
                    <a:pt x="835" y="23942"/>
                  </a:cubicBezTo>
                  <a:cubicBezTo>
                    <a:pt x="1202" y="20673"/>
                    <a:pt x="1702" y="17404"/>
                    <a:pt x="2770" y="14235"/>
                  </a:cubicBezTo>
                  <a:cubicBezTo>
                    <a:pt x="3770" y="11066"/>
                    <a:pt x="5205" y="8097"/>
                    <a:pt x="7006" y="5362"/>
                  </a:cubicBezTo>
                  <a:cubicBezTo>
                    <a:pt x="8040" y="3761"/>
                    <a:pt x="9208" y="2260"/>
                    <a:pt x="10475" y="859"/>
                  </a:cubicBezTo>
                  <a:cubicBezTo>
                    <a:pt x="10831" y="478"/>
                    <a:pt x="10529" y="0"/>
                    <a:pt x="1015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102">
              <a:extLst>
                <a:ext uri="{FF2B5EF4-FFF2-40B4-BE49-F238E27FC236}">
                  <a16:creationId xmlns:a16="http://schemas.microsoft.com/office/drawing/2014/main" id="{1CAF413E-5F8E-CACD-41CD-856FC8B7D311}"/>
                </a:ext>
              </a:extLst>
            </p:cNvPr>
            <p:cNvSpPr/>
            <p:nvPr/>
          </p:nvSpPr>
          <p:spPr>
            <a:xfrm>
              <a:off x="3834550" y="3501825"/>
              <a:ext cx="207675" cy="42225"/>
            </a:xfrm>
            <a:custGeom>
              <a:avLst/>
              <a:gdLst/>
              <a:ahLst/>
              <a:cxnLst/>
              <a:rect l="l" t="t" r="r" b="b"/>
              <a:pathLst>
                <a:path w="8307" h="1689" extrusionOk="0">
                  <a:moveTo>
                    <a:pt x="6326" y="0"/>
                  </a:moveTo>
                  <a:cubicBezTo>
                    <a:pt x="4356" y="0"/>
                    <a:pt x="2384" y="300"/>
                    <a:pt x="502" y="846"/>
                  </a:cubicBezTo>
                  <a:cubicBezTo>
                    <a:pt x="1" y="1003"/>
                    <a:pt x="206" y="1689"/>
                    <a:pt x="647" y="1689"/>
                  </a:cubicBezTo>
                  <a:cubicBezTo>
                    <a:pt x="675" y="1689"/>
                    <a:pt x="705" y="1686"/>
                    <a:pt x="735" y="1680"/>
                  </a:cubicBezTo>
                  <a:cubicBezTo>
                    <a:pt x="2382" y="1213"/>
                    <a:pt x="4083" y="1000"/>
                    <a:pt x="5798" y="1000"/>
                  </a:cubicBezTo>
                  <a:cubicBezTo>
                    <a:pt x="6411" y="1000"/>
                    <a:pt x="7026" y="1027"/>
                    <a:pt x="7640" y="1080"/>
                  </a:cubicBezTo>
                  <a:cubicBezTo>
                    <a:pt x="7669" y="1084"/>
                    <a:pt x="7697" y="1086"/>
                    <a:pt x="7724" y="1086"/>
                  </a:cubicBezTo>
                  <a:cubicBezTo>
                    <a:pt x="8306" y="1086"/>
                    <a:pt x="8278" y="77"/>
                    <a:pt x="7640" y="45"/>
                  </a:cubicBezTo>
                  <a:cubicBezTo>
                    <a:pt x="7203" y="15"/>
                    <a:pt x="6764" y="0"/>
                    <a:pt x="632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102">
              <a:extLst>
                <a:ext uri="{FF2B5EF4-FFF2-40B4-BE49-F238E27FC236}">
                  <a16:creationId xmlns:a16="http://schemas.microsoft.com/office/drawing/2014/main" id="{FE552B5F-4F4F-005C-5B46-851AA55DA324}"/>
                </a:ext>
              </a:extLst>
            </p:cNvPr>
            <p:cNvSpPr/>
            <p:nvPr/>
          </p:nvSpPr>
          <p:spPr>
            <a:xfrm>
              <a:off x="2101000" y="985150"/>
              <a:ext cx="224200" cy="139450"/>
            </a:xfrm>
            <a:custGeom>
              <a:avLst/>
              <a:gdLst/>
              <a:ahLst/>
              <a:cxnLst/>
              <a:rect l="l" t="t" r="r" b="b"/>
              <a:pathLst>
                <a:path w="8968" h="5578" extrusionOk="0">
                  <a:moveTo>
                    <a:pt x="4331" y="1"/>
                  </a:moveTo>
                  <a:cubicBezTo>
                    <a:pt x="2632" y="1"/>
                    <a:pt x="846" y="1065"/>
                    <a:pt x="194" y="3710"/>
                  </a:cubicBezTo>
                  <a:cubicBezTo>
                    <a:pt x="0" y="5104"/>
                    <a:pt x="257" y="5397"/>
                    <a:pt x="506" y="5397"/>
                  </a:cubicBezTo>
                  <a:cubicBezTo>
                    <a:pt x="685" y="5397"/>
                    <a:pt x="861" y="5244"/>
                    <a:pt x="861" y="5244"/>
                  </a:cubicBezTo>
                  <a:cubicBezTo>
                    <a:pt x="861" y="5244"/>
                    <a:pt x="1887" y="3045"/>
                    <a:pt x="3995" y="3045"/>
                  </a:cubicBezTo>
                  <a:cubicBezTo>
                    <a:pt x="4135" y="3045"/>
                    <a:pt x="4280" y="3055"/>
                    <a:pt x="4431" y="3076"/>
                  </a:cubicBezTo>
                  <a:cubicBezTo>
                    <a:pt x="6866" y="3343"/>
                    <a:pt x="7766" y="5578"/>
                    <a:pt x="7766" y="5578"/>
                  </a:cubicBezTo>
                  <a:cubicBezTo>
                    <a:pt x="7766" y="5578"/>
                    <a:pt x="8967" y="4143"/>
                    <a:pt x="7599" y="1742"/>
                  </a:cubicBezTo>
                  <a:cubicBezTo>
                    <a:pt x="6966" y="666"/>
                    <a:pt x="5676" y="1"/>
                    <a:pt x="43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102">
              <a:extLst>
                <a:ext uri="{FF2B5EF4-FFF2-40B4-BE49-F238E27FC236}">
                  <a16:creationId xmlns:a16="http://schemas.microsoft.com/office/drawing/2014/main" id="{1BE9D37D-21BE-D80E-8E37-AFC81FD54280}"/>
                </a:ext>
              </a:extLst>
            </p:cNvPr>
            <p:cNvSpPr/>
            <p:nvPr/>
          </p:nvSpPr>
          <p:spPr>
            <a:xfrm>
              <a:off x="2068900" y="1054525"/>
              <a:ext cx="306325" cy="434500"/>
            </a:xfrm>
            <a:custGeom>
              <a:avLst/>
              <a:gdLst/>
              <a:ahLst/>
              <a:cxnLst/>
              <a:rect l="l" t="t" r="r" b="b"/>
              <a:pathLst>
                <a:path w="12253" h="17380" extrusionOk="0">
                  <a:moveTo>
                    <a:pt x="1912" y="1"/>
                  </a:moveTo>
                  <a:cubicBezTo>
                    <a:pt x="1884" y="26"/>
                    <a:pt x="1862" y="58"/>
                    <a:pt x="1845" y="95"/>
                  </a:cubicBezTo>
                  <a:lnTo>
                    <a:pt x="1845" y="95"/>
                  </a:lnTo>
                  <a:cubicBezTo>
                    <a:pt x="1867" y="63"/>
                    <a:pt x="1889" y="32"/>
                    <a:pt x="1912" y="1"/>
                  </a:cubicBezTo>
                  <a:close/>
                  <a:moveTo>
                    <a:pt x="1845" y="95"/>
                  </a:moveTo>
                  <a:cubicBezTo>
                    <a:pt x="1" y="2758"/>
                    <a:pt x="1003" y="6500"/>
                    <a:pt x="3146" y="8874"/>
                  </a:cubicBezTo>
                  <a:cubicBezTo>
                    <a:pt x="5348" y="11309"/>
                    <a:pt x="10685" y="17380"/>
                    <a:pt x="10685" y="17380"/>
                  </a:cubicBezTo>
                  <a:lnTo>
                    <a:pt x="12253" y="13143"/>
                  </a:lnTo>
                  <a:cubicBezTo>
                    <a:pt x="12253" y="13143"/>
                    <a:pt x="7416" y="9007"/>
                    <a:pt x="5815" y="7039"/>
                  </a:cubicBezTo>
                  <a:cubicBezTo>
                    <a:pt x="4278" y="5150"/>
                    <a:pt x="1450" y="986"/>
                    <a:pt x="1845" y="9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102">
              <a:extLst>
                <a:ext uri="{FF2B5EF4-FFF2-40B4-BE49-F238E27FC236}">
                  <a16:creationId xmlns:a16="http://schemas.microsoft.com/office/drawing/2014/main" id="{914A4626-B586-1019-E6E9-232A4731C294}"/>
                </a:ext>
              </a:extLst>
            </p:cNvPr>
            <p:cNvSpPr/>
            <p:nvPr/>
          </p:nvSpPr>
          <p:spPr>
            <a:xfrm>
              <a:off x="2019125" y="1030350"/>
              <a:ext cx="321900" cy="454525"/>
            </a:xfrm>
            <a:custGeom>
              <a:avLst/>
              <a:gdLst/>
              <a:ahLst/>
              <a:cxnLst/>
              <a:rect l="l" t="t" r="r" b="b"/>
              <a:pathLst>
                <a:path w="12876" h="18181" extrusionOk="0">
                  <a:moveTo>
                    <a:pt x="10975" y="0"/>
                  </a:moveTo>
                  <a:cubicBezTo>
                    <a:pt x="10975" y="0"/>
                    <a:pt x="9740" y="4504"/>
                    <a:pt x="8673" y="5971"/>
                  </a:cubicBezTo>
                  <a:cubicBezTo>
                    <a:pt x="7572" y="7439"/>
                    <a:pt x="0" y="15011"/>
                    <a:pt x="0" y="15011"/>
                  </a:cubicBezTo>
                  <a:lnTo>
                    <a:pt x="2869" y="18180"/>
                  </a:lnTo>
                  <a:cubicBezTo>
                    <a:pt x="2869" y="18180"/>
                    <a:pt x="9373" y="10308"/>
                    <a:pt x="11141" y="8173"/>
                  </a:cubicBezTo>
                  <a:cubicBezTo>
                    <a:pt x="12876" y="6005"/>
                    <a:pt x="11708" y="1501"/>
                    <a:pt x="1097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6" name="Google Shape;3626;p102">
            <a:extLst>
              <a:ext uri="{FF2B5EF4-FFF2-40B4-BE49-F238E27FC236}">
                <a16:creationId xmlns:a16="http://schemas.microsoft.com/office/drawing/2014/main" id="{A1560429-E5B3-F096-CB54-2CF8F9800BD5}"/>
              </a:ext>
            </a:extLst>
          </p:cNvPr>
          <p:cNvSpPr txBox="1">
            <a:spLocks noGrp="1"/>
          </p:cNvSpPr>
          <p:nvPr>
            <p:ph type="subTitle" idx="1"/>
          </p:nvPr>
        </p:nvSpPr>
        <p:spPr>
          <a:xfrm>
            <a:off x="494482" y="3223077"/>
            <a:ext cx="33189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million of people worldwide will have diabetes in 2050</a:t>
            </a:r>
            <a:endParaRPr/>
          </a:p>
        </p:txBody>
      </p:sp>
      <p:sp>
        <p:nvSpPr>
          <p:cNvPr id="3627" name="Google Shape;3627;p102">
            <a:extLst>
              <a:ext uri="{FF2B5EF4-FFF2-40B4-BE49-F238E27FC236}">
                <a16:creationId xmlns:a16="http://schemas.microsoft.com/office/drawing/2014/main" id="{BA9FB950-4A2B-7E5B-96B0-9B3A1B276AF6}"/>
              </a:ext>
            </a:extLst>
          </p:cNvPr>
          <p:cNvSpPr txBox="1">
            <a:spLocks noGrp="1"/>
          </p:cNvSpPr>
          <p:nvPr>
            <p:ph type="title"/>
          </p:nvPr>
        </p:nvSpPr>
        <p:spPr>
          <a:xfrm>
            <a:off x="494482" y="2511102"/>
            <a:ext cx="3318900" cy="84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853</a:t>
            </a:r>
            <a:endParaRPr/>
          </a:p>
        </p:txBody>
      </p:sp>
      <p:sp>
        <p:nvSpPr>
          <p:cNvPr id="3628" name="Google Shape;3628;p102">
            <a:extLst>
              <a:ext uri="{FF2B5EF4-FFF2-40B4-BE49-F238E27FC236}">
                <a16:creationId xmlns:a16="http://schemas.microsoft.com/office/drawing/2014/main" id="{04629C0F-FF47-C0EE-012E-7CDC04177C21}"/>
              </a:ext>
            </a:extLst>
          </p:cNvPr>
          <p:cNvSpPr txBox="1">
            <a:spLocks noGrp="1"/>
          </p:cNvSpPr>
          <p:nvPr>
            <p:ph type="subTitle" idx="2"/>
          </p:nvPr>
        </p:nvSpPr>
        <p:spPr>
          <a:xfrm>
            <a:off x="494482" y="1408852"/>
            <a:ext cx="33189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million of people worldwide are living with diabetes today </a:t>
            </a:r>
            <a:endParaRPr/>
          </a:p>
        </p:txBody>
      </p:sp>
      <p:sp>
        <p:nvSpPr>
          <p:cNvPr id="3629" name="Google Shape;3629;p102">
            <a:extLst>
              <a:ext uri="{FF2B5EF4-FFF2-40B4-BE49-F238E27FC236}">
                <a16:creationId xmlns:a16="http://schemas.microsoft.com/office/drawing/2014/main" id="{A1251D2A-CBD3-1C28-40A9-010887998392}"/>
              </a:ext>
            </a:extLst>
          </p:cNvPr>
          <p:cNvSpPr txBox="1">
            <a:spLocks noGrp="1"/>
          </p:cNvSpPr>
          <p:nvPr>
            <p:ph type="title" idx="3"/>
          </p:nvPr>
        </p:nvSpPr>
        <p:spPr>
          <a:xfrm>
            <a:off x="494482" y="696877"/>
            <a:ext cx="3318900" cy="84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589</a:t>
            </a:r>
            <a:endParaRPr/>
          </a:p>
        </p:txBody>
      </p:sp>
      <p:sp>
        <p:nvSpPr>
          <p:cNvPr id="3630" name="Google Shape;3630;p102">
            <a:extLst>
              <a:ext uri="{FF2B5EF4-FFF2-40B4-BE49-F238E27FC236}">
                <a16:creationId xmlns:a16="http://schemas.microsoft.com/office/drawing/2014/main" id="{BC4C6FF5-6F39-519E-0514-8984191D425C}"/>
              </a:ext>
            </a:extLst>
          </p:cNvPr>
          <p:cNvSpPr/>
          <p:nvPr/>
        </p:nvSpPr>
        <p:spPr>
          <a:xfrm rot="10800000" flipH="1">
            <a:off x="7891926" y="1377904"/>
            <a:ext cx="230146" cy="230146"/>
          </a:xfrm>
          <a:custGeom>
            <a:avLst/>
            <a:gdLst/>
            <a:ahLst/>
            <a:cxnLst/>
            <a:rect l="l" t="t" r="r" b="b"/>
            <a:pathLst>
              <a:path w="7239" h="7239" extrusionOk="0">
                <a:moveTo>
                  <a:pt x="2835" y="0"/>
                </a:moveTo>
                <a:cubicBezTo>
                  <a:pt x="2535" y="0"/>
                  <a:pt x="2402" y="134"/>
                  <a:pt x="2402" y="434"/>
                </a:cubicBezTo>
                <a:lnTo>
                  <a:pt x="2402" y="2469"/>
                </a:lnTo>
                <a:lnTo>
                  <a:pt x="434" y="2469"/>
                </a:lnTo>
                <a:cubicBezTo>
                  <a:pt x="133" y="2469"/>
                  <a:pt x="0" y="2602"/>
                  <a:pt x="0" y="2902"/>
                </a:cubicBezTo>
                <a:lnTo>
                  <a:pt x="0" y="4303"/>
                </a:lnTo>
                <a:cubicBezTo>
                  <a:pt x="0" y="4604"/>
                  <a:pt x="133" y="4737"/>
                  <a:pt x="434" y="4737"/>
                </a:cubicBezTo>
                <a:lnTo>
                  <a:pt x="2402" y="4737"/>
                </a:lnTo>
                <a:lnTo>
                  <a:pt x="2402" y="6772"/>
                </a:lnTo>
                <a:cubicBezTo>
                  <a:pt x="2402" y="7105"/>
                  <a:pt x="2535" y="7239"/>
                  <a:pt x="2835" y="7239"/>
                </a:cubicBezTo>
                <a:lnTo>
                  <a:pt x="4370" y="7239"/>
                </a:lnTo>
                <a:cubicBezTo>
                  <a:pt x="4670" y="7239"/>
                  <a:pt x="4803" y="7105"/>
                  <a:pt x="4803" y="6772"/>
                </a:cubicBezTo>
                <a:lnTo>
                  <a:pt x="4803" y="4737"/>
                </a:lnTo>
                <a:lnTo>
                  <a:pt x="6805" y="4737"/>
                </a:lnTo>
                <a:cubicBezTo>
                  <a:pt x="7105" y="4737"/>
                  <a:pt x="7239" y="4604"/>
                  <a:pt x="7239" y="4303"/>
                </a:cubicBezTo>
                <a:lnTo>
                  <a:pt x="7239" y="2902"/>
                </a:lnTo>
                <a:cubicBezTo>
                  <a:pt x="7239" y="2602"/>
                  <a:pt x="7105" y="2469"/>
                  <a:pt x="6805" y="2469"/>
                </a:cubicBezTo>
                <a:lnTo>
                  <a:pt x="4803" y="2469"/>
                </a:lnTo>
                <a:lnTo>
                  <a:pt x="4803" y="434"/>
                </a:lnTo>
                <a:cubicBezTo>
                  <a:pt x="4803" y="134"/>
                  <a:pt x="4670" y="0"/>
                  <a:pt x="4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1" name="Google Shape;3631;p102">
            <a:extLst>
              <a:ext uri="{FF2B5EF4-FFF2-40B4-BE49-F238E27FC236}">
                <a16:creationId xmlns:a16="http://schemas.microsoft.com/office/drawing/2014/main" id="{CCED8EE7-424C-DFE9-B316-7A6CB6825388}"/>
              </a:ext>
            </a:extLst>
          </p:cNvPr>
          <p:cNvGrpSpPr/>
          <p:nvPr/>
        </p:nvGrpSpPr>
        <p:grpSpPr>
          <a:xfrm rot="2195402" flipH="1">
            <a:off x="8451502" y="376617"/>
            <a:ext cx="643538" cy="377040"/>
            <a:chOff x="-1131628" y="1250953"/>
            <a:chExt cx="695437" cy="407447"/>
          </a:xfrm>
        </p:grpSpPr>
        <p:sp>
          <p:nvSpPr>
            <p:cNvPr id="3632" name="Google Shape;3632;p102">
              <a:extLst>
                <a:ext uri="{FF2B5EF4-FFF2-40B4-BE49-F238E27FC236}">
                  <a16:creationId xmlns:a16="http://schemas.microsoft.com/office/drawing/2014/main" id="{CF25B3E0-64B8-D57C-F92A-7BD96B87465E}"/>
                </a:ext>
              </a:extLst>
            </p:cNvPr>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102">
              <a:extLst>
                <a:ext uri="{FF2B5EF4-FFF2-40B4-BE49-F238E27FC236}">
                  <a16:creationId xmlns:a16="http://schemas.microsoft.com/office/drawing/2014/main" id="{734CC93C-F13E-C46B-8C72-2705E2375E1F}"/>
                </a:ext>
              </a:extLst>
            </p:cNvPr>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102">
              <a:extLst>
                <a:ext uri="{FF2B5EF4-FFF2-40B4-BE49-F238E27FC236}">
                  <a16:creationId xmlns:a16="http://schemas.microsoft.com/office/drawing/2014/main" id="{7E49CA7E-879D-D6BB-CB03-FC346E93ED97}"/>
                </a:ext>
              </a:extLst>
            </p:cNvPr>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3278;p96">
            <a:extLst>
              <a:ext uri="{FF2B5EF4-FFF2-40B4-BE49-F238E27FC236}">
                <a16:creationId xmlns:a16="http://schemas.microsoft.com/office/drawing/2014/main" id="{D66DC100-1EA6-73F4-B35C-9E20F54D3EF6}"/>
              </a:ext>
            </a:extLst>
          </p:cNvPr>
          <p:cNvSpPr txBox="1">
            <a:spLocks/>
          </p:cNvSpPr>
          <p:nvPr/>
        </p:nvSpPr>
        <p:spPr>
          <a:xfrm>
            <a:off x="-286994" y="4749541"/>
            <a:ext cx="3546088" cy="3355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0" indent="0"/>
            <a:r>
              <a:rPr lang="en-US" sz="1000" i="1"/>
              <a:t>Source: World Health Organization (WHO)</a:t>
            </a:r>
          </a:p>
        </p:txBody>
      </p:sp>
      <p:sp>
        <p:nvSpPr>
          <p:cNvPr id="1214" name="Google Shape;1214;p66"/>
          <p:cNvSpPr txBox="1">
            <a:spLocks/>
          </p:cNvSpPr>
          <p:nvPr/>
        </p:nvSpPr>
        <p:spPr>
          <a:xfrm>
            <a:off x="4407702" y="1404066"/>
            <a:ext cx="3628800" cy="2896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139700" indent="0" algn="l">
              <a:lnSpc>
                <a:spcPct val="150000"/>
              </a:lnSpc>
            </a:pPr>
            <a:r>
              <a:rPr lang="en-US" dirty="0">
                <a:solidFill>
                  <a:schemeClr val="tx1"/>
                </a:solidFill>
              </a:rPr>
              <a:t>Diabetes is a growing </a:t>
            </a:r>
            <a:r>
              <a:rPr lang="en-US" b="1" dirty="0">
                <a:solidFill>
                  <a:srgbClr val="FF0000"/>
                </a:solidFill>
              </a:rPr>
              <a:t>global health concern.</a:t>
            </a:r>
            <a:r>
              <a:rPr lang="en-US" dirty="0">
                <a:solidFill>
                  <a:schemeClr val="tx1"/>
                </a:solidFill>
              </a:rPr>
              <a:t> By investigating data relating to patients with and without diabetes, we can explore which medical and lifestyle factors relate most strongly to the likelihood of diabetes.</a:t>
            </a:r>
          </a:p>
        </p:txBody>
      </p:sp>
      <p:sp>
        <p:nvSpPr>
          <p:cNvPr id="4" name="Google Shape;959;p63">
            <a:extLst>
              <a:ext uri="{FF2B5EF4-FFF2-40B4-BE49-F238E27FC236}">
                <a16:creationId xmlns:a16="http://schemas.microsoft.com/office/drawing/2014/main" id="{4AF66278-4671-25E5-3923-DBE911CF5AB4}"/>
              </a:ext>
            </a:extLst>
          </p:cNvPr>
          <p:cNvSpPr txBox="1">
            <a:spLocks/>
          </p:cNvSpPr>
          <p:nvPr/>
        </p:nvSpPr>
        <p:spPr>
          <a:xfrm>
            <a:off x="4510052" y="841735"/>
            <a:ext cx="3243414" cy="378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ungee"/>
              <a:buNone/>
              <a:defRPr sz="3500" b="0" i="0" u="none" strike="noStrike" cap="none">
                <a:solidFill>
                  <a:schemeClr val="dk1"/>
                </a:solidFill>
                <a:latin typeface="Bungee"/>
                <a:ea typeface="Bungee"/>
                <a:cs typeface="Bungee"/>
                <a:sym typeface="Bungee"/>
              </a:defRPr>
            </a:lvl1pPr>
            <a:lvl2pPr marR="0" lvl="1"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500"/>
              <a:buFont typeface="Arial"/>
              <a:buNone/>
              <a:defRPr sz="3500" b="0" i="0" u="none" strike="noStrike" cap="none">
                <a:solidFill>
                  <a:schemeClr val="dk1"/>
                </a:solidFill>
                <a:latin typeface="Arial"/>
                <a:ea typeface="Arial"/>
                <a:cs typeface="Arial"/>
                <a:sym typeface="Arial"/>
              </a:defRPr>
            </a:lvl9pPr>
          </a:lstStyle>
          <a:p>
            <a:r>
              <a:rPr lang="en-US" sz="2000">
                <a:solidFill>
                  <a:schemeClr val="bg2"/>
                </a:solidFill>
              </a:rPr>
              <a:t>Motivation</a:t>
            </a:r>
          </a:p>
        </p:txBody>
      </p:sp>
    </p:spTree>
    <p:extLst>
      <p:ext uri="{BB962C8B-B14F-4D97-AF65-F5344CB8AC3E}">
        <p14:creationId xmlns:p14="http://schemas.microsoft.com/office/powerpoint/2010/main" val="822916167"/>
      </p:ext>
    </p:extLst>
  </p:cSld>
  <p:clrMapOvr>
    <a:masterClrMapping/>
  </p:clrMapOvr>
  <mc:AlternateContent xmlns:mc="http://schemas.openxmlformats.org/markup-compatibility/2006" xmlns:p15="http://schemas.microsoft.com/office/powerpoint/2012/main">
    <mc:Choice Requires="p15">
      <p:transition spd="slow">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27"/>
                                        </p:tgtEl>
                                        <p:attrNameLst>
                                          <p:attrName>style.visibility</p:attrName>
                                        </p:attrNameLst>
                                      </p:cBhvr>
                                      <p:to>
                                        <p:strVal val="visible"/>
                                      </p:to>
                                    </p:set>
                                    <p:animEffect transition="in" filter="fade">
                                      <p:cBhvr>
                                        <p:cTn id="7" dur="1000"/>
                                        <p:tgtEl>
                                          <p:spTgt spid="3627"/>
                                        </p:tgtEl>
                                      </p:cBhvr>
                                    </p:animEffect>
                                  </p:childTnLst>
                                </p:cTn>
                              </p:par>
                              <p:par>
                                <p:cTn id="8" presetID="10" presetClass="entr" presetSubtype="0" fill="hold" nodeType="withEffect">
                                  <p:stCondLst>
                                    <p:cond delay="0"/>
                                  </p:stCondLst>
                                  <p:childTnLst>
                                    <p:set>
                                      <p:cBhvr>
                                        <p:cTn id="9" dur="1" fill="hold">
                                          <p:stCondLst>
                                            <p:cond delay="0"/>
                                          </p:stCondLst>
                                        </p:cTn>
                                        <p:tgtEl>
                                          <p:spTgt spid="3628"/>
                                        </p:tgtEl>
                                        <p:attrNameLst>
                                          <p:attrName>style.visibility</p:attrName>
                                        </p:attrNameLst>
                                      </p:cBhvr>
                                      <p:to>
                                        <p:strVal val="visible"/>
                                      </p:to>
                                    </p:set>
                                    <p:animEffect transition="in" filter="fade">
                                      <p:cBhvr>
                                        <p:cTn id="10" dur="1000"/>
                                        <p:tgtEl>
                                          <p:spTgt spid="3628"/>
                                        </p:tgtEl>
                                      </p:cBhvr>
                                    </p:animEffect>
                                  </p:childTnLst>
                                </p:cTn>
                              </p:par>
                              <p:par>
                                <p:cTn id="11" presetID="10" presetClass="entr" presetSubtype="0" fill="hold" nodeType="withEffect">
                                  <p:stCondLst>
                                    <p:cond delay="0"/>
                                  </p:stCondLst>
                                  <p:childTnLst>
                                    <p:set>
                                      <p:cBhvr>
                                        <p:cTn id="12" dur="1" fill="hold">
                                          <p:stCondLst>
                                            <p:cond delay="0"/>
                                          </p:stCondLst>
                                        </p:cTn>
                                        <p:tgtEl>
                                          <p:spTgt spid="3629"/>
                                        </p:tgtEl>
                                        <p:attrNameLst>
                                          <p:attrName>style.visibility</p:attrName>
                                        </p:attrNameLst>
                                      </p:cBhvr>
                                      <p:to>
                                        <p:strVal val="visible"/>
                                      </p:to>
                                    </p:set>
                                    <p:animEffect transition="in" filter="fade">
                                      <p:cBhvr>
                                        <p:cTn id="13" dur="1000"/>
                                        <p:tgtEl>
                                          <p:spTgt spid="3629"/>
                                        </p:tgtEl>
                                      </p:cBhvr>
                                    </p:animEffect>
                                  </p:childTnLst>
                                </p:cTn>
                              </p:par>
                              <p:par>
                                <p:cTn id="14" presetID="10" presetClass="entr" presetSubtype="0" fill="hold" nodeType="withEffect">
                                  <p:stCondLst>
                                    <p:cond delay="0"/>
                                  </p:stCondLst>
                                  <p:childTnLst>
                                    <p:set>
                                      <p:cBhvr>
                                        <p:cTn id="15" dur="1" fill="hold">
                                          <p:stCondLst>
                                            <p:cond delay="0"/>
                                          </p:stCondLst>
                                        </p:cTn>
                                        <p:tgtEl>
                                          <p:spTgt spid="3626"/>
                                        </p:tgtEl>
                                        <p:attrNameLst>
                                          <p:attrName>style.visibility</p:attrName>
                                        </p:attrNameLst>
                                      </p:cBhvr>
                                      <p:to>
                                        <p:strVal val="visible"/>
                                      </p:to>
                                    </p:set>
                                    <p:animEffect transition="in" filter="fade">
                                      <p:cBhvr>
                                        <p:cTn id="16" dur="1000"/>
                                        <p:tgtEl>
                                          <p:spTgt spid="3626"/>
                                        </p:tgtEl>
                                      </p:cBhvr>
                                    </p:animEffect>
                                  </p:childTnLst>
                                </p:cTn>
                              </p:par>
                              <p:par>
                                <p:cTn id="17" presetID="10"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childTnLst>
                                </p:cTn>
                              </p:par>
                            </p:childTnLst>
                          </p:cTn>
                        </p:par>
                        <p:par>
                          <p:cTn id="20" fill="hold">
                            <p:stCondLst>
                              <p:cond delay="1000"/>
                            </p:stCondLst>
                            <p:childTnLst>
                              <p:par>
                                <p:cTn id="21" presetID="10" presetClass="entr" presetSubtype="0" fill="hold" nodeType="afterEffect">
                                  <p:stCondLst>
                                    <p:cond delay="0"/>
                                  </p:stCondLst>
                                  <p:childTnLst>
                                    <p:set>
                                      <p:cBhvr>
                                        <p:cTn id="22" dur="1" fill="hold">
                                          <p:stCondLst>
                                            <p:cond delay="0"/>
                                          </p:stCondLst>
                                        </p:cTn>
                                        <p:tgtEl>
                                          <p:spTgt spid="1214"/>
                                        </p:tgtEl>
                                        <p:attrNameLst>
                                          <p:attrName>style.visibility</p:attrName>
                                        </p:attrNameLst>
                                      </p:cBhvr>
                                      <p:to>
                                        <p:strVal val="visible"/>
                                      </p:to>
                                    </p:set>
                                    <p:animEffect transition="in" filter="fade">
                                      <p:cBhvr>
                                        <p:cTn id="23" dur="1000"/>
                                        <p:tgtEl>
                                          <p:spTgt spid="1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sp>
        <p:nvSpPr>
          <p:cNvPr id="1660" name="Google Shape;1660;p73"/>
          <p:cNvSpPr txBox="1">
            <a:spLocks noGrp="1"/>
          </p:cNvSpPr>
          <p:nvPr>
            <p:ph type="title" idx="6"/>
          </p:nvPr>
        </p:nvSpPr>
        <p:spPr>
          <a:xfrm>
            <a:off x="668588" y="4270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POSITIVE SOCIETAL OUTCOMES</a:t>
            </a:r>
            <a:endParaRPr/>
          </a:p>
        </p:txBody>
      </p:sp>
      <p:sp>
        <p:nvSpPr>
          <p:cNvPr id="1661" name="Google Shape;1661;p73"/>
          <p:cNvSpPr txBox="1">
            <a:spLocks noGrp="1"/>
          </p:cNvSpPr>
          <p:nvPr>
            <p:ph type="title"/>
          </p:nvPr>
        </p:nvSpPr>
        <p:spPr>
          <a:xfrm>
            <a:off x="842810" y="2826500"/>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CA" sz="1600"/>
              <a:t>Early detection &amp; prevention</a:t>
            </a:r>
            <a:endParaRPr sz="1600"/>
          </a:p>
        </p:txBody>
      </p:sp>
      <p:sp>
        <p:nvSpPr>
          <p:cNvPr id="1662" name="Google Shape;1662;p73"/>
          <p:cNvSpPr txBox="1">
            <a:spLocks noGrp="1"/>
          </p:cNvSpPr>
          <p:nvPr>
            <p:ph type="subTitle" idx="1"/>
          </p:nvPr>
        </p:nvSpPr>
        <p:spPr>
          <a:xfrm>
            <a:off x="842810" y="3530993"/>
            <a:ext cx="2175300" cy="869400"/>
          </a:xfrm>
          <a:prstGeom prst="rect">
            <a:avLst/>
          </a:prstGeom>
        </p:spPr>
        <p:txBody>
          <a:bodyPr spcFirstLastPara="1" wrap="square" lIns="91425" tIns="91425" rIns="91425" bIns="91425" anchor="ctr" anchorCtr="0">
            <a:noAutofit/>
          </a:bodyPr>
          <a:lstStyle/>
          <a:p>
            <a:pPr marL="0" indent="-31750"/>
            <a:r>
              <a:rPr lang="en-US" sz="1400" dirty="0">
                <a:ea typeface="+mn-lt"/>
                <a:cs typeface="+mn-lt"/>
              </a:rPr>
              <a:t>Predictive models help identify high-risk individuals before symptoms worsen</a:t>
            </a:r>
            <a:endParaRPr lang="en-US" dirty="0">
              <a:ea typeface="+mn-lt"/>
              <a:cs typeface="+mn-lt"/>
            </a:endParaRPr>
          </a:p>
        </p:txBody>
      </p:sp>
      <p:sp>
        <p:nvSpPr>
          <p:cNvPr id="1663" name="Google Shape;1663;p73"/>
          <p:cNvSpPr txBox="1">
            <a:spLocks noGrp="1"/>
          </p:cNvSpPr>
          <p:nvPr>
            <p:ph type="title" idx="2"/>
          </p:nvPr>
        </p:nvSpPr>
        <p:spPr>
          <a:xfrm>
            <a:off x="3484350" y="2826500"/>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t>ImPROVED PUBLIC HEALTH PLANNING</a:t>
            </a:r>
            <a:endParaRPr sz="1600"/>
          </a:p>
        </p:txBody>
      </p:sp>
      <p:sp>
        <p:nvSpPr>
          <p:cNvPr id="1664" name="Google Shape;1664;p73"/>
          <p:cNvSpPr txBox="1">
            <a:spLocks noGrp="1"/>
          </p:cNvSpPr>
          <p:nvPr>
            <p:ph type="subTitle" idx="3"/>
          </p:nvPr>
        </p:nvSpPr>
        <p:spPr>
          <a:xfrm>
            <a:off x="3112853" y="3560725"/>
            <a:ext cx="2813493" cy="869400"/>
          </a:xfrm>
          <a:prstGeom prst="rect">
            <a:avLst/>
          </a:prstGeom>
        </p:spPr>
        <p:txBody>
          <a:bodyPr spcFirstLastPara="1" wrap="square" lIns="91425" tIns="91425" rIns="91425" bIns="91425" anchor="ctr" anchorCtr="0">
            <a:noAutofit/>
          </a:bodyPr>
          <a:lstStyle/>
          <a:p>
            <a:pPr marL="0" indent="-31750"/>
            <a:r>
              <a:rPr lang="en-US" sz="1400" dirty="0">
                <a:ea typeface="+mn-lt"/>
                <a:cs typeface="+mn-lt"/>
              </a:rPr>
              <a:t>Insights can guide governments and healthcare organizations in designing targeted prevention programs</a:t>
            </a:r>
            <a:endParaRPr lang="en-US" dirty="0">
              <a:ea typeface="+mn-lt"/>
              <a:cs typeface="+mn-lt"/>
            </a:endParaRPr>
          </a:p>
        </p:txBody>
      </p:sp>
      <p:sp>
        <p:nvSpPr>
          <p:cNvPr id="1665" name="Google Shape;1665;p73"/>
          <p:cNvSpPr txBox="1">
            <a:spLocks noGrp="1"/>
          </p:cNvSpPr>
          <p:nvPr>
            <p:ph type="title" idx="4"/>
          </p:nvPr>
        </p:nvSpPr>
        <p:spPr>
          <a:xfrm>
            <a:off x="6125890" y="2826500"/>
            <a:ext cx="2175300" cy="527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t>PATIENT EMPOWERMENT</a:t>
            </a:r>
            <a:endParaRPr sz="1600"/>
          </a:p>
        </p:txBody>
      </p:sp>
      <p:sp>
        <p:nvSpPr>
          <p:cNvPr id="1666" name="Google Shape;1666;p73"/>
          <p:cNvSpPr txBox="1">
            <a:spLocks noGrp="1"/>
          </p:cNvSpPr>
          <p:nvPr>
            <p:ph type="subTitle" idx="5"/>
          </p:nvPr>
        </p:nvSpPr>
        <p:spPr>
          <a:xfrm>
            <a:off x="6125892" y="3530993"/>
            <a:ext cx="2175300" cy="869400"/>
          </a:xfrm>
          <a:prstGeom prst="rect">
            <a:avLst/>
          </a:prstGeom>
        </p:spPr>
        <p:txBody>
          <a:bodyPr spcFirstLastPara="1" wrap="square" lIns="91425" tIns="91425" rIns="91425" bIns="91425" anchor="ctr" anchorCtr="0">
            <a:noAutofit/>
          </a:bodyPr>
          <a:lstStyle/>
          <a:p>
            <a:pPr marL="57150" indent="0"/>
            <a:r>
              <a:rPr lang="en-US" sz="1400" dirty="0">
                <a:ea typeface="+mn-lt"/>
                <a:cs typeface="+mn-lt"/>
              </a:rPr>
              <a:t>Data-driven awareness helps individuals make informed lifestyle and health choices</a:t>
            </a:r>
            <a:endParaRPr lang="en-US" dirty="0"/>
          </a:p>
        </p:txBody>
      </p:sp>
      <p:grpSp>
        <p:nvGrpSpPr>
          <p:cNvPr id="1667" name="Google Shape;1667;p73"/>
          <p:cNvGrpSpPr/>
          <p:nvPr/>
        </p:nvGrpSpPr>
        <p:grpSpPr>
          <a:xfrm>
            <a:off x="1438277" y="1417868"/>
            <a:ext cx="924590" cy="1116799"/>
            <a:chOff x="-2614513" y="1089750"/>
            <a:chExt cx="857226" cy="1145773"/>
          </a:xfrm>
        </p:grpSpPr>
        <p:sp>
          <p:nvSpPr>
            <p:cNvPr id="1668" name="Google Shape;1668;p73"/>
            <p:cNvSpPr/>
            <p:nvPr/>
          </p:nvSpPr>
          <p:spPr>
            <a:xfrm>
              <a:off x="-2614513" y="1378200"/>
              <a:ext cx="857226" cy="857323"/>
            </a:xfrm>
            <a:custGeom>
              <a:avLst/>
              <a:gdLst/>
              <a:ahLst/>
              <a:cxnLst/>
              <a:rect l="l" t="t" r="r" b="b"/>
              <a:pathLst>
                <a:path w="24885" h="24886" extrusionOk="0">
                  <a:moveTo>
                    <a:pt x="12442" y="1"/>
                  </a:moveTo>
                  <a:cubicBezTo>
                    <a:pt x="5571" y="1"/>
                    <a:pt x="0" y="5571"/>
                    <a:pt x="0" y="12443"/>
                  </a:cubicBezTo>
                  <a:cubicBezTo>
                    <a:pt x="0" y="19314"/>
                    <a:pt x="5571" y="24885"/>
                    <a:pt x="12442" y="24885"/>
                  </a:cubicBezTo>
                  <a:cubicBezTo>
                    <a:pt x="19314" y="24885"/>
                    <a:pt x="24885" y="19314"/>
                    <a:pt x="24885" y="12443"/>
                  </a:cubicBezTo>
                  <a:cubicBezTo>
                    <a:pt x="24885" y="5571"/>
                    <a:pt x="19314" y="1"/>
                    <a:pt x="124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73"/>
            <p:cNvSpPr/>
            <p:nvPr/>
          </p:nvSpPr>
          <p:spPr>
            <a:xfrm>
              <a:off x="-2065282" y="1457504"/>
              <a:ext cx="70135" cy="663094"/>
            </a:xfrm>
            <a:custGeom>
              <a:avLst/>
              <a:gdLst/>
              <a:ahLst/>
              <a:cxnLst/>
              <a:rect l="l" t="t" r="r" b="b"/>
              <a:pathLst>
                <a:path w="2036" h="19248" extrusionOk="0">
                  <a:moveTo>
                    <a:pt x="1035" y="0"/>
                  </a:moveTo>
                  <a:lnTo>
                    <a:pt x="1" y="2969"/>
                  </a:lnTo>
                  <a:lnTo>
                    <a:pt x="1" y="19247"/>
                  </a:lnTo>
                  <a:lnTo>
                    <a:pt x="2036" y="19247"/>
                  </a:lnTo>
                  <a:lnTo>
                    <a:pt x="2036" y="2969"/>
                  </a:lnTo>
                  <a:lnTo>
                    <a:pt x="103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73"/>
            <p:cNvSpPr/>
            <p:nvPr/>
          </p:nvSpPr>
          <p:spPr>
            <a:xfrm>
              <a:off x="-2030800" y="1089750"/>
              <a:ext cx="4616" cy="318352"/>
            </a:xfrm>
            <a:custGeom>
              <a:avLst/>
              <a:gdLst/>
              <a:ahLst/>
              <a:cxnLst/>
              <a:rect l="l" t="t" r="r" b="b"/>
              <a:pathLst>
                <a:path w="134" h="9241" extrusionOk="0">
                  <a:moveTo>
                    <a:pt x="67" y="1"/>
                  </a:moveTo>
                  <a:lnTo>
                    <a:pt x="1" y="568"/>
                  </a:lnTo>
                  <a:lnTo>
                    <a:pt x="1" y="9208"/>
                  </a:lnTo>
                  <a:lnTo>
                    <a:pt x="134" y="9241"/>
                  </a:lnTo>
                  <a:lnTo>
                    <a:pt x="134" y="601"/>
                  </a:lnTo>
                  <a:lnTo>
                    <a:pt x="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73"/>
            <p:cNvSpPr/>
            <p:nvPr/>
          </p:nvSpPr>
          <p:spPr>
            <a:xfrm>
              <a:off x="-2084814" y="1262138"/>
              <a:ext cx="112643" cy="661957"/>
            </a:xfrm>
            <a:custGeom>
              <a:avLst/>
              <a:gdLst/>
              <a:ahLst/>
              <a:cxnLst/>
              <a:rect l="l" t="t" r="r" b="b"/>
              <a:pathLst>
                <a:path w="3270" h="19215" extrusionOk="0">
                  <a:moveTo>
                    <a:pt x="1635" y="1"/>
                  </a:moveTo>
                  <a:lnTo>
                    <a:pt x="1" y="2969"/>
                  </a:lnTo>
                  <a:lnTo>
                    <a:pt x="1" y="19214"/>
                  </a:lnTo>
                  <a:lnTo>
                    <a:pt x="3270" y="19214"/>
                  </a:lnTo>
                  <a:lnTo>
                    <a:pt x="3270" y="2969"/>
                  </a:lnTo>
                  <a:lnTo>
                    <a:pt x="16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73"/>
            <p:cNvSpPr/>
            <p:nvPr/>
          </p:nvSpPr>
          <p:spPr>
            <a:xfrm>
              <a:off x="-2134212" y="1919444"/>
              <a:ext cx="208028" cy="26492"/>
            </a:xfrm>
            <a:custGeom>
              <a:avLst/>
              <a:gdLst/>
              <a:ahLst/>
              <a:cxnLst/>
              <a:rect l="l" t="t" r="r" b="b"/>
              <a:pathLst>
                <a:path w="6039" h="769" extrusionOk="0">
                  <a:moveTo>
                    <a:pt x="0" y="1"/>
                  </a:moveTo>
                  <a:lnTo>
                    <a:pt x="0" y="768"/>
                  </a:lnTo>
                  <a:lnTo>
                    <a:pt x="6038" y="768"/>
                  </a:lnTo>
                  <a:lnTo>
                    <a:pt x="60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73"/>
            <p:cNvSpPr/>
            <p:nvPr/>
          </p:nvSpPr>
          <p:spPr>
            <a:xfrm>
              <a:off x="-2107790" y="2106783"/>
              <a:ext cx="155152" cy="25286"/>
            </a:xfrm>
            <a:custGeom>
              <a:avLst/>
              <a:gdLst/>
              <a:ahLst/>
              <a:cxnLst/>
              <a:rect l="l" t="t" r="r" b="b"/>
              <a:pathLst>
                <a:path w="4504" h="734" extrusionOk="0">
                  <a:moveTo>
                    <a:pt x="1" y="0"/>
                  </a:moveTo>
                  <a:lnTo>
                    <a:pt x="1" y="734"/>
                  </a:lnTo>
                  <a:lnTo>
                    <a:pt x="4504" y="734"/>
                  </a:lnTo>
                  <a:lnTo>
                    <a:pt x="450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73"/>
            <p:cNvSpPr/>
            <p:nvPr/>
          </p:nvSpPr>
          <p:spPr>
            <a:xfrm>
              <a:off x="-2028492" y="1283979"/>
              <a:ext cx="41406" cy="635499"/>
            </a:xfrm>
            <a:custGeom>
              <a:avLst/>
              <a:gdLst/>
              <a:ahLst/>
              <a:cxnLst/>
              <a:rect l="l" t="t" r="r" b="b"/>
              <a:pathLst>
                <a:path w="1202" h="18447" extrusionOk="0">
                  <a:moveTo>
                    <a:pt x="0" y="0"/>
                  </a:moveTo>
                  <a:lnTo>
                    <a:pt x="100" y="2636"/>
                  </a:lnTo>
                  <a:lnTo>
                    <a:pt x="100" y="18447"/>
                  </a:lnTo>
                  <a:lnTo>
                    <a:pt x="1201" y="18447"/>
                  </a:lnTo>
                  <a:lnTo>
                    <a:pt x="1201" y="2602"/>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73"/>
            <p:cNvSpPr/>
            <p:nvPr/>
          </p:nvSpPr>
          <p:spPr>
            <a:xfrm>
              <a:off x="-2073308" y="1308094"/>
              <a:ext cx="25319" cy="611384"/>
            </a:xfrm>
            <a:custGeom>
              <a:avLst/>
              <a:gdLst/>
              <a:ahLst/>
              <a:cxnLst/>
              <a:rect l="l" t="t" r="r" b="b"/>
              <a:pathLst>
                <a:path w="735" h="17747" extrusionOk="0">
                  <a:moveTo>
                    <a:pt x="734" y="1"/>
                  </a:moveTo>
                  <a:lnTo>
                    <a:pt x="0" y="1869"/>
                  </a:lnTo>
                  <a:lnTo>
                    <a:pt x="0" y="17747"/>
                  </a:lnTo>
                  <a:lnTo>
                    <a:pt x="501" y="17747"/>
                  </a:lnTo>
                  <a:lnTo>
                    <a:pt x="501" y="1869"/>
                  </a:lnTo>
                  <a:lnTo>
                    <a:pt x="7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73"/>
            <p:cNvSpPr/>
            <p:nvPr/>
          </p:nvSpPr>
          <p:spPr>
            <a:xfrm>
              <a:off x="-2449062" y="1933258"/>
              <a:ext cx="178128" cy="256274"/>
            </a:xfrm>
            <a:custGeom>
              <a:avLst/>
              <a:gdLst/>
              <a:ahLst/>
              <a:cxnLst/>
              <a:rect l="l" t="t" r="r" b="b"/>
              <a:pathLst>
                <a:path w="5171" h="7439" extrusionOk="0">
                  <a:moveTo>
                    <a:pt x="1068" y="0"/>
                  </a:moveTo>
                  <a:cubicBezTo>
                    <a:pt x="1068" y="434"/>
                    <a:pt x="935" y="834"/>
                    <a:pt x="634" y="1168"/>
                  </a:cubicBezTo>
                  <a:cubicBezTo>
                    <a:pt x="201" y="1568"/>
                    <a:pt x="67" y="1701"/>
                    <a:pt x="67" y="2035"/>
                  </a:cubicBezTo>
                  <a:lnTo>
                    <a:pt x="67" y="6338"/>
                  </a:lnTo>
                  <a:cubicBezTo>
                    <a:pt x="67" y="6338"/>
                    <a:pt x="1" y="7439"/>
                    <a:pt x="868" y="7439"/>
                  </a:cubicBezTo>
                  <a:lnTo>
                    <a:pt x="4337" y="7439"/>
                  </a:lnTo>
                  <a:cubicBezTo>
                    <a:pt x="5171" y="7439"/>
                    <a:pt x="5104" y="6338"/>
                    <a:pt x="5104" y="6338"/>
                  </a:cubicBezTo>
                  <a:lnTo>
                    <a:pt x="5104" y="2035"/>
                  </a:lnTo>
                  <a:cubicBezTo>
                    <a:pt x="5104" y="1735"/>
                    <a:pt x="4971" y="1568"/>
                    <a:pt x="4537" y="1168"/>
                  </a:cubicBezTo>
                  <a:cubicBezTo>
                    <a:pt x="4270" y="834"/>
                    <a:pt x="4103" y="434"/>
                    <a:pt x="41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73"/>
            <p:cNvSpPr/>
            <p:nvPr/>
          </p:nvSpPr>
          <p:spPr>
            <a:xfrm>
              <a:off x="-2436419" y="1842448"/>
              <a:ext cx="152844" cy="105762"/>
            </a:xfrm>
            <a:custGeom>
              <a:avLst/>
              <a:gdLst/>
              <a:ahLst/>
              <a:cxnLst/>
              <a:rect l="l" t="t" r="r" b="b"/>
              <a:pathLst>
                <a:path w="4437" h="3070" extrusionOk="0">
                  <a:moveTo>
                    <a:pt x="434" y="1"/>
                  </a:moveTo>
                  <a:cubicBezTo>
                    <a:pt x="167" y="1"/>
                    <a:pt x="0" y="201"/>
                    <a:pt x="0" y="435"/>
                  </a:cubicBezTo>
                  <a:lnTo>
                    <a:pt x="0" y="2636"/>
                  </a:lnTo>
                  <a:cubicBezTo>
                    <a:pt x="0" y="2870"/>
                    <a:pt x="167" y="3070"/>
                    <a:pt x="434" y="3070"/>
                  </a:cubicBezTo>
                  <a:lnTo>
                    <a:pt x="4003" y="3070"/>
                  </a:lnTo>
                  <a:cubicBezTo>
                    <a:pt x="4270" y="3070"/>
                    <a:pt x="4437" y="2870"/>
                    <a:pt x="4437" y="2636"/>
                  </a:cubicBezTo>
                  <a:lnTo>
                    <a:pt x="4437" y="435"/>
                  </a:lnTo>
                  <a:cubicBezTo>
                    <a:pt x="4437" y="201"/>
                    <a:pt x="4270" y="1"/>
                    <a:pt x="40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73"/>
            <p:cNvSpPr/>
            <p:nvPr/>
          </p:nvSpPr>
          <p:spPr>
            <a:xfrm>
              <a:off x="-2446754" y="2003330"/>
              <a:ext cx="127559" cy="145999"/>
            </a:xfrm>
            <a:custGeom>
              <a:avLst/>
              <a:gdLst/>
              <a:ahLst/>
              <a:cxnLst/>
              <a:rect l="l" t="t" r="r" b="b"/>
              <a:pathLst>
                <a:path w="3703" h="4238" extrusionOk="0">
                  <a:moveTo>
                    <a:pt x="0" y="1"/>
                  </a:moveTo>
                  <a:lnTo>
                    <a:pt x="0" y="4237"/>
                  </a:lnTo>
                  <a:lnTo>
                    <a:pt x="3703" y="4237"/>
                  </a:lnTo>
                  <a:lnTo>
                    <a:pt x="37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73"/>
            <p:cNvSpPr/>
            <p:nvPr/>
          </p:nvSpPr>
          <p:spPr>
            <a:xfrm>
              <a:off x="-2295081" y="2003330"/>
              <a:ext cx="21874" cy="145999"/>
            </a:xfrm>
            <a:custGeom>
              <a:avLst/>
              <a:gdLst/>
              <a:ahLst/>
              <a:cxnLst/>
              <a:rect l="l" t="t" r="r" b="b"/>
              <a:pathLst>
                <a:path w="635" h="4238" extrusionOk="0">
                  <a:moveTo>
                    <a:pt x="0" y="1"/>
                  </a:moveTo>
                  <a:lnTo>
                    <a:pt x="0" y="4237"/>
                  </a:lnTo>
                  <a:lnTo>
                    <a:pt x="634" y="4237"/>
                  </a:lnTo>
                  <a:lnTo>
                    <a:pt x="6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73"/>
            <p:cNvSpPr/>
            <p:nvPr/>
          </p:nvSpPr>
          <p:spPr>
            <a:xfrm>
              <a:off x="-2446754" y="2003330"/>
              <a:ext cx="127559" cy="23047"/>
            </a:xfrm>
            <a:custGeom>
              <a:avLst/>
              <a:gdLst/>
              <a:ahLst/>
              <a:cxnLst/>
              <a:rect l="l" t="t" r="r" b="b"/>
              <a:pathLst>
                <a:path w="3703" h="669" extrusionOk="0">
                  <a:moveTo>
                    <a:pt x="0" y="1"/>
                  </a:moveTo>
                  <a:lnTo>
                    <a:pt x="0" y="668"/>
                  </a:lnTo>
                  <a:lnTo>
                    <a:pt x="3703" y="668"/>
                  </a:lnTo>
                  <a:lnTo>
                    <a:pt x="3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73"/>
            <p:cNvSpPr/>
            <p:nvPr/>
          </p:nvSpPr>
          <p:spPr>
            <a:xfrm>
              <a:off x="-2295081" y="2003330"/>
              <a:ext cx="21874" cy="23047"/>
            </a:xfrm>
            <a:custGeom>
              <a:avLst/>
              <a:gdLst/>
              <a:ahLst/>
              <a:cxnLst/>
              <a:rect l="l" t="t" r="r" b="b"/>
              <a:pathLst>
                <a:path w="635" h="669" extrusionOk="0">
                  <a:moveTo>
                    <a:pt x="0" y="1"/>
                  </a:moveTo>
                  <a:lnTo>
                    <a:pt x="0" y="668"/>
                  </a:lnTo>
                  <a:lnTo>
                    <a:pt x="634" y="668"/>
                  </a:lnTo>
                  <a:lnTo>
                    <a:pt x="634" y="1"/>
                  </a:lnTo>
                  <a:close/>
                </a:path>
              </a:pathLst>
            </a:custGeom>
            <a:solidFill>
              <a:srgbClr val="22A0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73"/>
            <p:cNvSpPr/>
            <p:nvPr/>
          </p:nvSpPr>
          <p:spPr>
            <a:xfrm>
              <a:off x="-2319229" y="1845755"/>
              <a:ext cx="33380" cy="100181"/>
            </a:xfrm>
            <a:custGeom>
              <a:avLst/>
              <a:gdLst/>
              <a:ahLst/>
              <a:cxnLst/>
              <a:rect l="l" t="t" r="r" b="b"/>
              <a:pathLst>
                <a:path w="969" h="2908" extrusionOk="0">
                  <a:moveTo>
                    <a:pt x="59" y="1"/>
                  </a:moveTo>
                  <a:cubicBezTo>
                    <a:pt x="40" y="1"/>
                    <a:pt x="21" y="2"/>
                    <a:pt x="1" y="5"/>
                  </a:cubicBezTo>
                  <a:lnTo>
                    <a:pt x="116" y="5"/>
                  </a:lnTo>
                  <a:cubicBezTo>
                    <a:pt x="98" y="2"/>
                    <a:pt x="79" y="1"/>
                    <a:pt x="59" y="1"/>
                  </a:cubicBezTo>
                  <a:close/>
                  <a:moveTo>
                    <a:pt x="116" y="5"/>
                  </a:moveTo>
                  <a:lnTo>
                    <a:pt x="116" y="5"/>
                  </a:lnTo>
                  <a:cubicBezTo>
                    <a:pt x="287" y="31"/>
                    <a:pt x="401" y="179"/>
                    <a:pt x="401" y="372"/>
                  </a:cubicBezTo>
                  <a:lnTo>
                    <a:pt x="401" y="2674"/>
                  </a:lnTo>
                  <a:cubicBezTo>
                    <a:pt x="401" y="2907"/>
                    <a:pt x="1" y="2907"/>
                    <a:pt x="1" y="2907"/>
                  </a:cubicBezTo>
                  <a:lnTo>
                    <a:pt x="535" y="2907"/>
                  </a:lnTo>
                  <a:cubicBezTo>
                    <a:pt x="768" y="2907"/>
                    <a:pt x="968" y="2740"/>
                    <a:pt x="968" y="2507"/>
                  </a:cubicBezTo>
                  <a:lnTo>
                    <a:pt x="968" y="372"/>
                  </a:lnTo>
                  <a:cubicBezTo>
                    <a:pt x="935" y="172"/>
                    <a:pt x="801" y="5"/>
                    <a:pt x="601" y="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73"/>
            <p:cNvSpPr/>
            <p:nvPr/>
          </p:nvSpPr>
          <p:spPr>
            <a:xfrm>
              <a:off x="-2431838" y="1845755"/>
              <a:ext cx="32208" cy="100181"/>
            </a:xfrm>
            <a:custGeom>
              <a:avLst/>
              <a:gdLst/>
              <a:ahLst/>
              <a:cxnLst/>
              <a:rect l="l" t="t" r="r" b="b"/>
              <a:pathLst>
                <a:path w="935" h="2908" extrusionOk="0">
                  <a:moveTo>
                    <a:pt x="884" y="1"/>
                  </a:moveTo>
                  <a:cubicBezTo>
                    <a:pt x="867" y="1"/>
                    <a:pt x="851" y="2"/>
                    <a:pt x="834" y="5"/>
                  </a:cubicBezTo>
                  <a:lnTo>
                    <a:pt x="935" y="5"/>
                  </a:lnTo>
                  <a:cubicBezTo>
                    <a:pt x="918" y="2"/>
                    <a:pt x="901" y="1"/>
                    <a:pt x="884" y="1"/>
                  </a:cubicBezTo>
                  <a:close/>
                  <a:moveTo>
                    <a:pt x="334" y="5"/>
                  </a:moveTo>
                  <a:cubicBezTo>
                    <a:pt x="168" y="5"/>
                    <a:pt x="1" y="172"/>
                    <a:pt x="1" y="372"/>
                  </a:cubicBezTo>
                  <a:lnTo>
                    <a:pt x="1" y="2507"/>
                  </a:lnTo>
                  <a:cubicBezTo>
                    <a:pt x="1" y="2740"/>
                    <a:pt x="168" y="2907"/>
                    <a:pt x="401" y="2907"/>
                  </a:cubicBezTo>
                  <a:lnTo>
                    <a:pt x="935" y="2907"/>
                  </a:lnTo>
                  <a:cubicBezTo>
                    <a:pt x="935" y="2907"/>
                    <a:pt x="568" y="2907"/>
                    <a:pt x="568" y="2674"/>
                  </a:cubicBezTo>
                  <a:lnTo>
                    <a:pt x="568" y="372"/>
                  </a:lnTo>
                  <a:cubicBezTo>
                    <a:pt x="568" y="179"/>
                    <a:pt x="682" y="31"/>
                    <a:pt x="834" y="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73"/>
            <p:cNvSpPr/>
            <p:nvPr/>
          </p:nvSpPr>
          <p:spPr>
            <a:xfrm>
              <a:off x="-2250265" y="1944730"/>
              <a:ext cx="179299" cy="256308"/>
            </a:xfrm>
            <a:custGeom>
              <a:avLst/>
              <a:gdLst/>
              <a:ahLst/>
              <a:cxnLst/>
              <a:rect l="l" t="t" r="r" b="b"/>
              <a:pathLst>
                <a:path w="5205" h="7440" extrusionOk="0">
                  <a:moveTo>
                    <a:pt x="1101" y="1"/>
                  </a:moveTo>
                  <a:cubicBezTo>
                    <a:pt x="1068" y="434"/>
                    <a:pt x="934" y="868"/>
                    <a:pt x="634" y="1168"/>
                  </a:cubicBezTo>
                  <a:cubicBezTo>
                    <a:pt x="200" y="1602"/>
                    <a:pt x="67" y="1735"/>
                    <a:pt x="67" y="2069"/>
                  </a:cubicBezTo>
                  <a:lnTo>
                    <a:pt x="67" y="6372"/>
                  </a:lnTo>
                  <a:cubicBezTo>
                    <a:pt x="67" y="6372"/>
                    <a:pt x="0" y="7439"/>
                    <a:pt x="868" y="7439"/>
                  </a:cubicBezTo>
                  <a:lnTo>
                    <a:pt x="4303" y="7439"/>
                  </a:lnTo>
                  <a:cubicBezTo>
                    <a:pt x="5204" y="7439"/>
                    <a:pt x="5137" y="6372"/>
                    <a:pt x="5137" y="6372"/>
                  </a:cubicBezTo>
                  <a:lnTo>
                    <a:pt x="5137" y="2069"/>
                  </a:lnTo>
                  <a:cubicBezTo>
                    <a:pt x="5137" y="1735"/>
                    <a:pt x="5004" y="1602"/>
                    <a:pt x="4537" y="1168"/>
                  </a:cubicBezTo>
                  <a:cubicBezTo>
                    <a:pt x="4270" y="835"/>
                    <a:pt x="4103" y="434"/>
                    <a:pt x="4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73"/>
            <p:cNvSpPr/>
            <p:nvPr/>
          </p:nvSpPr>
          <p:spPr>
            <a:xfrm>
              <a:off x="-2237623" y="1853955"/>
              <a:ext cx="154015" cy="105762"/>
            </a:xfrm>
            <a:custGeom>
              <a:avLst/>
              <a:gdLst/>
              <a:ahLst/>
              <a:cxnLst/>
              <a:rect l="l" t="t" r="r" b="b"/>
              <a:pathLst>
                <a:path w="4471" h="3070" extrusionOk="0">
                  <a:moveTo>
                    <a:pt x="434" y="1"/>
                  </a:moveTo>
                  <a:cubicBezTo>
                    <a:pt x="200" y="1"/>
                    <a:pt x="0" y="201"/>
                    <a:pt x="0" y="434"/>
                  </a:cubicBezTo>
                  <a:lnTo>
                    <a:pt x="0" y="2636"/>
                  </a:lnTo>
                  <a:cubicBezTo>
                    <a:pt x="0" y="2903"/>
                    <a:pt x="200" y="3069"/>
                    <a:pt x="434" y="3069"/>
                  </a:cubicBezTo>
                  <a:lnTo>
                    <a:pt x="4036" y="3069"/>
                  </a:lnTo>
                  <a:cubicBezTo>
                    <a:pt x="4270" y="3069"/>
                    <a:pt x="4470" y="2903"/>
                    <a:pt x="4470" y="2636"/>
                  </a:cubicBezTo>
                  <a:lnTo>
                    <a:pt x="4470" y="434"/>
                  </a:lnTo>
                  <a:cubicBezTo>
                    <a:pt x="4470" y="201"/>
                    <a:pt x="4270" y="1"/>
                    <a:pt x="40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73"/>
            <p:cNvSpPr/>
            <p:nvPr/>
          </p:nvSpPr>
          <p:spPr>
            <a:xfrm>
              <a:off x="-2247957" y="2014836"/>
              <a:ext cx="128730" cy="145965"/>
            </a:xfrm>
            <a:custGeom>
              <a:avLst/>
              <a:gdLst/>
              <a:ahLst/>
              <a:cxnLst/>
              <a:rect l="l" t="t" r="r" b="b"/>
              <a:pathLst>
                <a:path w="3737" h="4237" extrusionOk="0">
                  <a:moveTo>
                    <a:pt x="0" y="1"/>
                  </a:moveTo>
                  <a:lnTo>
                    <a:pt x="0" y="4237"/>
                  </a:lnTo>
                  <a:lnTo>
                    <a:pt x="3736" y="4237"/>
                  </a:lnTo>
                  <a:lnTo>
                    <a:pt x="37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73"/>
            <p:cNvSpPr/>
            <p:nvPr/>
          </p:nvSpPr>
          <p:spPr>
            <a:xfrm>
              <a:off x="-2096285" y="2014836"/>
              <a:ext cx="23011" cy="145965"/>
            </a:xfrm>
            <a:custGeom>
              <a:avLst/>
              <a:gdLst/>
              <a:ahLst/>
              <a:cxnLst/>
              <a:rect l="l" t="t" r="r" b="b"/>
              <a:pathLst>
                <a:path w="668" h="4237" extrusionOk="0">
                  <a:moveTo>
                    <a:pt x="0" y="1"/>
                  </a:moveTo>
                  <a:lnTo>
                    <a:pt x="0" y="4237"/>
                  </a:lnTo>
                  <a:lnTo>
                    <a:pt x="667" y="4237"/>
                  </a:lnTo>
                  <a:lnTo>
                    <a:pt x="6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73"/>
            <p:cNvSpPr/>
            <p:nvPr/>
          </p:nvSpPr>
          <p:spPr>
            <a:xfrm>
              <a:off x="-2247957" y="2014836"/>
              <a:ext cx="128730" cy="24184"/>
            </a:xfrm>
            <a:custGeom>
              <a:avLst/>
              <a:gdLst/>
              <a:ahLst/>
              <a:cxnLst/>
              <a:rect l="l" t="t" r="r" b="b"/>
              <a:pathLst>
                <a:path w="3737" h="702" extrusionOk="0">
                  <a:moveTo>
                    <a:pt x="0" y="1"/>
                  </a:moveTo>
                  <a:lnTo>
                    <a:pt x="0" y="701"/>
                  </a:lnTo>
                  <a:lnTo>
                    <a:pt x="3736" y="701"/>
                  </a:lnTo>
                  <a:lnTo>
                    <a:pt x="37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73"/>
            <p:cNvSpPr/>
            <p:nvPr/>
          </p:nvSpPr>
          <p:spPr>
            <a:xfrm>
              <a:off x="-2096285" y="2014836"/>
              <a:ext cx="23011" cy="24184"/>
            </a:xfrm>
            <a:custGeom>
              <a:avLst/>
              <a:gdLst/>
              <a:ahLst/>
              <a:cxnLst/>
              <a:rect l="l" t="t" r="r" b="b"/>
              <a:pathLst>
                <a:path w="668" h="702" extrusionOk="0">
                  <a:moveTo>
                    <a:pt x="0" y="1"/>
                  </a:moveTo>
                  <a:lnTo>
                    <a:pt x="0" y="701"/>
                  </a:lnTo>
                  <a:lnTo>
                    <a:pt x="667" y="701"/>
                  </a:lnTo>
                  <a:lnTo>
                    <a:pt x="6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73"/>
            <p:cNvSpPr/>
            <p:nvPr/>
          </p:nvSpPr>
          <p:spPr>
            <a:xfrm>
              <a:off x="-2119261" y="1857400"/>
              <a:ext cx="32208" cy="101180"/>
            </a:xfrm>
            <a:custGeom>
              <a:avLst/>
              <a:gdLst/>
              <a:ahLst/>
              <a:cxnLst/>
              <a:rect l="l" t="t" r="r" b="b"/>
              <a:pathLst>
                <a:path w="935" h="2937" extrusionOk="0">
                  <a:moveTo>
                    <a:pt x="0" y="1"/>
                  </a:moveTo>
                  <a:cubicBezTo>
                    <a:pt x="200" y="1"/>
                    <a:pt x="367" y="167"/>
                    <a:pt x="367" y="368"/>
                  </a:cubicBezTo>
                  <a:lnTo>
                    <a:pt x="367" y="2669"/>
                  </a:lnTo>
                  <a:cubicBezTo>
                    <a:pt x="367" y="2936"/>
                    <a:pt x="0" y="2936"/>
                    <a:pt x="0" y="2936"/>
                  </a:cubicBezTo>
                  <a:lnTo>
                    <a:pt x="534" y="2936"/>
                  </a:lnTo>
                  <a:cubicBezTo>
                    <a:pt x="767" y="2936"/>
                    <a:pt x="934" y="2736"/>
                    <a:pt x="934" y="2502"/>
                  </a:cubicBezTo>
                  <a:lnTo>
                    <a:pt x="934" y="368"/>
                  </a:lnTo>
                  <a:cubicBezTo>
                    <a:pt x="934" y="167"/>
                    <a:pt x="767" y="34"/>
                    <a:pt x="60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73"/>
            <p:cNvSpPr/>
            <p:nvPr/>
          </p:nvSpPr>
          <p:spPr>
            <a:xfrm>
              <a:off x="-2231870" y="1857262"/>
              <a:ext cx="32208" cy="101317"/>
            </a:xfrm>
            <a:custGeom>
              <a:avLst/>
              <a:gdLst/>
              <a:ahLst/>
              <a:cxnLst/>
              <a:rect l="l" t="t" r="r" b="b"/>
              <a:pathLst>
                <a:path w="935" h="2941" extrusionOk="0">
                  <a:moveTo>
                    <a:pt x="883" y="0"/>
                  </a:moveTo>
                  <a:cubicBezTo>
                    <a:pt x="865" y="0"/>
                    <a:pt x="848" y="2"/>
                    <a:pt x="831" y="5"/>
                  </a:cubicBezTo>
                  <a:lnTo>
                    <a:pt x="934" y="5"/>
                  </a:lnTo>
                  <a:cubicBezTo>
                    <a:pt x="917" y="2"/>
                    <a:pt x="900" y="0"/>
                    <a:pt x="883" y="0"/>
                  </a:cubicBezTo>
                  <a:close/>
                  <a:moveTo>
                    <a:pt x="367" y="5"/>
                  </a:moveTo>
                  <a:cubicBezTo>
                    <a:pt x="167" y="5"/>
                    <a:pt x="0" y="171"/>
                    <a:pt x="0" y="372"/>
                  </a:cubicBezTo>
                  <a:lnTo>
                    <a:pt x="0" y="2506"/>
                  </a:lnTo>
                  <a:cubicBezTo>
                    <a:pt x="0" y="2740"/>
                    <a:pt x="167" y="2940"/>
                    <a:pt x="400" y="2940"/>
                  </a:cubicBezTo>
                  <a:lnTo>
                    <a:pt x="934" y="2940"/>
                  </a:lnTo>
                  <a:cubicBezTo>
                    <a:pt x="934" y="2940"/>
                    <a:pt x="534" y="2940"/>
                    <a:pt x="534" y="2673"/>
                  </a:cubicBezTo>
                  <a:lnTo>
                    <a:pt x="534" y="372"/>
                  </a:lnTo>
                  <a:cubicBezTo>
                    <a:pt x="534" y="178"/>
                    <a:pt x="670" y="31"/>
                    <a:pt x="831" y="5"/>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73"/>
            <p:cNvSpPr/>
            <p:nvPr/>
          </p:nvSpPr>
          <p:spPr>
            <a:xfrm>
              <a:off x="-2361737" y="1978078"/>
              <a:ext cx="178162" cy="256274"/>
            </a:xfrm>
            <a:custGeom>
              <a:avLst/>
              <a:gdLst/>
              <a:ahLst/>
              <a:cxnLst/>
              <a:rect l="l" t="t" r="r" b="b"/>
              <a:pathLst>
                <a:path w="5172" h="7439" extrusionOk="0">
                  <a:moveTo>
                    <a:pt x="1068" y="0"/>
                  </a:moveTo>
                  <a:cubicBezTo>
                    <a:pt x="1068" y="434"/>
                    <a:pt x="901" y="834"/>
                    <a:pt x="634" y="1168"/>
                  </a:cubicBezTo>
                  <a:cubicBezTo>
                    <a:pt x="201" y="1601"/>
                    <a:pt x="67" y="1735"/>
                    <a:pt x="67" y="2035"/>
                  </a:cubicBezTo>
                  <a:lnTo>
                    <a:pt x="67" y="6371"/>
                  </a:lnTo>
                  <a:cubicBezTo>
                    <a:pt x="67" y="6371"/>
                    <a:pt x="1" y="7439"/>
                    <a:pt x="868" y="7439"/>
                  </a:cubicBezTo>
                  <a:lnTo>
                    <a:pt x="4304" y="7439"/>
                  </a:lnTo>
                  <a:cubicBezTo>
                    <a:pt x="5171" y="7439"/>
                    <a:pt x="5138" y="6371"/>
                    <a:pt x="5138" y="6371"/>
                  </a:cubicBezTo>
                  <a:lnTo>
                    <a:pt x="5138" y="2035"/>
                  </a:lnTo>
                  <a:cubicBezTo>
                    <a:pt x="5138" y="1735"/>
                    <a:pt x="4971" y="1601"/>
                    <a:pt x="4537" y="1168"/>
                  </a:cubicBezTo>
                  <a:cubicBezTo>
                    <a:pt x="4270" y="834"/>
                    <a:pt x="4104" y="434"/>
                    <a:pt x="41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73"/>
            <p:cNvSpPr/>
            <p:nvPr/>
          </p:nvSpPr>
          <p:spPr>
            <a:xfrm>
              <a:off x="-2350232" y="1887268"/>
              <a:ext cx="154015" cy="105762"/>
            </a:xfrm>
            <a:custGeom>
              <a:avLst/>
              <a:gdLst/>
              <a:ahLst/>
              <a:cxnLst/>
              <a:rect l="l" t="t" r="r" b="b"/>
              <a:pathLst>
                <a:path w="4471" h="3070" extrusionOk="0">
                  <a:moveTo>
                    <a:pt x="434" y="1"/>
                  </a:moveTo>
                  <a:cubicBezTo>
                    <a:pt x="200" y="1"/>
                    <a:pt x="0" y="201"/>
                    <a:pt x="0" y="435"/>
                  </a:cubicBezTo>
                  <a:lnTo>
                    <a:pt x="0" y="2636"/>
                  </a:lnTo>
                  <a:cubicBezTo>
                    <a:pt x="0" y="2903"/>
                    <a:pt x="200" y="3070"/>
                    <a:pt x="434" y="3070"/>
                  </a:cubicBezTo>
                  <a:lnTo>
                    <a:pt x="4036" y="3070"/>
                  </a:lnTo>
                  <a:cubicBezTo>
                    <a:pt x="4270" y="3070"/>
                    <a:pt x="4470" y="2903"/>
                    <a:pt x="4470" y="2636"/>
                  </a:cubicBezTo>
                  <a:lnTo>
                    <a:pt x="4470" y="435"/>
                  </a:lnTo>
                  <a:cubicBezTo>
                    <a:pt x="4470" y="201"/>
                    <a:pt x="4270" y="1"/>
                    <a:pt x="40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73"/>
            <p:cNvSpPr/>
            <p:nvPr/>
          </p:nvSpPr>
          <p:spPr>
            <a:xfrm>
              <a:off x="-2359429" y="2048149"/>
              <a:ext cx="127594" cy="145999"/>
            </a:xfrm>
            <a:custGeom>
              <a:avLst/>
              <a:gdLst/>
              <a:ahLst/>
              <a:cxnLst/>
              <a:rect l="l" t="t" r="r" b="b"/>
              <a:pathLst>
                <a:path w="3704" h="4238" extrusionOk="0">
                  <a:moveTo>
                    <a:pt x="0" y="1"/>
                  </a:moveTo>
                  <a:lnTo>
                    <a:pt x="0" y="4237"/>
                  </a:lnTo>
                  <a:lnTo>
                    <a:pt x="3703" y="4237"/>
                  </a:lnTo>
                  <a:lnTo>
                    <a:pt x="3703"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73"/>
            <p:cNvSpPr/>
            <p:nvPr/>
          </p:nvSpPr>
          <p:spPr>
            <a:xfrm>
              <a:off x="-2208894" y="2048149"/>
              <a:ext cx="23011" cy="145999"/>
            </a:xfrm>
            <a:custGeom>
              <a:avLst/>
              <a:gdLst/>
              <a:ahLst/>
              <a:cxnLst/>
              <a:rect l="l" t="t" r="r" b="b"/>
              <a:pathLst>
                <a:path w="668" h="4238" extrusionOk="0">
                  <a:moveTo>
                    <a:pt x="0" y="1"/>
                  </a:moveTo>
                  <a:lnTo>
                    <a:pt x="0" y="4237"/>
                  </a:lnTo>
                  <a:lnTo>
                    <a:pt x="667" y="4237"/>
                  </a:lnTo>
                  <a:lnTo>
                    <a:pt x="667" y="1"/>
                  </a:ln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73"/>
            <p:cNvSpPr/>
            <p:nvPr/>
          </p:nvSpPr>
          <p:spPr>
            <a:xfrm>
              <a:off x="-2359429" y="2048149"/>
              <a:ext cx="127594" cy="24184"/>
            </a:xfrm>
            <a:custGeom>
              <a:avLst/>
              <a:gdLst/>
              <a:ahLst/>
              <a:cxnLst/>
              <a:rect l="l" t="t" r="r" b="b"/>
              <a:pathLst>
                <a:path w="3704" h="702" extrusionOk="0">
                  <a:moveTo>
                    <a:pt x="0" y="1"/>
                  </a:moveTo>
                  <a:lnTo>
                    <a:pt x="0" y="701"/>
                  </a:lnTo>
                  <a:lnTo>
                    <a:pt x="3703" y="701"/>
                  </a:lnTo>
                  <a:lnTo>
                    <a:pt x="37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73"/>
            <p:cNvSpPr/>
            <p:nvPr/>
          </p:nvSpPr>
          <p:spPr>
            <a:xfrm>
              <a:off x="-2208894" y="2048149"/>
              <a:ext cx="23011" cy="24184"/>
            </a:xfrm>
            <a:custGeom>
              <a:avLst/>
              <a:gdLst/>
              <a:ahLst/>
              <a:cxnLst/>
              <a:rect l="l" t="t" r="r" b="b"/>
              <a:pathLst>
                <a:path w="668" h="702" extrusionOk="0">
                  <a:moveTo>
                    <a:pt x="0" y="1"/>
                  </a:moveTo>
                  <a:lnTo>
                    <a:pt x="0" y="701"/>
                  </a:lnTo>
                  <a:lnTo>
                    <a:pt x="667" y="701"/>
                  </a:lnTo>
                  <a:lnTo>
                    <a:pt x="6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73"/>
            <p:cNvSpPr/>
            <p:nvPr/>
          </p:nvSpPr>
          <p:spPr>
            <a:xfrm>
              <a:off x="-2231870" y="1890609"/>
              <a:ext cx="32208" cy="100146"/>
            </a:xfrm>
            <a:custGeom>
              <a:avLst/>
              <a:gdLst/>
              <a:ahLst/>
              <a:cxnLst/>
              <a:rect l="l" t="t" r="r" b="b"/>
              <a:pathLst>
                <a:path w="935" h="2907" extrusionOk="0">
                  <a:moveTo>
                    <a:pt x="44" y="0"/>
                  </a:moveTo>
                  <a:cubicBezTo>
                    <a:pt x="30" y="0"/>
                    <a:pt x="15" y="1"/>
                    <a:pt x="0" y="4"/>
                  </a:cubicBezTo>
                  <a:lnTo>
                    <a:pt x="88" y="4"/>
                  </a:lnTo>
                  <a:cubicBezTo>
                    <a:pt x="73" y="2"/>
                    <a:pt x="59" y="0"/>
                    <a:pt x="44" y="0"/>
                  </a:cubicBezTo>
                  <a:close/>
                  <a:moveTo>
                    <a:pt x="88" y="4"/>
                  </a:moveTo>
                  <a:lnTo>
                    <a:pt x="88" y="4"/>
                  </a:lnTo>
                  <a:cubicBezTo>
                    <a:pt x="247" y="31"/>
                    <a:pt x="367" y="201"/>
                    <a:pt x="367" y="371"/>
                  </a:cubicBezTo>
                  <a:lnTo>
                    <a:pt x="367" y="2673"/>
                  </a:lnTo>
                  <a:cubicBezTo>
                    <a:pt x="367" y="2906"/>
                    <a:pt x="0" y="2906"/>
                    <a:pt x="0" y="2906"/>
                  </a:cubicBezTo>
                  <a:lnTo>
                    <a:pt x="534" y="2906"/>
                  </a:lnTo>
                  <a:cubicBezTo>
                    <a:pt x="767" y="2906"/>
                    <a:pt x="934" y="2739"/>
                    <a:pt x="934" y="2506"/>
                  </a:cubicBezTo>
                  <a:lnTo>
                    <a:pt x="934" y="371"/>
                  </a:lnTo>
                  <a:cubicBezTo>
                    <a:pt x="934" y="171"/>
                    <a:pt x="801" y="4"/>
                    <a:pt x="600" y="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73"/>
            <p:cNvSpPr/>
            <p:nvPr/>
          </p:nvSpPr>
          <p:spPr>
            <a:xfrm>
              <a:off x="-2344479" y="1890609"/>
              <a:ext cx="32208" cy="100146"/>
            </a:xfrm>
            <a:custGeom>
              <a:avLst/>
              <a:gdLst/>
              <a:ahLst/>
              <a:cxnLst/>
              <a:rect l="l" t="t" r="r" b="b"/>
              <a:pathLst>
                <a:path w="935" h="2907" extrusionOk="0">
                  <a:moveTo>
                    <a:pt x="890" y="0"/>
                  </a:moveTo>
                  <a:cubicBezTo>
                    <a:pt x="874" y="0"/>
                    <a:pt x="859" y="2"/>
                    <a:pt x="845" y="4"/>
                  </a:cubicBezTo>
                  <a:lnTo>
                    <a:pt x="934" y="4"/>
                  </a:lnTo>
                  <a:cubicBezTo>
                    <a:pt x="919" y="1"/>
                    <a:pt x="904" y="0"/>
                    <a:pt x="890" y="0"/>
                  </a:cubicBezTo>
                  <a:close/>
                  <a:moveTo>
                    <a:pt x="334" y="4"/>
                  </a:moveTo>
                  <a:cubicBezTo>
                    <a:pt x="133" y="4"/>
                    <a:pt x="0" y="171"/>
                    <a:pt x="0" y="371"/>
                  </a:cubicBezTo>
                  <a:lnTo>
                    <a:pt x="0" y="2506"/>
                  </a:lnTo>
                  <a:cubicBezTo>
                    <a:pt x="0" y="2739"/>
                    <a:pt x="167" y="2906"/>
                    <a:pt x="400" y="2906"/>
                  </a:cubicBezTo>
                  <a:lnTo>
                    <a:pt x="934" y="2906"/>
                  </a:lnTo>
                  <a:cubicBezTo>
                    <a:pt x="934" y="2906"/>
                    <a:pt x="567" y="2906"/>
                    <a:pt x="567" y="2673"/>
                  </a:cubicBezTo>
                  <a:lnTo>
                    <a:pt x="567" y="371"/>
                  </a:lnTo>
                  <a:cubicBezTo>
                    <a:pt x="539" y="201"/>
                    <a:pt x="679" y="31"/>
                    <a:pt x="845" y="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0" name="Google Shape;1700;p73"/>
          <p:cNvGrpSpPr/>
          <p:nvPr/>
        </p:nvGrpSpPr>
        <p:grpSpPr>
          <a:xfrm>
            <a:off x="4001484" y="1670208"/>
            <a:ext cx="1011490" cy="830846"/>
            <a:chOff x="-1532104" y="1297759"/>
            <a:chExt cx="1092812" cy="928565"/>
          </a:xfrm>
        </p:grpSpPr>
        <p:sp>
          <p:nvSpPr>
            <p:cNvPr id="1701" name="Google Shape;1701;p73"/>
            <p:cNvSpPr/>
            <p:nvPr/>
          </p:nvSpPr>
          <p:spPr>
            <a:xfrm>
              <a:off x="-1296552" y="1297759"/>
              <a:ext cx="857260" cy="857323"/>
            </a:xfrm>
            <a:custGeom>
              <a:avLst/>
              <a:gdLst/>
              <a:ahLst/>
              <a:cxnLst/>
              <a:rect l="l" t="t" r="r" b="b"/>
              <a:pathLst>
                <a:path w="24886" h="24886" extrusionOk="0">
                  <a:moveTo>
                    <a:pt x="12443" y="1"/>
                  </a:moveTo>
                  <a:cubicBezTo>
                    <a:pt x="5571" y="1"/>
                    <a:pt x="1" y="5571"/>
                    <a:pt x="1" y="12443"/>
                  </a:cubicBezTo>
                  <a:cubicBezTo>
                    <a:pt x="1" y="19314"/>
                    <a:pt x="5571" y="24885"/>
                    <a:pt x="12443" y="24885"/>
                  </a:cubicBezTo>
                  <a:cubicBezTo>
                    <a:pt x="19315" y="24885"/>
                    <a:pt x="24885" y="19314"/>
                    <a:pt x="24885" y="12443"/>
                  </a:cubicBezTo>
                  <a:cubicBezTo>
                    <a:pt x="24885" y="5571"/>
                    <a:pt x="19315" y="1"/>
                    <a:pt x="1244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73"/>
            <p:cNvSpPr/>
            <p:nvPr/>
          </p:nvSpPr>
          <p:spPr>
            <a:xfrm>
              <a:off x="-1272404" y="1346024"/>
              <a:ext cx="823915" cy="880301"/>
            </a:xfrm>
            <a:custGeom>
              <a:avLst/>
              <a:gdLst/>
              <a:ahLst/>
              <a:cxnLst/>
              <a:rect l="l" t="t" r="r" b="b"/>
              <a:pathLst>
                <a:path w="23918" h="25553" extrusionOk="0">
                  <a:moveTo>
                    <a:pt x="2569" y="1"/>
                  </a:moveTo>
                  <a:cubicBezTo>
                    <a:pt x="3069" y="1101"/>
                    <a:pt x="3469" y="2202"/>
                    <a:pt x="3770" y="3336"/>
                  </a:cubicBezTo>
                  <a:cubicBezTo>
                    <a:pt x="4503" y="5938"/>
                    <a:pt x="5071" y="9674"/>
                    <a:pt x="3903" y="13243"/>
                  </a:cubicBezTo>
                  <a:cubicBezTo>
                    <a:pt x="1868" y="19515"/>
                    <a:pt x="367" y="21349"/>
                    <a:pt x="0" y="25552"/>
                  </a:cubicBezTo>
                  <a:lnTo>
                    <a:pt x="23917" y="25552"/>
                  </a:lnTo>
                  <a:cubicBezTo>
                    <a:pt x="23550" y="21349"/>
                    <a:pt x="22116" y="19515"/>
                    <a:pt x="20015" y="13243"/>
                  </a:cubicBezTo>
                  <a:cubicBezTo>
                    <a:pt x="18847" y="9708"/>
                    <a:pt x="19414" y="5938"/>
                    <a:pt x="20148" y="3336"/>
                  </a:cubicBezTo>
                  <a:cubicBezTo>
                    <a:pt x="20448" y="2202"/>
                    <a:pt x="20848" y="1101"/>
                    <a:pt x="213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73"/>
            <p:cNvSpPr/>
            <p:nvPr/>
          </p:nvSpPr>
          <p:spPr>
            <a:xfrm>
              <a:off x="-1272404" y="1802245"/>
              <a:ext cx="823915" cy="424079"/>
            </a:xfrm>
            <a:custGeom>
              <a:avLst/>
              <a:gdLst/>
              <a:ahLst/>
              <a:cxnLst/>
              <a:rect l="l" t="t" r="r" b="b"/>
              <a:pathLst>
                <a:path w="23918" h="12310" extrusionOk="0">
                  <a:moveTo>
                    <a:pt x="3903" y="0"/>
                  </a:moveTo>
                  <a:cubicBezTo>
                    <a:pt x="1835" y="6272"/>
                    <a:pt x="367" y="8106"/>
                    <a:pt x="0" y="12309"/>
                  </a:cubicBezTo>
                  <a:lnTo>
                    <a:pt x="23917" y="12309"/>
                  </a:lnTo>
                  <a:cubicBezTo>
                    <a:pt x="23550" y="8106"/>
                    <a:pt x="22083" y="6272"/>
                    <a:pt x="20015" y="0"/>
                  </a:cubicBezTo>
                  <a:cubicBezTo>
                    <a:pt x="17730" y="2069"/>
                    <a:pt x="14844" y="3103"/>
                    <a:pt x="11959" y="3103"/>
                  </a:cubicBezTo>
                  <a:cubicBezTo>
                    <a:pt x="9073" y="3103"/>
                    <a:pt x="6188" y="2069"/>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73"/>
            <p:cNvSpPr/>
            <p:nvPr/>
          </p:nvSpPr>
          <p:spPr>
            <a:xfrm>
              <a:off x="-1183943" y="1345970"/>
              <a:ext cx="646958" cy="166669"/>
            </a:xfrm>
            <a:custGeom>
              <a:avLst/>
              <a:gdLst/>
              <a:ahLst/>
              <a:cxnLst/>
              <a:rect l="l" t="t" r="r" b="b"/>
              <a:pathLst>
                <a:path w="18781" h="4838" extrusionOk="0">
                  <a:moveTo>
                    <a:pt x="1" y="1"/>
                  </a:moveTo>
                  <a:cubicBezTo>
                    <a:pt x="501" y="1068"/>
                    <a:pt x="901" y="2203"/>
                    <a:pt x="1202" y="3337"/>
                  </a:cubicBezTo>
                  <a:cubicBezTo>
                    <a:pt x="3837" y="4337"/>
                    <a:pt x="6614" y="4838"/>
                    <a:pt x="9391" y="4838"/>
                  </a:cubicBezTo>
                  <a:cubicBezTo>
                    <a:pt x="12168" y="4838"/>
                    <a:pt x="14945" y="4337"/>
                    <a:pt x="17580" y="3337"/>
                  </a:cubicBezTo>
                  <a:cubicBezTo>
                    <a:pt x="17880" y="2203"/>
                    <a:pt x="18314" y="1068"/>
                    <a:pt x="187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73"/>
            <p:cNvSpPr/>
            <p:nvPr/>
          </p:nvSpPr>
          <p:spPr>
            <a:xfrm>
              <a:off x="-871091" y="1804415"/>
              <a:ext cx="18877" cy="51572"/>
            </a:xfrm>
            <a:custGeom>
              <a:avLst/>
              <a:gdLst/>
              <a:ahLst/>
              <a:cxnLst/>
              <a:rect l="l" t="t" r="r" b="b"/>
              <a:pathLst>
                <a:path w="548" h="1497" extrusionOk="0">
                  <a:moveTo>
                    <a:pt x="530" y="0"/>
                  </a:moveTo>
                  <a:lnTo>
                    <a:pt x="530" y="0"/>
                  </a:lnTo>
                  <a:cubicBezTo>
                    <a:pt x="530" y="0"/>
                    <a:pt x="528" y="1"/>
                    <a:pt x="526" y="4"/>
                  </a:cubicBezTo>
                  <a:cubicBezTo>
                    <a:pt x="512" y="24"/>
                    <a:pt x="499" y="44"/>
                    <a:pt x="488" y="64"/>
                  </a:cubicBezTo>
                  <a:lnTo>
                    <a:pt x="488" y="64"/>
                  </a:lnTo>
                  <a:cubicBezTo>
                    <a:pt x="516" y="23"/>
                    <a:pt x="532" y="0"/>
                    <a:pt x="530" y="0"/>
                  </a:cubicBezTo>
                  <a:close/>
                  <a:moveTo>
                    <a:pt x="488" y="64"/>
                  </a:moveTo>
                  <a:lnTo>
                    <a:pt x="488" y="64"/>
                  </a:lnTo>
                  <a:cubicBezTo>
                    <a:pt x="361" y="252"/>
                    <a:pt x="1" y="818"/>
                    <a:pt x="159" y="1238"/>
                  </a:cubicBezTo>
                  <a:cubicBezTo>
                    <a:pt x="225" y="1426"/>
                    <a:pt x="291" y="1497"/>
                    <a:pt x="349" y="1497"/>
                  </a:cubicBezTo>
                  <a:cubicBezTo>
                    <a:pt x="466" y="1497"/>
                    <a:pt x="548" y="1206"/>
                    <a:pt x="526" y="1005"/>
                  </a:cubicBezTo>
                  <a:cubicBezTo>
                    <a:pt x="494" y="691"/>
                    <a:pt x="315" y="377"/>
                    <a:pt x="488" y="64"/>
                  </a:cubicBezTo>
                  <a:close/>
                </a:path>
              </a:pathLst>
            </a:custGeom>
            <a:solidFill>
              <a:srgbClr val="DD5E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73"/>
            <p:cNvSpPr/>
            <p:nvPr/>
          </p:nvSpPr>
          <p:spPr>
            <a:xfrm>
              <a:off x="-1304578" y="1655144"/>
              <a:ext cx="324048" cy="86228"/>
            </a:xfrm>
            <a:custGeom>
              <a:avLst/>
              <a:gdLst/>
              <a:ahLst/>
              <a:cxnLst/>
              <a:rect l="l" t="t" r="r" b="b"/>
              <a:pathLst>
                <a:path w="9407" h="2503" fill="none" extrusionOk="0">
                  <a:moveTo>
                    <a:pt x="0" y="2503"/>
                  </a:moveTo>
                  <a:lnTo>
                    <a:pt x="8540" y="2503"/>
                  </a:lnTo>
                  <a:cubicBezTo>
                    <a:pt x="9007" y="2503"/>
                    <a:pt x="9407" y="2102"/>
                    <a:pt x="9407" y="1635"/>
                  </a:cubicBezTo>
                  <a:lnTo>
                    <a:pt x="9407" y="1"/>
                  </a:lnTo>
                </a:path>
              </a:pathLst>
            </a:custGeom>
            <a:solidFill>
              <a:schemeClr val="dk1"/>
            </a:solidFill>
            <a:ln w="10850" cap="rnd"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73"/>
            <p:cNvSpPr/>
            <p:nvPr/>
          </p:nvSpPr>
          <p:spPr>
            <a:xfrm>
              <a:off x="-1532104" y="1589654"/>
              <a:ext cx="227560" cy="270088"/>
            </a:xfrm>
            <a:custGeom>
              <a:avLst/>
              <a:gdLst/>
              <a:ahLst/>
              <a:cxnLst/>
              <a:rect l="l" t="t" r="r" b="b"/>
              <a:pathLst>
                <a:path w="6606" h="7840" extrusionOk="0">
                  <a:moveTo>
                    <a:pt x="568" y="0"/>
                  </a:moveTo>
                  <a:cubicBezTo>
                    <a:pt x="234" y="0"/>
                    <a:pt x="1" y="234"/>
                    <a:pt x="1" y="567"/>
                  </a:cubicBezTo>
                  <a:lnTo>
                    <a:pt x="1" y="7272"/>
                  </a:lnTo>
                  <a:cubicBezTo>
                    <a:pt x="1" y="7572"/>
                    <a:pt x="234" y="7839"/>
                    <a:pt x="568" y="7839"/>
                  </a:cubicBezTo>
                  <a:lnTo>
                    <a:pt x="6038" y="7839"/>
                  </a:lnTo>
                  <a:cubicBezTo>
                    <a:pt x="6338" y="7839"/>
                    <a:pt x="6605" y="7572"/>
                    <a:pt x="6605" y="7272"/>
                  </a:cubicBezTo>
                  <a:lnTo>
                    <a:pt x="6605" y="567"/>
                  </a:lnTo>
                  <a:cubicBezTo>
                    <a:pt x="6605" y="234"/>
                    <a:pt x="6338" y="0"/>
                    <a:pt x="60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73"/>
            <p:cNvSpPr/>
            <p:nvPr/>
          </p:nvSpPr>
          <p:spPr>
            <a:xfrm>
              <a:off x="-1510264" y="1611495"/>
              <a:ext cx="183881" cy="78167"/>
            </a:xfrm>
            <a:custGeom>
              <a:avLst/>
              <a:gdLst/>
              <a:ahLst/>
              <a:cxnLst/>
              <a:rect l="l" t="t" r="r" b="b"/>
              <a:pathLst>
                <a:path w="5338" h="2269" extrusionOk="0">
                  <a:moveTo>
                    <a:pt x="367" y="0"/>
                  </a:moveTo>
                  <a:cubicBezTo>
                    <a:pt x="167" y="0"/>
                    <a:pt x="0" y="167"/>
                    <a:pt x="0" y="367"/>
                  </a:cubicBezTo>
                  <a:lnTo>
                    <a:pt x="0" y="1868"/>
                  </a:lnTo>
                  <a:cubicBezTo>
                    <a:pt x="0" y="2102"/>
                    <a:pt x="167" y="2268"/>
                    <a:pt x="367" y="2268"/>
                  </a:cubicBezTo>
                  <a:lnTo>
                    <a:pt x="4937" y="2268"/>
                  </a:lnTo>
                  <a:cubicBezTo>
                    <a:pt x="5171" y="2268"/>
                    <a:pt x="5337" y="2102"/>
                    <a:pt x="5337" y="1868"/>
                  </a:cubicBezTo>
                  <a:lnTo>
                    <a:pt x="5337" y="367"/>
                  </a:lnTo>
                  <a:cubicBezTo>
                    <a:pt x="5337" y="167"/>
                    <a:pt x="5171" y="0"/>
                    <a:pt x="4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73"/>
            <p:cNvSpPr/>
            <p:nvPr/>
          </p:nvSpPr>
          <p:spPr>
            <a:xfrm>
              <a:off x="-1504511" y="1703408"/>
              <a:ext cx="40235" cy="17294"/>
            </a:xfrm>
            <a:custGeom>
              <a:avLst/>
              <a:gdLst/>
              <a:ahLst/>
              <a:cxnLst/>
              <a:rect l="l" t="t" r="r" b="b"/>
              <a:pathLst>
                <a:path w="1168" h="502"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73"/>
            <p:cNvSpPr/>
            <p:nvPr/>
          </p:nvSpPr>
          <p:spPr>
            <a:xfrm>
              <a:off x="-1504511" y="1732139"/>
              <a:ext cx="40235" cy="17259"/>
            </a:xfrm>
            <a:custGeom>
              <a:avLst/>
              <a:gdLst/>
              <a:ahLst/>
              <a:cxnLst/>
              <a:rect l="l" t="t" r="r" b="b"/>
              <a:pathLst>
                <a:path w="1168" h="501"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73"/>
            <p:cNvSpPr/>
            <p:nvPr/>
          </p:nvSpPr>
          <p:spPr>
            <a:xfrm>
              <a:off x="-1504511" y="1760871"/>
              <a:ext cx="40235" cy="17259"/>
            </a:xfrm>
            <a:custGeom>
              <a:avLst/>
              <a:gdLst/>
              <a:ahLst/>
              <a:cxnLst/>
              <a:rect l="l" t="t" r="r" b="b"/>
              <a:pathLst>
                <a:path w="1168" h="501"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73"/>
            <p:cNvSpPr/>
            <p:nvPr/>
          </p:nvSpPr>
          <p:spPr>
            <a:xfrm>
              <a:off x="-1504511" y="1789602"/>
              <a:ext cx="40235" cy="17259"/>
            </a:xfrm>
            <a:custGeom>
              <a:avLst/>
              <a:gdLst/>
              <a:ahLst/>
              <a:cxnLst/>
              <a:rect l="l" t="t" r="r" b="b"/>
              <a:pathLst>
                <a:path w="1168" h="501" extrusionOk="0">
                  <a:moveTo>
                    <a:pt x="0" y="1"/>
                  </a:moveTo>
                  <a:lnTo>
                    <a:pt x="0" y="501"/>
                  </a:lnTo>
                  <a:lnTo>
                    <a:pt x="1168" y="501"/>
                  </a:lnTo>
                  <a:lnTo>
                    <a:pt x="116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73"/>
            <p:cNvSpPr/>
            <p:nvPr/>
          </p:nvSpPr>
          <p:spPr>
            <a:xfrm>
              <a:off x="-1504511" y="1818333"/>
              <a:ext cx="40235" cy="17259"/>
            </a:xfrm>
            <a:custGeom>
              <a:avLst/>
              <a:gdLst/>
              <a:ahLst/>
              <a:cxnLst/>
              <a:rect l="l" t="t" r="r" b="b"/>
              <a:pathLst>
                <a:path w="1168" h="501" extrusionOk="0">
                  <a:moveTo>
                    <a:pt x="0" y="0"/>
                  </a:moveTo>
                  <a:lnTo>
                    <a:pt x="0" y="501"/>
                  </a:lnTo>
                  <a:lnTo>
                    <a:pt x="1168" y="501"/>
                  </a:lnTo>
                  <a:lnTo>
                    <a:pt x="11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73"/>
            <p:cNvSpPr/>
            <p:nvPr/>
          </p:nvSpPr>
          <p:spPr>
            <a:xfrm>
              <a:off x="-1370097" y="1703374"/>
              <a:ext cx="23045" cy="39583"/>
            </a:xfrm>
            <a:custGeom>
              <a:avLst/>
              <a:gdLst/>
              <a:ahLst/>
              <a:cxnLst/>
              <a:rect l="l" t="t" r="r" b="b"/>
              <a:pathLst>
                <a:path w="669" h="1149" extrusionOk="0">
                  <a:moveTo>
                    <a:pt x="90" y="0"/>
                  </a:moveTo>
                  <a:cubicBezTo>
                    <a:pt x="43" y="0"/>
                    <a:pt x="1" y="37"/>
                    <a:pt x="1" y="102"/>
                  </a:cubicBezTo>
                  <a:lnTo>
                    <a:pt x="1" y="1036"/>
                  </a:lnTo>
                  <a:cubicBezTo>
                    <a:pt x="1" y="1111"/>
                    <a:pt x="57" y="1148"/>
                    <a:pt x="113" y="1148"/>
                  </a:cubicBezTo>
                  <a:cubicBezTo>
                    <a:pt x="132" y="1148"/>
                    <a:pt x="151" y="1144"/>
                    <a:pt x="168" y="1136"/>
                  </a:cubicBezTo>
                  <a:lnTo>
                    <a:pt x="635" y="636"/>
                  </a:lnTo>
                  <a:cubicBezTo>
                    <a:pt x="668" y="602"/>
                    <a:pt x="668" y="535"/>
                    <a:pt x="635" y="502"/>
                  </a:cubicBezTo>
                  <a:lnTo>
                    <a:pt x="168" y="35"/>
                  </a:lnTo>
                  <a:cubicBezTo>
                    <a:pt x="144" y="11"/>
                    <a:pt x="116" y="0"/>
                    <a:pt x="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73"/>
            <p:cNvSpPr/>
            <p:nvPr/>
          </p:nvSpPr>
          <p:spPr>
            <a:xfrm>
              <a:off x="-1448224" y="1703374"/>
              <a:ext cx="24182" cy="40100"/>
            </a:xfrm>
            <a:custGeom>
              <a:avLst/>
              <a:gdLst/>
              <a:ahLst/>
              <a:cxnLst/>
              <a:rect l="l" t="t" r="r" b="b"/>
              <a:pathLst>
                <a:path w="702" h="1164" extrusionOk="0">
                  <a:moveTo>
                    <a:pt x="612" y="0"/>
                  </a:moveTo>
                  <a:cubicBezTo>
                    <a:pt x="586" y="0"/>
                    <a:pt x="558" y="11"/>
                    <a:pt x="534" y="35"/>
                  </a:cubicBezTo>
                  <a:lnTo>
                    <a:pt x="67" y="502"/>
                  </a:lnTo>
                  <a:cubicBezTo>
                    <a:pt x="1" y="535"/>
                    <a:pt x="1" y="602"/>
                    <a:pt x="67" y="636"/>
                  </a:cubicBezTo>
                  <a:lnTo>
                    <a:pt x="534" y="1136"/>
                  </a:lnTo>
                  <a:cubicBezTo>
                    <a:pt x="554" y="1155"/>
                    <a:pt x="576" y="1164"/>
                    <a:pt x="598" y="1164"/>
                  </a:cubicBezTo>
                  <a:cubicBezTo>
                    <a:pt x="651" y="1164"/>
                    <a:pt x="701" y="1116"/>
                    <a:pt x="701" y="1069"/>
                  </a:cubicBezTo>
                  <a:lnTo>
                    <a:pt x="701" y="102"/>
                  </a:lnTo>
                  <a:cubicBezTo>
                    <a:pt x="701" y="37"/>
                    <a:pt x="659" y="0"/>
                    <a:pt x="61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73"/>
            <p:cNvSpPr/>
            <p:nvPr/>
          </p:nvSpPr>
          <p:spPr>
            <a:xfrm>
              <a:off x="-1370097" y="1758528"/>
              <a:ext cx="23045" cy="40100"/>
            </a:xfrm>
            <a:custGeom>
              <a:avLst/>
              <a:gdLst/>
              <a:ahLst/>
              <a:cxnLst/>
              <a:rect l="l" t="t" r="r" b="b"/>
              <a:pathLst>
                <a:path w="669" h="1164" extrusionOk="0">
                  <a:moveTo>
                    <a:pt x="90" y="1"/>
                  </a:moveTo>
                  <a:cubicBezTo>
                    <a:pt x="43" y="1"/>
                    <a:pt x="1" y="37"/>
                    <a:pt x="1" y="102"/>
                  </a:cubicBezTo>
                  <a:lnTo>
                    <a:pt x="1" y="1069"/>
                  </a:lnTo>
                  <a:cubicBezTo>
                    <a:pt x="1" y="1116"/>
                    <a:pt x="51" y="1164"/>
                    <a:pt x="104" y="1164"/>
                  </a:cubicBezTo>
                  <a:cubicBezTo>
                    <a:pt x="126" y="1164"/>
                    <a:pt x="148" y="1156"/>
                    <a:pt x="168" y="1136"/>
                  </a:cubicBezTo>
                  <a:lnTo>
                    <a:pt x="635" y="669"/>
                  </a:lnTo>
                  <a:cubicBezTo>
                    <a:pt x="668" y="602"/>
                    <a:pt x="668" y="536"/>
                    <a:pt x="635" y="502"/>
                  </a:cubicBezTo>
                  <a:lnTo>
                    <a:pt x="168" y="35"/>
                  </a:lnTo>
                  <a:cubicBezTo>
                    <a:pt x="144" y="12"/>
                    <a:pt x="116"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73"/>
            <p:cNvSpPr/>
            <p:nvPr/>
          </p:nvSpPr>
          <p:spPr>
            <a:xfrm>
              <a:off x="-1448224" y="1758528"/>
              <a:ext cx="24182" cy="40100"/>
            </a:xfrm>
            <a:custGeom>
              <a:avLst/>
              <a:gdLst/>
              <a:ahLst/>
              <a:cxnLst/>
              <a:rect l="l" t="t" r="r" b="b"/>
              <a:pathLst>
                <a:path w="702" h="1164" extrusionOk="0">
                  <a:moveTo>
                    <a:pt x="612" y="1"/>
                  </a:moveTo>
                  <a:cubicBezTo>
                    <a:pt x="586" y="1"/>
                    <a:pt x="558" y="12"/>
                    <a:pt x="534" y="35"/>
                  </a:cubicBezTo>
                  <a:lnTo>
                    <a:pt x="67" y="502"/>
                  </a:lnTo>
                  <a:cubicBezTo>
                    <a:pt x="1" y="536"/>
                    <a:pt x="1" y="602"/>
                    <a:pt x="67" y="669"/>
                  </a:cubicBezTo>
                  <a:lnTo>
                    <a:pt x="534" y="1136"/>
                  </a:lnTo>
                  <a:cubicBezTo>
                    <a:pt x="554" y="1156"/>
                    <a:pt x="576" y="1164"/>
                    <a:pt x="598" y="1164"/>
                  </a:cubicBezTo>
                  <a:cubicBezTo>
                    <a:pt x="651" y="1164"/>
                    <a:pt x="701" y="1116"/>
                    <a:pt x="701" y="1069"/>
                  </a:cubicBezTo>
                  <a:lnTo>
                    <a:pt x="701" y="102"/>
                  </a:lnTo>
                  <a:cubicBezTo>
                    <a:pt x="701" y="37"/>
                    <a:pt x="659" y="1"/>
                    <a:pt x="6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73"/>
            <p:cNvSpPr/>
            <p:nvPr/>
          </p:nvSpPr>
          <p:spPr>
            <a:xfrm>
              <a:off x="-1447087" y="1806827"/>
              <a:ext cx="100036" cy="26492"/>
            </a:xfrm>
            <a:custGeom>
              <a:avLst/>
              <a:gdLst/>
              <a:ahLst/>
              <a:cxnLst/>
              <a:rect l="l" t="t" r="r" b="b"/>
              <a:pathLst>
                <a:path w="2904" h="769" extrusionOk="0">
                  <a:moveTo>
                    <a:pt x="301" y="1"/>
                  </a:moveTo>
                  <a:cubicBezTo>
                    <a:pt x="134" y="1"/>
                    <a:pt x="1" y="168"/>
                    <a:pt x="1" y="334"/>
                  </a:cubicBezTo>
                  <a:lnTo>
                    <a:pt x="1" y="435"/>
                  </a:lnTo>
                  <a:cubicBezTo>
                    <a:pt x="1" y="635"/>
                    <a:pt x="134" y="768"/>
                    <a:pt x="301" y="768"/>
                  </a:cubicBezTo>
                  <a:lnTo>
                    <a:pt x="2603" y="768"/>
                  </a:lnTo>
                  <a:cubicBezTo>
                    <a:pt x="2770" y="768"/>
                    <a:pt x="2903" y="635"/>
                    <a:pt x="2903" y="435"/>
                  </a:cubicBezTo>
                  <a:lnTo>
                    <a:pt x="2903" y="334"/>
                  </a:lnTo>
                  <a:cubicBezTo>
                    <a:pt x="2903" y="168"/>
                    <a:pt x="2770" y="1"/>
                    <a:pt x="26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73"/>
            <p:cNvSpPr/>
            <p:nvPr/>
          </p:nvSpPr>
          <p:spPr>
            <a:xfrm>
              <a:off x="-1017320" y="1599989"/>
              <a:ext cx="75888" cy="75893"/>
            </a:xfrm>
            <a:custGeom>
              <a:avLst/>
              <a:gdLst/>
              <a:ahLst/>
              <a:cxnLst/>
              <a:rect l="l" t="t" r="r" b="b"/>
              <a:pathLst>
                <a:path w="2203" h="2203" extrusionOk="0">
                  <a:moveTo>
                    <a:pt x="1101" y="1"/>
                  </a:moveTo>
                  <a:cubicBezTo>
                    <a:pt x="501" y="1"/>
                    <a:pt x="1" y="501"/>
                    <a:pt x="1" y="1101"/>
                  </a:cubicBezTo>
                  <a:cubicBezTo>
                    <a:pt x="1" y="1735"/>
                    <a:pt x="501" y="2202"/>
                    <a:pt x="1101" y="2202"/>
                  </a:cubicBezTo>
                  <a:cubicBezTo>
                    <a:pt x="1702" y="2202"/>
                    <a:pt x="2202" y="1735"/>
                    <a:pt x="2202" y="1101"/>
                  </a:cubicBezTo>
                  <a:cubicBezTo>
                    <a:pt x="2202" y="501"/>
                    <a:pt x="1702" y="1"/>
                    <a:pt x="1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73"/>
            <p:cNvSpPr/>
            <p:nvPr/>
          </p:nvSpPr>
          <p:spPr>
            <a:xfrm>
              <a:off x="-1039160" y="1593099"/>
              <a:ext cx="105754" cy="90431"/>
            </a:xfrm>
            <a:custGeom>
              <a:avLst/>
              <a:gdLst/>
              <a:ahLst/>
              <a:cxnLst/>
              <a:rect l="l" t="t" r="r" b="b"/>
              <a:pathLst>
                <a:path w="3070" h="2625" extrusionOk="0">
                  <a:moveTo>
                    <a:pt x="1769" y="434"/>
                  </a:moveTo>
                  <a:cubicBezTo>
                    <a:pt x="2536" y="434"/>
                    <a:pt x="2936" y="1401"/>
                    <a:pt x="2369" y="1935"/>
                  </a:cubicBezTo>
                  <a:cubicBezTo>
                    <a:pt x="2195" y="2120"/>
                    <a:pt x="1975" y="2202"/>
                    <a:pt x="1757" y="2202"/>
                  </a:cubicBezTo>
                  <a:cubicBezTo>
                    <a:pt x="1307" y="2202"/>
                    <a:pt x="868" y="1852"/>
                    <a:pt x="868" y="1335"/>
                  </a:cubicBezTo>
                  <a:cubicBezTo>
                    <a:pt x="868" y="834"/>
                    <a:pt x="1268" y="434"/>
                    <a:pt x="1769" y="434"/>
                  </a:cubicBezTo>
                  <a:close/>
                  <a:moveTo>
                    <a:pt x="1769" y="0"/>
                  </a:moveTo>
                  <a:cubicBezTo>
                    <a:pt x="601" y="0"/>
                    <a:pt x="1" y="1435"/>
                    <a:pt x="835" y="2235"/>
                  </a:cubicBezTo>
                  <a:cubicBezTo>
                    <a:pt x="1094" y="2505"/>
                    <a:pt x="1419" y="2625"/>
                    <a:pt x="1741" y="2625"/>
                  </a:cubicBezTo>
                  <a:cubicBezTo>
                    <a:pt x="2413" y="2625"/>
                    <a:pt x="3070" y="2102"/>
                    <a:pt x="3070" y="1335"/>
                  </a:cubicBezTo>
                  <a:cubicBezTo>
                    <a:pt x="3070" y="601"/>
                    <a:pt x="2469" y="0"/>
                    <a:pt x="17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21" name="Google Shape;1721;p73"/>
          <p:cNvGrpSpPr/>
          <p:nvPr/>
        </p:nvGrpSpPr>
        <p:grpSpPr>
          <a:xfrm>
            <a:off x="6566373" y="1728170"/>
            <a:ext cx="1139350" cy="798325"/>
            <a:chOff x="-2235349" y="2328572"/>
            <a:chExt cx="1307696" cy="857288"/>
          </a:xfrm>
        </p:grpSpPr>
        <p:sp>
          <p:nvSpPr>
            <p:cNvPr id="1722" name="Google Shape;1722;p73"/>
            <p:cNvSpPr/>
            <p:nvPr/>
          </p:nvSpPr>
          <p:spPr>
            <a:xfrm>
              <a:off x="-1972205" y="2328572"/>
              <a:ext cx="856089" cy="857288"/>
            </a:xfrm>
            <a:custGeom>
              <a:avLst/>
              <a:gdLst/>
              <a:ahLst/>
              <a:cxnLst/>
              <a:rect l="l" t="t" r="r" b="b"/>
              <a:pathLst>
                <a:path w="24852" h="24885" extrusionOk="0">
                  <a:moveTo>
                    <a:pt x="12410" y="0"/>
                  </a:moveTo>
                  <a:cubicBezTo>
                    <a:pt x="5538" y="0"/>
                    <a:pt x="1" y="5571"/>
                    <a:pt x="1" y="12442"/>
                  </a:cubicBezTo>
                  <a:cubicBezTo>
                    <a:pt x="1" y="19314"/>
                    <a:pt x="5538" y="24885"/>
                    <a:pt x="12410" y="24885"/>
                  </a:cubicBezTo>
                  <a:cubicBezTo>
                    <a:pt x="19281" y="24885"/>
                    <a:pt x="24852" y="19314"/>
                    <a:pt x="24852" y="12442"/>
                  </a:cubicBezTo>
                  <a:cubicBezTo>
                    <a:pt x="24852" y="5571"/>
                    <a:pt x="19281" y="0"/>
                    <a:pt x="124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73"/>
            <p:cNvSpPr/>
            <p:nvPr/>
          </p:nvSpPr>
          <p:spPr>
            <a:xfrm>
              <a:off x="-2171001" y="2805464"/>
              <a:ext cx="373514" cy="97700"/>
            </a:xfrm>
            <a:custGeom>
              <a:avLst/>
              <a:gdLst/>
              <a:ahLst/>
              <a:cxnLst/>
              <a:rect l="l" t="t" r="r" b="b"/>
              <a:pathLst>
                <a:path w="10843" h="2836" extrusionOk="0">
                  <a:moveTo>
                    <a:pt x="5405" y="0"/>
                  </a:moveTo>
                  <a:cubicBezTo>
                    <a:pt x="2403" y="0"/>
                    <a:pt x="1" y="634"/>
                    <a:pt x="1" y="1401"/>
                  </a:cubicBezTo>
                  <a:cubicBezTo>
                    <a:pt x="1" y="2202"/>
                    <a:pt x="2403" y="2836"/>
                    <a:pt x="5405" y="2836"/>
                  </a:cubicBezTo>
                  <a:cubicBezTo>
                    <a:pt x="8407" y="2836"/>
                    <a:pt x="10842" y="2202"/>
                    <a:pt x="10842" y="1401"/>
                  </a:cubicBezTo>
                  <a:cubicBezTo>
                    <a:pt x="10842" y="634"/>
                    <a:pt x="8407" y="0"/>
                    <a:pt x="54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73"/>
            <p:cNvSpPr/>
            <p:nvPr/>
          </p:nvSpPr>
          <p:spPr>
            <a:xfrm>
              <a:off x="-2172138" y="2784759"/>
              <a:ext cx="374651" cy="72448"/>
            </a:xfrm>
            <a:custGeom>
              <a:avLst/>
              <a:gdLst/>
              <a:ahLst/>
              <a:cxnLst/>
              <a:rect l="l" t="t" r="r" b="b"/>
              <a:pathLst>
                <a:path w="10876" h="2103" extrusionOk="0">
                  <a:moveTo>
                    <a:pt x="1" y="1"/>
                  </a:moveTo>
                  <a:lnTo>
                    <a:pt x="1" y="2102"/>
                  </a:lnTo>
                  <a:lnTo>
                    <a:pt x="10875" y="2102"/>
                  </a:lnTo>
                  <a:lnTo>
                    <a:pt x="108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73"/>
            <p:cNvSpPr/>
            <p:nvPr/>
          </p:nvSpPr>
          <p:spPr>
            <a:xfrm>
              <a:off x="-2171001" y="2736495"/>
              <a:ext cx="373514" cy="97735"/>
            </a:xfrm>
            <a:custGeom>
              <a:avLst/>
              <a:gdLst/>
              <a:ahLst/>
              <a:cxnLst/>
              <a:rect l="l" t="t" r="r" b="b"/>
              <a:pathLst>
                <a:path w="10843" h="2837" extrusionOk="0">
                  <a:moveTo>
                    <a:pt x="5405" y="1"/>
                  </a:moveTo>
                  <a:cubicBezTo>
                    <a:pt x="2403" y="1"/>
                    <a:pt x="1" y="635"/>
                    <a:pt x="1" y="1402"/>
                  </a:cubicBezTo>
                  <a:cubicBezTo>
                    <a:pt x="1" y="2202"/>
                    <a:pt x="2403" y="2836"/>
                    <a:pt x="5405" y="2836"/>
                  </a:cubicBezTo>
                  <a:cubicBezTo>
                    <a:pt x="8407" y="2836"/>
                    <a:pt x="10842" y="2202"/>
                    <a:pt x="10842" y="1402"/>
                  </a:cubicBezTo>
                  <a:cubicBezTo>
                    <a:pt x="10842" y="635"/>
                    <a:pt x="8407" y="1"/>
                    <a:pt x="540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73"/>
            <p:cNvSpPr/>
            <p:nvPr/>
          </p:nvSpPr>
          <p:spPr>
            <a:xfrm>
              <a:off x="-2235349" y="2911191"/>
              <a:ext cx="374651" cy="97700"/>
            </a:xfrm>
            <a:custGeom>
              <a:avLst/>
              <a:gdLst/>
              <a:ahLst/>
              <a:cxnLst/>
              <a:rect l="l" t="t" r="r" b="b"/>
              <a:pathLst>
                <a:path w="10876" h="2836" extrusionOk="0">
                  <a:moveTo>
                    <a:pt x="5438" y="0"/>
                  </a:moveTo>
                  <a:cubicBezTo>
                    <a:pt x="2436" y="0"/>
                    <a:pt x="1" y="634"/>
                    <a:pt x="1" y="1401"/>
                  </a:cubicBezTo>
                  <a:cubicBezTo>
                    <a:pt x="1" y="2202"/>
                    <a:pt x="2436" y="2836"/>
                    <a:pt x="5438" y="2836"/>
                  </a:cubicBezTo>
                  <a:cubicBezTo>
                    <a:pt x="8440" y="2836"/>
                    <a:pt x="10875" y="2202"/>
                    <a:pt x="10875" y="1401"/>
                  </a:cubicBezTo>
                  <a:cubicBezTo>
                    <a:pt x="10875" y="634"/>
                    <a:pt x="8440" y="0"/>
                    <a:pt x="54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73"/>
            <p:cNvSpPr/>
            <p:nvPr/>
          </p:nvSpPr>
          <p:spPr>
            <a:xfrm>
              <a:off x="-2235349" y="2891657"/>
              <a:ext cx="374651" cy="71277"/>
            </a:xfrm>
            <a:custGeom>
              <a:avLst/>
              <a:gdLst/>
              <a:ahLst/>
              <a:cxnLst/>
              <a:rect l="l" t="t" r="r" b="b"/>
              <a:pathLst>
                <a:path w="10876" h="2069" extrusionOk="0">
                  <a:moveTo>
                    <a:pt x="1" y="0"/>
                  </a:moveTo>
                  <a:lnTo>
                    <a:pt x="1" y="2068"/>
                  </a:lnTo>
                  <a:lnTo>
                    <a:pt x="10875" y="2068"/>
                  </a:lnTo>
                  <a:lnTo>
                    <a:pt x="108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73"/>
            <p:cNvSpPr/>
            <p:nvPr/>
          </p:nvSpPr>
          <p:spPr>
            <a:xfrm>
              <a:off x="-2235349" y="2842222"/>
              <a:ext cx="374651" cy="97735"/>
            </a:xfrm>
            <a:custGeom>
              <a:avLst/>
              <a:gdLst/>
              <a:ahLst/>
              <a:cxnLst/>
              <a:rect l="l" t="t" r="r" b="b"/>
              <a:pathLst>
                <a:path w="10876" h="2837" extrusionOk="0">
                  <a:moveTo>
                    <a:pt x="5438" y="1"/>
                  </a:moveTo>
                  <a:cubicBezTo>
                    <a:pt x="2436" y="1"/>
                    <a:pt x="1" y="635"/>
                    <a:pt x="1" y="1435"/>
                  </a:cubicBezTo>
                  <a:cubicBezTo>
                    <a:pt x="1" y="2202"/>
                    <a:pt x="2436" y="2836"/>
                    <a:pt x="5438" y="2836"/>
                  </a:cubicBezTo>
                  <a:cubicBezTo>
                    <a:pt x="8440" y="2836"/>
                    <a:pt x="10875" y="2202"/>
                    <a:pt x="10875" y="1435"/>
                  </a:cubicBezTo>
                  <a:cubicBezTo>
                    <a:pt x="10875" y="635"/>
                    <a:pt x="8440" y="1"/>
                    <a:pt x="5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73"/>
            <p:cNvSpPr/>
            <p:nvPr/>
          </p:nvSpPr>
          <p:spPr>
            <a:xfrm>
              <a:off x="-1963007" y="3000830"/>
              <a:ext cx="373480" cy="98837"/>
            </a:xfrm>
            <a:custGeom>
              <a:avLst/>
              <a:gdLst/>
              <a:ahLst/>
              <a:cxnLst/>
              <a:rect l="l" t="t" r="r" b="b"/>
              <a:pathLst>
                <a:path w="10842" h="2869" extrusionOk="0">
                  <a:moveTo>
                    <a:pt x="5404" y="0"/>
                  </a:moveTo>
                  <a:cubicBezTo>
                    <a:pt x="2402" y="0"/>
                    <a:pt x="1" y="634"/>
                    <a:pt x="1" y="1434"/>
                  </a:cubicBezTo>
                  <a:cubicBezTo>
                    <a:pt x="1" y="2202"/>
                    <a:pt x="2402" y="2869"/>
                    <a:pt x="5404" y="2869"/>
                  </a:cubicBezTo>
                  <a:cubicBezTo>
                    <a:pt x="8407" y="2869"/>
                    <a:pt x="10842" y="2202"/>
                    <a:pt x="10842" y="1434"/>
                  </a:cubicBezTo>
                  <a:cubicBezTo>
                    <a:pt x="10842" y="634"/>
                    <a:pt x="8407" y="0"/>
                    <a:pt x="5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73"/>
            <p:cNvSpPr/>
            <p:nvPr/>
          </p:nvSpPr>
          <p:spPr>
            <a:xfrm>
              <a:off x="-1963007" y="2981262"/>
              <a:ext cx="373480" cy="71312"/>
            </a:xfrm>
            <a:custGeom>
              <a:avLst/>
              <a:gdLst/>
              <a:ahLst/>
              <a:cxnLst/>
              <a:rect l="l" t="t" r="r" b="b"/>
              <a:pathLst>
                <a:path w="10842" h="2070" extrusionOk="0">
                  <a:moveTo>
                    <a:pt x="1" y="1"/>
                  </a:moveTo>
                  <a:lnTo>
                    <a:pt x="1" y="2069"/>
                  </a:lnTo>
                  <a:lnTo>
                    <a:pt x="10842" y="2069"/>
                  </a:lnTo>
                  <a:lnTo>
                    <a:pt x="1084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73"/>
            <p:cNvSpPr/>
            <p:nvPr/>
          </p:nvSpPr>
          <p:spPr>
            <a:xfrm>
              <a:off x="-1963007" y="2931861"/>
              <a:ext cx="373480" cy="98872"/>
            </a:xfrm>
            <a:custGeom>
              <a:avLst/>
              <a:gdLst/>
              <a:ahLst/>
              <a:cxnLst/>
              <a:rect l="l" t="t" r="r" b="b"/>
              <a:pathLst>
                <a:path w="10842" h="2870" extrusionOk="0">
                  <a:moveTo>
                    <a:pt x="5404" y="1"/>
                  </a:moveTo>
                  <a:cubicBezTo>
                    <a:pt x="2402" y="1"/>
                    <a:pt x="1" y="634"/>
                    <a:pt x="1" y="1435"/>
                  </a:cubicBezTo>
                  <a:cubicBezTo>
                    <a:pt x="1" y="2236"/>
                    <a:pt x="2402" y="2869"/>
                    <a:pt x="5404" y="2869"/>
                  </a:cubicBezTo>
                  <a:cubicBezTo>
                    <a:pt x="8407" y="2869"/>
                    <a:pt x="10842" y="2236"/>
                    <a:pt x="10842" y="1435"/>
                  </a:cubicBezTo>
                  <a:cubicBezTo>
                    <a:pt x="10842" y="634"/>
                    <a:pt x="8407" y="1"/>
                    <a:pt x="54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73"/>
            <p:cNvSpPr/>
            <p:nvPr/>
          </p:nvSpPr>
          <p:spPr>
            <a:xfrm>
              <a:off x="-1650465" y="2700873"/>
              <a:ext cx="574515" cy="231642"/>
            </a:xfrm>
            <a:custGeom>
              <a:avLst/>
              <a:gdLst/>
              <a:ahLst/>
              <a:cxnLst/>
              <a:rect l="l" t="t" r="r" b="b"/>
              <a:pathLst>
                <a:path w="16678" h="6724" extrusionOk="0">
                  <a:moveTo>
                    <a:pt x="3036" y="1"/>
                  </a:moveTo>
                  <a:cubicBezTo>
                    <a:pt x="1335" y="168"/>
                    <a:pt x="34" y="1569"/>
                    <a:pt x="34" y="3303"/>
                  </a:cubicBezTo>
                  <a:cubicBezTo>
                    <a:pt x="1" y="5004"/>
                    <a:pt x="1302" y="6439"/>
                    <a:pt x="3003" y="6639"/>
                  </a:cubicBezTo>
                  <a:lnTo>
                    <a:pt x="12943" y="6706"/>
                  </a:lnTo>
                  <a:cubicBezTo>
                    <a:pt x="13062" y="6718"/>
                    <a:pt x="13179" y="6723"/>
                    <a:pt x="13295" y="6723"/>
                  </a:cubicBezTo>
                  <a:cubicBezTo>
                    <a:pt x="15114" y="6723"/>
                    <a:pt x="16646" y="5284"/>
                    <a:pt x="16646" y="3403"/>
                  </a:cubicBezTo>
                  <a:cubicBezTo>
                    <a:pt x="16678" y="1533"/>
                    <a:pt x="15144" y="55"/>
                    <a:pt x="13303" y="55"/>
                  </a:cubicBezTo>
                  <a:cubicBezTo>
                    <a:pt x="13206" y="55"/>
                    <a:pt x="13108" y="59"/>
                    <a:pt x="13010" y="68"/>
                  </a:cubicBezTo>
                  <a:lnTo>
                    <a:pt x="30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73"/>
            <p:cNvSpPr/>
            <p:nvPr/>
          </p:nvSpPr>
          <p:spPr>
            <a:xfrm>
              <a:off x="-1375815" y="2702045"/>
              <a:ext cx="299865" cy="230471"/>
            </a:xfrm>
            <a:custGeom>
              <a:avLst/>
              <a:gdLst/>
              <a:ahLst/>
              <a:cxnLst/>
              <a:rect l="l" t="t" r="r" b="b"/>
              <a:pathLst>
                <a:path w="8705" h="6690" extrusionOk="0">
                  <a:moveTo>
                    <a:pt x="67" y="0"/>
                  </a:moveTo>
                  <a:lnTo>
                    <a:pt x="0" y="6638"/>
                  </a:lnTo>
                  <a:lnTo>
                    <a:pt x="4970" y="6672"/>
                  </a:lnTo>
                  <a:cubicBezTo>
                    <a:pt x="5089" y="6684"/>
                    <a:pt x="5206" y="6689"/>
                    <a:pt x="5322" y="6689"/>
                  </a:cubicBezTo>
                  <a:cubicBezTo>
                    <a:pt x="7141" y="6689"/>
                    <a:pt x="8673" y="5250"/>
                    <a:pt x="8673" y="3369"/>
                  </a:cubicBezTo>
                  <a:cubicBezTo>
                    <a:pt x="8705" y="1499"/>
                    <a:pt x="7171" y="21"/>
                    <a:pt x="5330" y="21"/>
                  </a:cubicBezTo>
                  <a:cubicBezTo>
                    <a:pt x="5233" y="21"/>
                    <a:pt x="5135" y="25"/>
                    <a:pt x="5037" y="34"/>
                  </a:cubicBezTo>
                  <a:lnTo>
                    <a:pt x="6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73"/>
            <p:cNvSpPr/>
            <p:nvPr/>
          </p:nvSpPr>
          <p:spPr>
            <a:xfrm>
              <a:off x="-1568859" y="2728468"/>
              <a:ext cx="391840" cy="62079"/>
            </a:xfrm>
            <a:custGeom>
              <a:avLst/>
              <a:gdLst/>
              <a:ahLst/>
              <a:cxnLst/>
              <a:rect l="l" t="t" r="r" b="b"/>
              <a:pathLst>
                <a:path w="11375" h="1802" extrusionOk="0">
                  <a:moveTo>
                    <a:pt x="601" y="0"/>
                  </a:moveTo>
                  <a:cubicBezTo>
                    <a:pt x="267" y="0"/>
                    <a:pt x="0" y="267"/>
                    <a:pt x="0" y="601"/>
                  </a:cubicBezTo>
                  <a:lnTo>
                    <a:pt x="0" y="1101"/>
                  </a:lnTo>
                  <a:cubicBezTo>
                    <a:pt x="0" y="1435"/>
                    <a:pt x="267" y="1702"/>
                    <a:pt x="601" y="1702"/>
                  </a:cubicBezTo>
                  <a:lnTo>
                    <a:pt x="10774" y="1802"/>
                  </a:lnTo>
                  <a:cubicBezTo>
                    <a:pt x="11108" y="1802"/>
                    <a:pt x="11375" y="1535"/>
                    <a:pt x="11375" y="1201"/>
                  </a:cubicBezTo>
                  <a:lnTo>
                    <a:pt x="11375" y="701"/>
                  </a:lnTo>
                  <a:cubicBezTo>
                    <a:pt x="11375" y="367"/>
                    <a:pt x="11108" y="100"/>
                    <a:pt x="10774" y="100"/>
                  </a:cubicBezTo>
                  <a:lnTo>
                    <a:pt x="601" y="0"/>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73"/>
            <p:cNvSpPr/>
            <p:nvPr/>
          </p:nvSpPr>
          <p:spPr>
            <a:xfrm>
              <a:off x="-1550085" y="2812216"/>
              <a:ext cx="622432" cy="269089"/>
            </a:xfrm>
            <a:custGeom>
              <a:avLst/>
              <a:gdLst/>
              <a:ahLst/>
              <a:cxnLst/>
              <a:rect l="l" t="t" r="r" b="b"/>
              <a:pathLst>
                <a:path w="18069" h="7811" extrusionOk="0">
                  <a:moveTo>
                    <a:pt x="14489" y="0"/>
                  </a:moveTo>
                  <a:cubicBezTo>
                    <a:pt x="14262" y="0"/>
                    <a:pt x="14031" y="23"/>
                    <a:pt x="13799" y="71"/>
                  </a:cubicBezTo>
                  <a:lnTo>
                    <a:pt x="3892" y="1205"/>
                  </a:lnTo>
                  <a:cubicBezTo>
                    <a:pt x="0" y="2070"/>
                    <a:pt x="652" y="7810"/>
                    <a:pt x="4624" y="7810"/>
                  </a:cubicBezTo>
                  <a:cubicBezTo>
                    <a:pt x="4636" y="7810"/>
                    <a:pt x="4647" y="7810"/>
                    <a:pt x="4659" y="7810"/>
                  </a:cubicBezTo>
                  <a:lnTo>
                    <a:pt x="14566" y="6676"/>
                  </a:lnTo>
                  <a:cubicBezTo>
                    <a:pt x="16534" y="6643"/>
                    <a:pt x="18068" y="4941"/>
                    <a:pt x="17835" y="2973"/>
                  </a:cubicBezTo>
                  <a:cubicBezTo>
                    <a:pt x="17629" y="1241"/>
                    <a:pt x="16158" y="0"/>
                    <a:pt x="144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73"/>
            <p:cNvSpPr/>
            <p:nvPr/>
          </p:nvSpPr>
          <p:spPr>
            <a:xfrm>
              <a:off x="-1244846" y="2812216"/>
              <a:ext cx="317193" cy="249521"/>
            </a:xfrm>
            <a:custGeom>
              <a:avLst/>
              <a:gdLst/>
              <a:ahLst/>
              <a:cxnLst/>
              <a:rect l="l" t="t" r="r" b="b"/>
              <a:pathLst>
                <a:path w="9208" h="7243" extrusionOk="0">
                  <a:moveTo>
                    <a:pt x="5628" y="0"/>
                  </a:moveTo>
                  <a:cubicBezTo>
                    <a:pt x="5401" y="0"/>
                    <a:pt x="5170" y="23"/>
                    <a:pt x="4938" y="71"/>
                  </a:cubicBezTo>
                  <a:lnTo>
                    <a:pt x="1" y="638"/>
                  </a:lnTo>
                  <a:lnTo>
                    <a:pt x="735" y="7243"/>
                  </a:lnTo>
                  <a:lnTo>
                    <a:pt x="5705" y="6676"/>
                  </a:lnTo>
                  <a:cubicBezTo>
                    <a:pt x="7673" y="6643"/>
                    <a:pt x="9207" y="4941"/>
                    <a:pt x="8974" y="2973"/>
                  </a:cubicBezTo>
                  <a:cubicBezTo>
                    <a:pt x="8768" y="1241"/>
                    <a:pt x="7297" y="0"/>
                    <a:pt x="56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73"/>
            <p:cNvSpPr/>
            <p:nvPr/>
          </p:nvSpPr>
          <p:spPr>
            <a:xfrm>
              <a:off x="-1435582" y="2837537"/>
              <a:ext cx="394183" cy="99078"/>
            </a:xfrm>
            <a:custGeom>
              <a:avLst/>
              <a:gdLst/>
              <a:ahLst/>
              <a:cxnLst/>
              <a:rect l="l" t="t" r="r" b="b"/>
              <a:pathLst>
                <a:path w="11443" h="2876" extrusionOk="0">
                  <a:moveTo>
                    <a:pt x="10738" y="0"/>
                  </a:moveTo>
                  <a:cubicBezTo>
                    <a:pt x="10717" y="0"/>
                    <a:pt x="10696" y="1"/>
                    <a:pt x="10675" y="3"/>
                  </a:cubicBezTo>
                  <a:lnTo>
                    <a:pt x="568" y="1171"/>
                  </a:lnTo>
                  <a:cubicBezTo>
                    <a:pt x="234" y="1204"/>
                    <a:pt x="1" y="1504"/>
                    <a:pt x="34" y="1838"/>
                  </a:cubicBezTo>
                  <a:lnTo>
                    <a:pt x="101" y="2338"/>
                  </a:lnTo>
                  <a:cubicBezTo>
                    <a:pt x="132" y="2651"/>
                    <a:pt x="397" y="2875"/>
                    <a:pt x="704" y="2875"/>
                  </a:cubicBezTo>
                  <a:cubicBezTo>
                    <a:pt x="725" y="2875"/>
                    <a:pt x="746" y="2874"/>
                    <a:pt x="768" y="2872"/>
                  </a:cubicBezTo>
                  <a:lnTo>
                    <a:pt x="10875" y="1705"/>
                  </a:lnTo>
                  <a:cubicBezTo>
                    <a:pt x="11209" y="1671"/>
                    <a:pt x="11442" y="1371"/>
                    <a:pt x="11375" y="1037"/>
                  </a:cubicBezTo>
                  <a:lnTo>
                    <a:pt x="11342" y="537"/>
                  </a:lnTo>
                  <a:cubicBezTo>
                    <a:pt x="11311" y="225"/>
                    <a:pt x="11046" y="0"/>
                    <a:pt x="10738"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67"/>
                                        </p:tgtEl>
                                        <p:attrNameLst>
                                          <p:attrName>style.visibility</p:attrName>
                                        </p:attrNameLst>
                                      </p:cBhvr>
                                      <p:to>
                                        <p:strVal val="visible"/>
                                      </p:to>
                                    </p:set>
                                    <p:animEffect transition="in" filter="fade">
                                      <p:cBhvr>
                                        <p:cTn id="7" dur="1000"/>
                                        <p:tgtEl>
                                          <p:spTgt spid="1667"/>
                                        </p:tgtEl>
                                      </p:cBhvr>
                                    </p:animEffect>
                                  </p:childTnLst>
                                </p:cTn>
                              </p:par>
                              <p:par>
                                <p:cTn id="8" presetID="10" presetClass="entr" presetSubtype="0" fill="hold" nodeType="withEffect">
                                  <p:stCondLst>
                                    <p:cond delay="0"/>
                                  </p:stCondLst>
                                  <p:childTnLst>
                                    <p:set>
                                      <p:cBhvr>
                                        <p:cTn id="9" dur="1" fill="hold">
                                          <p:stCondLst>
                                            <p:cond delay="0"/>
                                          </p:stCondLst>
                                        </p:cTn>
                                        <p:tgtEl>
                                          <p:spTgt spid="1700"/>
                                        </p:tgtEl>
                                        <p:attrNameLst>
                                          <p:attrName>style.visibility</p:attrName>
                                        </p:attrNameLst>
                                      </p:cBhvr>
                                      <p:to>
                                        <p:strVal val="visible"/>
                                      </p:to>
                                    </p:set>
                                    <p:animEffect transition="in" filter="fade">
                                      <p:cBhvr>
                                        <p:cTn id="10" dur="1000"/>
                                        <p:tgtEl>
                                          <p:spTgt spid="1700"/>
                                        </p:tgtEl>
                                      </p:cBhvr>
                                    </p:animEffect>
                                  </p:childTnLst>
                                </p:cTn>
                              </p:par>
                              <p:par>
                                <p:cTn id="11" presetID="10" presetClass="entr" presetSubtype="0" fill="hold" nodeType="withEffect">
                                  <p:stCondLst>
                                    <p:cond delay="0"/>
                                  </p:stCondLst>
                                  <p:childTnLst>
                                    <p:set>
                                      <p:cBhvr>
                                        <p:cTn id="12" dur="1" fill="hold">
                                          <p:stCondLst>
                                            <p:cond delay="0"/>
                                          </p:stCondLst>
                                        </p:cTn>
                                        <p:tgtEl>
                                          <p:spTgt spid="1721"/>
                                        </p:tgtEl>
                                        <p:attrNameLst>
                                          <p:attrName>style.visibility</p:attrName>
                                        </p:attrNameLst>
                                      </p:cBhvr>
                                      <p:to>
                                        <p:strVal val="visible"/>
                                      </p:to>
                                    </p:set>
                                    <p:animEffect transition="in" filter="fade">
                                      <p:cBhvr>
                                        <p:cTn id="13" dur="1000"/>
                                        <p:tgtEl>
                                          <p:spTgt spid="1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5"/>
        <p:cNvGrpSpPr/>
        <p:nvPr/>
      </p:nvGrpSpPr>
      <p:grpSpPr>
        <a:xfrm>
          <a:off x="0" y="0"/>
          <a:ext cx="0" cy="0"/>
          <a:chOff x="0" y="0"/>
          <a:chExt cx="0" cy="0"/>
        </a:xfrm>
      </p:grpSpPr>
      <p:grpSp>
        <p:nvGrpSpPr>
          <p:cNvPr id="1566" name="Google Shape;1566;p72"/>
          <p:cNvGrpSpPr/>
          <p:nvPr/>
        </p:nvGrpSpPr>
        <p:grpSpPr>
          <a:xfrm flipH="1">
            <a:off x="5127123" y="1492973"/>
            <a:ext cx="4027278" cy="3652148"/>
            <a:chOff x="1001725" y="2011725"/>
            <a:chExt cx="4599975" cy="4171500"/>
          </a:xfrm>
        </p:grpSpPr>
        <p:sp>
          <p:nvSpPr>
            <p:cNvPr id="1567" name="Google Shape;1567;p72"/>
            <p:cNvSpPr/>
            <p:nvPr/>
          </p:nvSpPr>
          <p:spPr>
            <a:xfrm>
              <a:off x="2391050" y="4298525"/>
              <a:ext cx="1161675" cy="1540300"/>
            </a:xfrm>
            <a:custGeom>
              <a:avLst/>
              <a:gdLst/>
              <a:ahLst/>
              <a:cxnLst/>
              <a:rect l="l" t="t" r="r" b="b"/>
              <a:pathLst>
                <a:path w="46467" h="61612" extrusionOk="0">
                  <a:moveTo>
                    <a:pt x="17046" y="0"/>
                  </a:moveTo>
                  <a:lnTo>
                    <a:pt x="0" y="19347"/>
                  </a:lnTo>
                  <a:lnTo>
                    <a:pt x="27553" y="61611"/>
                  </a:lnTo>
                  <a:lnTo>
                    <a:pt x="46467" y="30922"/>
                  </a:lnTo>
                  <a:lnTo>
                    <a:pt x="1704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72"/>
            <p:cNvSpPr/>
            <p:nvPr/>
          </p:nvSpPr>
          <p:spPr>
            <a:xfrm>
              <a:off x="2721275" y="4362725"/>
              <a:ext cx="831450" cy="1049125"/>
            </a:xfrm>
            <a:custGeom>
              <a:avLst/>
              <a:gdLst/>
              <a:ahLst/>
              <a:cxnLst/>
              <a:rect l="l" t="t" r="r" b="b"/>
              <a:pathLst>
                <a:path w="33258" h="41965" extrusionOk="0">
                  <a:moveTo>
                    <a:pt x="3103" y="1"/>
                  </a:moveTo>
                  <a:lnTo>
                    <a:pt x="3103" y="1"/>
                  </a:lnTo>
                  <a:cubicBezTo>
                    <a:pt x="1" y="12410"/>
                    <a:pt x="4471" y="26320"/>
                    <a:pt x="14178" y="34592"/>
                  </a:cubicBezTo>
                  <a:cubicBezTo>
                    <a:pt x="16513" y="36594"/>
                    <a:pt x="19148" y="38261"/>
                    <a:pt x="21750" y="39929"/>
                  </a:cubicBezTo>
                  <a:cubicBezTo>
                    <a:pt x="22784" y="40630"/>
                    <a:pt x="23851" y="41297"/>
                    <a:pt x="24919" y="41964"/>
                  </a:cubicBezTo>
                  <a:lnTo>
                    <a:pt x="33258" y="28354"/>
                  </a:lnTo>
                  <a:cubicBezTo>
                    <a:pt x="33258" y="28354"/>
                    <a:pt x="3803" y="2402"/>
                    <a:pt x="31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72"/>
            <p:cNvSpPr/>
            <p:nvPr/>
          </p:nvSpPr>
          <p:spPr>
            <a:xfrm>
              <a:off x="2414350" y="3099325"/>
              <a:ext cx="2668575" cy="1984125"/>
            </a:xfrm>
            <a:custGeom>
              <a:avLst/>
              <a:gdLst/>
              <a:ahLst/>
              <a:cxnLst/>
              <a:rect l="l" t="t" r="r" b="b"/>
              <a:pathLst>
                <a:path w="106743" h="79365" extrusionOk="0">
                  <a:moveTo>
                    <a:pt x="54408" y="1"/>
                  </a:moveTo>
                  <a:cubicBezTo>
                    <a:pt x="1" y="30027"/>
                    <a:pt x="8283" y="79364"/>
                    <a:pt x="39850" y="79364"/>
                  </a:cubicBezTo>
                  <a:cubicBezTo>
                    <a:pt x="49313" y="79364"/>
                    <a:pt x="60868" y="74930"/>
                    <a:pt x="73455" y="64213"/>
                  </a:cubicBezTo>
                  <a:cubicBezTo>
                    <a:pt x="73455" y="64213"/>
                    <a:pt x="90500" y="60344"/>
                    <a:pt x="91334" y="42364"/>
                  </a:cubicBezTo>
                  <a:lnTo>
                    <a:pt x="91334" y="42364"/>
                  </a:lnTo>
                  <a:cubicBezTo>
                    <a:pt x="91334" y="42364"/>
                    <a:pt x="91334" y="42365"/>
                    <a:pt x="91334" y="42365"/>
                  </a:cubicBezTo>
                  <a:cubicBezTo>
                    <a:pt x="91376" y="42365"/>
                    <a:pt x="106742" y="28829"/>
                    <a:pt x="105478" y="18247"/>
                  </a:cubicBezTo>
                  <a:lnTo>
                    <a:pt x="544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72"/>
            <p:cNvSpPr/>
            <p:nvPr/>
          </p:nvSpPr>
          <p:spPr>
            <a:xfrm>
              <a:off x="3194950" y="3657225"/>
              <a:ext cx="944025" cy="683025"/>
            </a:xfrm>
            <a:custGeom>
              <a:avLst/>
              <a:gdLst/>
              <a:ahLst/>
              <a:cxnLst/>
              <a:rect l="l" t="t" r="r" b="b"/>
              <a:pathLst>
                <a:path w="37761" h="27321" fill="none" extrusionOk="0">
                  <a:moveTo>
                    <a:pt x="1" y="27320"/>
                  </a:moveTo>
                  <a:cubicBezTo>
                    <a:pt x="5338" y="27220"/>
                    <a:pt x="10375" y="25052"/>
                    <a:pt x="14978" y="22350"/>
                  </a:cubicBezTo>
                  <a:cubicBezTo>
                    <a:pt x="24218" y="16879"/>
                    <a:pt x="32157" y="9174"/>
                    <a:pt x="37761" y="1"/>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72"/>
            <p:cNvSpPr/>
            <p:nvPr/>
          </p:nvSpPr>
          <p:spPr>
            <a:xfrm>
              <a:off x="3300025" y="3670575"/>
              <a:ext cx="555425" cy="78400"/>
            </a:xfrm>
            <a:custGeom>
              <a:avLst/>
              <a:gdLst/>
              <a:ahLst/>
              <a:cxnLst/>
              <a:rect l="l" t="t" r="r" b="b"/>
              <a:pathLst>
                <a:path w="22217" h="3136" fill="none" extrusionOk="0">
                  <a:moveTo>
                    <a:pt x="1" y="67"/>
                  </a:moveTo>
                  <a:cubicBezTo>
                    <a:pt x="3170" y="2269"/>
                    <a:pt x="7172" y="3136"/>
                    <a:pt x="11042" y="2936"/>
                  </a:cubicBezTo>
                  <a:cubicBezTo>
                    <a:pt x="14945" y="2769"/>
                    <a:pt x="18681" y="1535"/>
                    <a:pt x="22216" y="0"/>
                  </a:cubicBez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72"/>
            <p:cNvSpPr/>
            <p:nvPr/>
          </p:nvSpPr>
          <p:spPr>
            <a:xfrm>
              <a:off x="3872100" y="4122550"/>
              <a:ext cx="198500" cy="276075"/>
            </a:xfrm>
            <a:custGeom>
              <a:avLst/>
              <a:gdLst/>
              <a:ahLst/>
              <a:cxnLst/>
              <a:rect l="l" t="t" r="r" b="b"/>
              <a:pathLst>
                <a:path w="7940" h="11043" fill="none" extrusionOk="0">
                  <a:moveTo>
                    <a:pt x="1" y="11042"/>
                  </a:moveTo>
                  <a:cubicBezTo>
                    <a:pt x="1602" y="6739"/>
                    <a:pt x="4404" y="2870"/>
                    <a:pt x="7940" y="1"/>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573;p72"/>
            <p:cNvSpPr/>
            <p:nvPr/>
          </p:nvSpPr>
          <p:spPr>
            <a:xfrm>
              <a:off x="3698650" y="3333650"/>
              <a:ext cx="906500" cy="668325"/>
            </a:xfrm>
            <a:custGeom>
              <a:avLst/>
              <a:gdLst/>
              <a:ahLst/>
              <a:cxnLst/>
              <a:rect l="l" t="t" r="r" b="b"/>
              <a:pathLst>
                <a:path w="36260" h="26733" extrusionOk="0">
                  <a:moveTo>
                    <a:pt x="12209" y="1"/>
                  </a:moveTo>
                  <a:lnTo>
                    <a:pt x="0" y="14245"/>
                  </a:lnTo>
                  <a:cubicBezTo>
                    <a:pt x="0" y="14245"/>
                    <a:pt x="8106" y="22917"/>
                    <a:pt x="21082" y="26053"/>
                  </a:cubicBezTo>
                  <a:cubicBezTo>
                    <a:pt x="23100" y="26521"/>
                    <a:pt x="25042" y="26732"/>
                    <a:pt x="26929" y="26732"/>
                  </a:cubicBezTo>
                  <a:cubicBezTo>
                    <a:pt x="27193" y="26732"/>
                    <a:pt x="27457" y="26728"/>
                    <a:pt x="27720" y="26720"/>
                  </a:cubicBezTo>
                  <a:lnTo>
                    <a:pt x="36260" y="14978"/>
                  </a:lnTo>
                  <a:lnTo>
                    <a:pt x="1220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72"/>
            <p:cNvSpPr/>
            <p:nvPr/>
          </p:nvSpPr>
          <p:spPr>
            <a:xfrm>
              <a:off x="4501725" y="3726450"/>
              <a:ext cx="90075" cy="117600"/>
            </a:xfrm>
            <a:custGeom>
              <a:avLst/>
              <a:gdLst/>
              <a:ahLst/>
              <a:cxnLst/>
              <a:rect l="l" t="t" r="r" b="b"/>
              <a:pathLst>
                <a:path w="3603" h="4704" fill="none" extrusionOk="0">
                  <a:moveTo>
                    <a:pt x="0" y="4704"/>
                  </a:moveTo>
                  <a:cubicBezTo>
                    <a:pt x="1068" y="3269"/>
                    <a:pt x="2102" y="1868"/>
                    <a:pt x="3603" y="0"/>
                  </a:cubicBez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72"/>
            <p:cNvSpPr/>
            <p:nvPr/>
          </p:nvSpPr>
          <p:spPr>
            <a:xfrm>
              <a:off x="2673750" y="4161750"/>
              <a:ext cx="874825" cy="1001575"/>
            </a:xfrm>
            <a:custGeom>
              <a:avLst/>
              <a:gdLst/>
              <a:ahLst/>
              <a:cxnLst/>
              <a:rect l="l" t="t" r="r" b="b"/>
              <a:pathLst>
                <a:path w="34993" h="40063" fill="none" extrusionOk="0">
                  <a:moveTo>
                    <a:pt x="5838" y="1"/>
                  </a:moveTo>
                  <a:cubicBezTo>
                    <a:pt x="0" y="21950"/>
                    <a:pt x="13176" y="40063"/>
                    <a:pt x="34992" y="36393"/>
                  </a:cubicBez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72"/>
            <p:cNvSpPr/>
            <p:nvPr/>
          </p:nvSpPr>
          <p:spPr>
            <a:xfrm>
              <a:off x="1001725" y="3160200"/>
              <a:ext cx="2357525" cy="3023025"/>
            </a:xfrm>
            <a:custGeom>
              <a:avLst/>
              <a:gdLst/>
              <a:ahLst/>
              <a:cxnLst/>
              <a:rect l="l" t="t" r="r" b="b"/>
              <a:pathLst>
                <a:path w="94301" h="120921" extrusionOk="0">
                  <a:moveTo>
                    <a:pt x="0" y="1"/>
                  </a:moveTo>
                  <a:lnTo>
                    <a:pt x="0" y="120854"/>
                  </a:lnTo>
                  <a:lnTo>
                    <a:pt x="94270" y="120854"/>
                  </a:lnTo>
                  <a:lnTo>
                    <a:pt x="55106" y="37227"/>
                  </a:lnTo>
                  <a:cubicBezTo>
                    <a:pt x="46534" y="18747"/>
                    <a:pt x="29521" y="5538"/>
                    <a:pt x="9507" y="1769"/>
                  </a:cubicBezTo>
                  <a:lnTo>
                    <a:pt x="0" y="1"/>
                  </a:lnTo>
                  <a:close/>
                  <a:moveTo>
                    <a:pt x="94270" y="120854"/>
                  </a:moveTo>
                  <a:lnTo>
                    <a:pt x="94301" y="120921"/>
                  </a:lnTo>
                  <a:lnTo>
                    <a:pt x="94301" y="12085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72"/>
            <p:cNvSpPr/>
            <p:nvPr/>
          </p:nvSpPr>
          <p:spPr>
            <a:xfrm>
              <a:off x="1001725" y="3160200"/>
              <a:ext cx="2357525" cy="3023025"/>
            </a:xfrm>
            <a:custGeom>
              <a:avLst/>
              <a:gdLst/>
              <a:ahLst/>
              <a:cxnLst/>
              <a:rect l="l" t="t" r="r" b="b"/>
              <a:pathLst>
                <a:path w="94301" h="120921" fill="none" extrusionOk="0">
                  <a:moveTo>
                    <a:pt x="94301" y="120921"/>
                  </a:moveTo>
                  <a:lnTo>
                    <a:pt x="55106" y="37227"/>
                  </a:lnTo>
                  <a:cubicBezTo>
                    <a:pt x="46534" y="18747"/>
                    <a:pt x="29521" y="5538"/>
                    <a:pt x="9507" y="1769"/>
                  </a:cubicBezTo>
                  <a:lnTo>
                    <a:pt x="0" y="1"/>
                  </a:lnTo>
                </a:path>
              </a:pathLst>
            </a:custGeom>
            <a:solidFill>
              <a:schemeClr val="accent4"/>
            </a:solidFill>
            <a:ln w="25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72"/>
            <p:cNvSpPr/>
            <p:nvPr/>
          </p:nvSpPr>
          <p:spPr>
            <a:xfrm>
              <a:off x="2419400" y="4388625"/>
              <a:ext cx="88425" cy="80575"/>
            </a:xfrm>
            <a:custGeom>
              <a:avLst/>
              <a:gdLst/>
              <a:ahLst/>
              <a:cxnLst/>
              <a:rect l="l" t="t" r="r" b="b"/>
              <a:pathLst>
                <a:path w="3537" h="3223" extrusionOk="0">
                  <a:moveTo>
                    <a:pt x="1774" y="1"/>
                  </a:moveTo>
                  <a:cubicBezTo>
                    <a:pt x="1461" y="1"/>
                    <a:pt x="1149" y="92"/>
                    <a:pt x="901" y="299"/>
                  </a:cubicBezTo>
                  <a:cubicBezTo>
                    <a:pt x="0" y="1100"/>
                    <a:pt x="701" y="2734"/>
                    <a:pt x="1668" y="3134"/>
                  </a:cubicBezTo>
                  <a:cubicBezTo>
                    <a:pt x="1831" y="3193"/>
                    <a:pt x="2006" y="3222"/>
                    <a:pt x="2180" y="3222"/>
                  </a:cubicBezTo>
                  <a:cubicBezTo>
                    <a:pt x="2506" y="3222"/>
                    <a:pt x="2830" y="3118"/>
                    <a:pt x="3069" y="2901"/>
                  </a:cubicBezTo>
                  <a:cubicBezTo>
                    <a:pt x="3503" y="2467"/>
                    <a:pt x="3536" y="1767"/>
                    <a:pt x="3336" y="1200"/>
                  </a:cubicBezTo>
                  <a:cubicBezTo>
                    <a:pt x="3169" y="733"/>
                    <a:pt x="2802" y="299"/>
                    <a:pt x="2335" y="99"/>
                  </a:cubicBezTo>
                  <a:cubicBezTo>
                    <a:pt x="2158" y="35"/>
                    <a:pt x="1966" y="1"/>
                    <a:pt x="177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72"/>
            <p:cNvSpPr/>
            <p:nvPr/>
          </p:nvSpPr>
          <p:spPr>
            <a:xfrm>
              <a:off x="4102275" y="4437775"/>
              <a:ext cx="142625" cy="258550"/>
            </a:xfrm>
            <a:custGeom>
              <a:avLst/>
              <a:gdLst/>
              <a:ahLst/>
              <a:cxnLst/>
              <a:rect l="l" t="t" r="r" b="b"/>
              <a:pathLst>
                <a:path w="5705" h="10342" fill="none" extrusionOk="0">
                  <a:moveTo>
                    <a:pt x="0" y="1"/>
                  </a:moveTo>
                  <a:cubicBezTo>
                    <a:pt x="767" y="3937"/>
                    <a:pt x="2769" y="7606"/>
                    <a:pt x="5704" y="10342"/>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72"/>
            <p:cNvSpPr/>
            <p:nvPr/>
          </p:nvSpPr>
          <p:spPr>
            <a:xfrm>
              <a:off x="3457650" y="2760750"/>
              <a:ext cx="698025" cy="816450"/>
            </a:xfrm>
            <a:custGeom>
              <a:avLst/>
              <a:gdLst/>
              <a:ahLst/>
              <a:cxnLst/>
              <a:rect l="l" t="t" r="r" b="b"/>
              <a:pathLst>
                <a:path w="27921" h="32658" extrusionOk="0">
                  <a:moveTo>
                    <a:pt x="16512" y="1"/>
                  </a:moveTo>
                  <a:cubicBezTo>
                    <a:pt x="14210" y="134"/>
                    <a:pt x="12342" y="1869"/>
                    <a:pt x="12075" y="4137"/>
                  </a:cubicBezTo>
                  <a:lnTo>
                    <a:pt x="11308" y="11342"/>
                  </a:lnTo>
                  <a:lnTo>
                    <a:pt x="0" y="21316"/>
                  </a:lnTo>
                  <a:lnTo>
                    <a:pt x="15478" y="32657"/>
                  </a:lnTo>
                  <a:lnTo>
                    <a:pt x="19314" y="27954"/>
                  </a:lnTo>
                  <a:cubicBezTo>
                    <a:pt x="21682" y="25018"/>
                    <a:pt x="23417" y="21649"/>
                    <a:pt x="24518" y="18013"/>
                  </a:cubicBezTo>
                  <a:lnTo>
                    <a:pt x="26085" y="12610"/>
                  </a:lnTo>
                  <a:cubicBezTo>
                    <a:pt x="27920" y="6472"/>
                    <a:pt x="23484" y="101"/>
                    <a:pt x="1704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72"/>
            <p:cNvSpPr/>
            <p:nvPr/>
          </p:nvSpPr>
          <p:spPr>
            <a:xfrm>
              <a:off x="3457650" y="2760750"/>
              <a:ext cx="698025" cy="816450"/>
            </a:xfrm>
            <a:custGeom>
              <a:avLst/>
              <a:gdLst/>
              <a:ahLst/>
              <a:cxnLst/>
              <a:rect l="l" t="t" r="r" b="b"/>
              <a:pathLst>
                <a:path w="27921" h="32658" fill="none" extrusionOk="0">
                  <a:moveTo>
                    <a:pt x="0" y="21316"/>
                  </a:moveTo>
                  <a:lnTo>
                    <a:pt x="11308" y="11342"/>
                  </a:lnTo>
                  <a:lnTo>
                    <a:pt x="12075" y="4137"/>
                  </a:lnTo>
                  <a:cubicBezTo>
                    <a:pt x="12342" y="1869"/>
                    <a:pt x="14210" y="134"/>
                    <a:pt x="16512" y="1"/>
                  </a:cubicBezTo>
                  <a:lnTo>
                    <a:pt x="16512" y="1"/>
                  </a:lnTo>
                  <a:lnTo>
                    <a:pt x="17046" y="1"/>
                  </a:lnTo>
                  <a:cubicBezTo>
                    <a:pt x="23484" y="101"/>
                    <a:pt x="27920" y="6472"/>
                    <a:pt x="26085" y="12610"/>
                  </a:cubicBezTo>
                  <a:lnTo>
                    <a:pt x="24518" y="18013"/>
                  </a:lnTo>
                  <a:cubicBezTo>
                    <a:pt x="23417" y="21649"/>
                    <a:pt x="21682" y="25018"/>
                    <a:pt x="19314" y="27954"/>
                  </a:cubicBezTo>
                  <a:lnTo>
                    <a:pt x="15478" y="32657"/>
                  </a:ln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72"/>
            <p:cNvSpPr/>
            <p:nvPr/>
          </p:nvSpPr>
          <p:spPr>
            <a:xfrm>
              <a:off x="4637650" y="2040325"/>
              <a:ext cx="964050" cy="1084875"/>
            </a:xfrm>
            <a:custGeom>
              <a:avLst/>
              <a:gdLst/>
              <a:ahLst/>
              <a:cxnLst/>
              <a:rect l="l" t="t" r="r" b="b"/>
              <a:pathLst>
                <a:path w="38562" h="43395" extrusionOk="0">
                  <a:moveTo>
                    <a:pt x="31601" y="1"/>
                  </a:moveTo>
                  <a:cubicBezTo>
                    <a:pt x="30859" y="1"/>
                    <a:pt x="30110" y="130"/>
                    <a:pt x="29388" y="397"/>
                  </a:cubicBezTo>
                  <a:cubicBezTo>
                    <a:pt x="27654" y="998"/>
                    <a:pt x="26253" y="2332"/>
                    <a:pt x="25552" y="4067"/>
                  </a:cubicBezTo>
                  <a:lnTo>
                    <a:pt x="24151" y="7569"/>
                  </a:lnTo>
                  <a:cubicBezTo>
                    <a:pt x="23017" y="10304"/>
                    <a:pt x="21549" y="12839"/>
                    <a:pt x="19748" y="15241"/>
                  </a:cubicBezTo>
                  <a:cubicBezTo>
                    <a:pt x="17413" y="18310"/>
                    <a:pt x="14544" y="20979"/>
                    <a:pt x="11309" y="23113"/>
                  </a:cubicBezTo>
                  <a:lnTo>
                    <a:pt x="0" y="30452"/>
                  </a:lnTo>
                  <a:lnTo>
                    <a:pt x="12910" y="43395"/>
                  </a:lnTo>
                  <a:lnTo>
                    <a:pt x="20849" y="37290"/>
                  </a:lnTo>
                  <a:cubicBezTo>
                    <a:pt x="25852" y="33454"/>
                    <a:pt x="29722" y="28317"/>
                    <a:pt x="32090" y="22480"/>
                  </a:cubicBezTo>
                  <a:lnTo>
                    <a:pt x="37594" y="8937"/>
                  </a:lnTo>
                  <a:cubicBezTo>
                    <a:pt x="38561" y="6602"/>
                    <a:pt x="38061" y="3900"/>
                    <a:pt x="36326" y="2065"/>
                  </a:cubicBezTo>
                  <a:cubicBezTo>
                    <a:pt x="35083" y="728"/>
                    <a:pt x="33361" y="1"/>
                    <a:pt x="316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72"/>
            <p:cNvSpPr/>
            <p:nvPr/>
          </p:nvSpPr>
          <p:spPr>
            <a:xfrm>
              <a:off x="4637650" y="2027725"/>
              <a:ext cx="964050" cy="1097475"/>
            </a:xfrm>
            <a:custGeom>
              <a:avLst/>
              <a:gdLst/>
              <a:ahLst/>
              <a:cxnLst/>
              <a:rect l="l" t="t" r="r" b="b"/>
              <a:pathLst>
                <a:path w="38562" h="43899" fill="none" extrusionOk="0">
                  <a:moveTo>
                    <a:pt x="0" y="30956"/>
                  </a:moveTo>
                  <a:lnTo>
                    <a:pt x="11309" y="23617"/>
                  </a:lnTo>
                  <a:cubicBezTo>
                    <a:pt x="14544" y="21483"/>
                    <a:pt x="17413" y="18814"/>
                    <a:pt x="19748" y="15745"/>
                  </a:cubicBezTo>
                  <a:lnTo>
                    <a:pt x="19748" y="15745"/>
                  </a:lnTo>
                  <a:cubicBezTo>
                    <a:pt x="21549" y="13343"/>
                    <a:pt x="23017" y="10808"/>
                    <a:pt x="24151" y="8073"/>
                  </a:cubicBezTo>
                  <a:lnTo>
                    <a:pt x="25552" y="4571"/>
                  </a:lnTo>
                  <a:cubicBezTo>
                    <a:pt x="26253" y="2836"/>
                    <a:pt x="27654" y="1502"/>
                    <a:pt x="29388" y="901"/>
                  </a:cubicBezTo>
                  <a:lnTo>
                    <a:pt x="29388" y="901"/>
                  </a:lnTo>
                  <a:cubicBezTo>
                    <a:pt x="31823" y="1"/>
                    <a:pt x="34558" y="668"/>
                    <a:pt x="36326" y="2569"/>
                  </a:cubicBezTo>
                  <a:lnTo>
                    <a:pt x="36326" y="2569"/>
                  </a:lnTo>
                  <a:cubicBezTo>
                    <a:pt x="38061" y="4404"/>
                    <a:pt x="38561" y="7106"/>
                    <a:pt x="37594" y="9441"/>
                  </a:cubicBezTo>
                  <a:lnTo>
                    <a:pt x="32090" y="22984"/>
                  </a:lnTo>
                  <a:cubicBezTo>
                    <a:pt x="29722" y="28821"/>
                    <a:pt x="25852" y="33958"/>
                    <a:pt x="20849" y="37794"/>
                  </a:cubicBezTo>
                  <a:lnTo>
                    <a:pt x="12910" y="43899"/>
                  </a:lnTo>
                </a:path>
              </a:pathLst>
            </a:custGeom>
            <a:noFill/>
            <a:ln w="250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72"/>
            <p:cNvSpPr/>
            <p:nvPr/>
          </p:nvSpPr>
          <p:spPr>
            <a:xfrm>
              <a:off x="2431900" y="4219300"/>
              <a:ext cx="314425" cy="243525"/>
            </a:xfrm>
            <a:custGeom>
              <a:avLst/>
              <a:gdLst/>
              <a:ahLst/>
              <a:cxnLst/>
              <a:rect l="l" t="t" r="r" b="b"/>
              <a:pathLst>
                <a:path w="12577" h="9741" fill="none" extrusionOk="0">
                  <a:moveTo>
                    <a:pt x="1" y="9741"/>
                  </a:moveTo>
                  <a:lnTo>
                    <a:pt x="12576" y="0"/>
                  </a:lnTo>
                </a:path>
              </a:pathLst>
            </a:custGeom>
            <a:solidFill>
              <a:schemeClr val="dk1"/>
            </a:solidFill>
            <a:ln w="1667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72"/>
            <p:cNvSpPr/>
            <p:nvPr/>
          </p:nvSpPr>
          <p:spPr>
            <a:xfrm>
              <a:off x="2603700" y="4170925"/>
              <a:ext cx="183475" cy="170875"/>
            </a:xfrm>
            <a:custGeom>
              <a:avLst/>
              <a:gdLst/>
              <a:ahLst/>
              <a:cxnLst/>
              <a:rect l="l" t="t" r="r" b="b"/>
              <a:pathLst>
                <a:path w="7339" h="6835" extrusionOk="0">
                  <a:moveTo>
                    <a:pt x="7339" y="3270"/>
                  </a:moveTo>
                  <a:lnTo>
                    <a:pt x="7332" y="3275"/>
                  </a:lnTo>
                  <a:lnTo>
                    <a:pt x="7332" y="3275"/>
                  </a:lnTo>
                  <a:cubicBezTo>
                    <a:pt x="7335" y="3273"/>
                    <a:pt x="7337" y="3271"/>
                    <a:pt x="7339" y="3270"/>
                  </a:cubicBezTo>
                  <a:close/>
                  <a:moveTo>
                    <a:pt x="4804" y="1"/>
                  </a:moveTo>
                  <a:lnTo>
                    <a:pt x="201" y="3570"/>
                  </a:lnTo>
                  <a:cubicBezTo>
                    <a:pt x="0" y="3737"/>
                    <a:pt x="367" y="4604"/>
                    <a:pt x="1068" y="5471"/>
                  </a:cubicBezTo>
                  <a:cubicBezTo>
                    <a:pt x="1716" y="6296"/>
                    <a:pt x="2364" y="6834"/>
                    <a:pt x="2644" y="6834"/>
                  </a:cubicBezTo>
                  <a:cubicBezTo>
                    <a:pt x="2681" y="6834"/>
                    <a:pt x="2712" y="6825"/>
                    <a:pt x="2736" y="6805"/>
                  </a:cubicBezTo>
                  <a:lnTo>
                    <a:pt x="7332" y="3275"/>
                  </a:lnTo>
                  <a:lnTo>
                    <a:pt x="7332" y="3275"/>
                  </a:lnTo>
                  <a:cubicBezTo>
                    <a:pt x="7311" y="3290"/>
                    <a:pt x="7283" y="3297"/>
                    <a:pt x="7251" y="3297"/>
                  </a:cubicBezTo>
                  <a:cubicBezTo>
                    <a:pt x="6967" y="3297"/>
                    <a:pt x="6293" y="2735"/>
                    <a:pt x="5671" y="1935"/>
                  </a:cubicBezTo>
                  <a:cubicBezTo>
                    <a:pt x="4971" y="1001"/>
                    <a:pt x="4604" y="167"/>
                    <a:pt x="48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72"/>
            <p:cNvSpPr/>
            <p:nvPr/>
          </p:nvSpPr>
          <p:spPr>
            <a:xfrm>
              <a:off x="2617050" y="3854875"/>
              <a:ext cx="537075" cy="501700"/>
            </a:xfrm>
            <a:custGeom>
              <a:avLst/>
              <a:gdLst/>
              <a:ahLst/>
              <a:cxnLst/>
              <a:rect l="l" t="t" r="r" b="b"/>
              <a:pathLst>
                <a:path w="21483" h="20068" extrusionOk="0">
                  <a:moveTo>
                    <a:pt x="21482" y="9574"/>
                  </a:moveTo>
                  <a:lnTo>
                    <a:pt x="21477" y="9577"/>
                  </a:lnTo>
                  <a:lnTo>
                    <a:pt x="21477" y="9577"/>
                  </a:lnTo>
                  <a:cubicBezTo>
                    <a:pt x="21479" y="9576"/>
                    <a:pt x="21481" y="9575"/>
                    <a:pt x="21482" y="9574"/>
                  </a:cubicBezTo>
                  <a:close/>
                  <a:moveTo>
                    <a:pt x="14077" y="0"/>
                  </a:moveTo>
                  <a:lnTo>
                    <a:pt x="634" y="10441"/>
                  </a:lnTo>
                  <a:cubicBezTo>
                    <a:pt x="0" y="10941"/>
                    <a:pt x="1168" y="13443"/>
                    <a:pt x="3236" y="16112"/>
                  </a:cubicBezTo>
                  <a:cubicBezTo>
                    <a:pt x="5035" y="18441"/>
                    <a:pt x="6938" y="20067"/>
                    <a:pt x="7793" y="20067"/>
                  </a:cubicBezTo>
                  <a:cubicBezTo>
                    <a:pt x="7905" y="20067"/>
                    <a:pt x="7999" y="20039"/>
                    <a:pt x="8073" y="19981"/>
                  </a:cubicBezTo>
                  <a:lnTo>
                    <a:pt x="21477" y="9577"/>
                  </a:lnTo>
                  <a:lnTo>
                    <a:pt x="21477" y="9577"/>
                  </a:lnTo>
                  <a:cubicBezTo>
                    <a:pt x="21406" y="9632"/>
                    <a:pt x="21315" y="9659"/>
                    <a:pt x="21207" y="9659"/>
                  </a:cubicBezTo>
                  <a:cubicBezTo>
                    <a:pt x="20354" y="9659"/>
                    <a:pt x="18447" y="8008"/>
                    <a:pt x="16645" y="5704"/>
                  </a:cubicBezTo>
                  <a:cubicBezTo>
                    <a:pt x="14611" y="3069"/>
                    <a:pt x="13443" y="534"/>
                    <a:pt x="1407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587;p72"/>
            <p:cNvSpPr/>
            <p:nvPr/>
          </p:nvSpPr>
          <p:spPr>
            <a:xfrm>
              <a:off x="2764650" y="3038450"/>
              <a:ext cx="1419375" cy="1215800"/>
            </a:xfrm>
            <a:custGeom>
              <a:avLst/>
              <a:gdLst/>
              <a:ahLst/>
              <a:cxnLst/>
              <a:rect l="l" t="t" r="r" b="b"/>
              <a:pathLst>
                <a:path w="56775" h="48632" extrusionOk="0">
                  <a:moveTo>
                    <a:pt x="46934" y="1"/>
                  </a:moveTo>
                  <a:lnTo>
                    <a:pt x="834" y="35860"/>
                  </a:lnTo>
                  <a:cubicBezTo>
                    <a:pt x="0" y="36460"/>
                    <a:pt x="1535" y="39862"/>
                    <a:pt x="4237" y="43365"/>
                  </a:cubicBezTo>
                  <a:cubicBezTo>
                    <a:pt x="6647" y="46489"/>
                    <a:pt x="9216" y="48631"/>
                    <a:pt x="10335" y="48631"/>
                  </a:cubicBezTo>
                  <a:cubicBezTo>
                    <a:pt x="10470" y="48631"/>
                    <a:pt x="10585" y="48600"/>
                    <a:pt x="10675" y="48535"/>
                  </a:cubicBezTo>
                  <a:lnTo>
                    <a:pt x="56774" y="12676"/>
                  </a:lnTo>
                  <a:lnTo>
                    <a:pt x="56774" y="12676"/>
                  </a:lnTo>
                  <a:cubicBezTo>
                    <a:pt x="56684" y="12741"/>
                    <a:pt x="56570" y="12772"/>
                    <a:pt x="56436" y="12772"/>
                  </a:cubicBezTo>
                  <a:cubicBezTo>
                    <a:pt x="55323" y="12772"/>
                    <a:pt x="52780" y="10630"/>
                    <a:pt x="50370" y="7506"/>
                  </a:cubicBezTo>
                  <a:cubicBezTo>
                    <a:pt x="47634" y="4003"/>
                    <a:pt x="46100" y="668"/>
                    <a:pt x="469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588;p72"/>
            <p:cNvSpPr/>
            <p:nvPr/>
          </p:nvSpPr>
          <p:spPr>
            <a:xfrm>
              <a:off x="3917125" y="3036650"/>
              <a:ext cx="287750" cy="321950"/>
            </a:xfrm>
            <a:custGeom>
              <a:avLst/>
              <a:gdLst/>
              <a:ahLst/>
              <a:cxnLst/>
              <a:rect l="l" t="t" r="r" b="b"/>
              <a:pathLst>
                <a:path w="11510" h="12878" extrusionOk="0">
                  <a:moveTo>
                    <a:pt x="1187" y="1"/>
                  </a:moveTo>
                  <a:cubicBezTo>
                    <a:pt x="1046" y="1"/>
                    <a:pt x="928" y="35"/>
                    <a:pt x="835" y="106"/>
                  </a:cubicBezTo>
                  <a:cubicBezTo>
                    <a:pt x="1" y="740"/>
                    <a:pt x="1535" y="4109"/>
                    <a:pt x="4271" y="7611"/>
                  </a:cubicBezTo>
                  <a:cubicBezTo>
                    <a:pt x="6681" y="10736"/>
                    <a:pt x="9224" y="12878"/>
                    <a:pt x="10337" y="12878"/>
                  </a:cubicBezTo>
                  <a:cubicBezTo>
                    <a:pt x="10471" y="12878"/>
                    <a:pt x="10585" y="12846"/>
                    <a:pt x="10675" y="12782"/>
                  </a:cubicBezTo>
                  <a:cubicBezTo>
                    <a:pt x="11509" y="12114"/>
                    <a:pt x="9975" y="8779"/>
                    <a:pt x="7273" y="5276"/>
                  </a:cubicBezTo>
                  <a:cubicBezTo>
                    <a:pt x="4843" y="2165"/>
                    <a:pt x="2308" y="1"/>
                    <a:pt x="1187" y="1"/>
                  </a:cubicBezTo>
                  <a:close/>
                </a:path>
              </a:pathLst>
            </a:custGeom>
            <a:solidFill>
              <a:srgbClr val="007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72"/>
            <p:cNvSpPr/>
            <p:nvPr/>
          </p:nvSpPr>
          <p:spPr>
            <a:xfrm>
              <a:off x="3541025" y="2922525"/>
              <a:ext cx="783925" cy="733475"/>
            </a:xfrm>
            <a:custGeom>
              <a:avLst/>
              <a:gdLst/>
              <a:ahLst/>
              <a:cxnLst/>
              <a:rect l="l" t="t" r="r" b="b"/>
              <a:pathLst>
                <a:path w="31357" h="29339" extrusionOk="0">
                  <a:moveTo>
                    <a:pt x="20515" y="1"/>
                  </a:moveTo>
                  <a:cubicBezTo>
                    <a:pt x="20511" y="4"/>
                    <a:pt x="20506" y="8"/>
                    <a:pt x="20501" y="12"/>
                  </a:cubicBezTo>
                  <a:lnTo>
                    <a:pt x="20501" y="12"/>
                  </a:lnTo>
                  <a:lnTo>
                    <a:pt x="20515" y="1"/>
                  </a:lnTo>
                  <a:close/>
                  <a:moveTo>
                    <a:pt x="20501" y="12"/>
                  </a:moveTo>
                  <a:lnTo>
                    <a:pt x="901" y="15245"/>
                  </a:lnTo>
                  <a:cubicBezTo>
                    <a:pt x="1" y="15979"/>
                    <a:pt x="1669" y="19682"/>
                    <a:pt x="4671" y="23518"/>
                  </a:cubicBezTo>
                  <a:cubicBezTo>
                    <a:pt x="7337" y="26954"/>
                    <a:pt x="10135" y="29338"/>
                    <a:pt x="11358" y="29338"/>
                  </a:cubicBezTo>
                  <a:cubicBezTo>
                    <a:pt x="11513" y="29338"/>
                    <a:pt x="11642" y="29300"/>
                    <a:pt x="11743" y="29222"/>
                  </a:cubicBezTo>
                  <a:lnTo>
                    <a:pt x="31357" y="13978"/>
                  </a:lnTo>
                  <a:lnTo>
                    <a:pt x="31357" y="13978"/>
                  </a:lnTo>
                  <a:cubicBezTo>
                    <a:pt x="31252" y="14056"/>
                    <a:pt x="31120" y="14094"/>
                    <a:pt x="30963" y="14094"/>
                  </a:cubicBezTo>
                  <a:cubicBezTo>
                    <a:pt x="29716" y="14094"/>
                    <a:pt x="26918" y="11706"/>
                    <a:pt x="24251" y="8240"/>
                  </a:cubicBezTo>
                  <a:cubicBezTo>
                    <a:pt x="21265" y="4390"/>
                    <a:pt x="19599" y="739"/>
                    <a:pt x="20501" y="1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72"/>
            <p:cNvSpPr/>
            <p:nvPr/>
          </p:nvSpPr>
          <p:spPr>
            <a:xfrm>
              <a:off x="3578550" y="2169500"/>
              <a:ext cx="1714600" cy="1456475"/>
            </a:xfrm>
            <a:custGeom>
              <a:avLst/>
              <a:gdLst/>
              <a:ahLst/>
              <a:cxnLst/>
              <a:rect l="l" t="t" r="r" b="b"/>
              <a:pathLst>
                <a:path w="68584" h="58259" extrusionOk="0">
                  <a:moveTo>
                    <a:pt x="68583" y="13977"/>
                  </a:moveTo>
                  <a:lnTo>
                    <a:pt x="68583" y="13977"/>
                  </a:lnTo>
                  <a:lnTo>
                    <a:pt x="68583" y="13977"/>
                  </a:lnTo>
                  <a:cubicBezTo>
                    <a:pt x="68583" y="13977"/>
                    <a:pt x="68583" y="13977"/>
                    <a:pt x="68583" y="13977"/>
                  </a:cubicBezTo>
                  <a:close/>
                  <a:moveTo>
                    <a:pt x="57742" y="0"/>
                  </a:moveTo>
                  <a:lnTo>
                    <a:pt x="902" y="44165"/>
                  </a:lnTo>
                  <a:cubicBezTo>
                    <a:pt x="1" y="44866"/>
                    <a:pt x="1669" y="48602"/>
                    <a:pt x="4671" y="52438"/>
                  </a:cubicBezTo>
                  <a:cubicBezTo>
                    <a:pt x="7337" y="55874"/>
                    <a:pt x="10135" y="58258"/>
                    <a:pt x="11358" y="58258"/>
                  </a:cubicBezTo>
                  <a:cubicBezTo>
                    <a:pt x="11513" y="58258"/>
                    <a:pt x="11642" y="58220"/>
                    <a:pt x="11743" y="58142"/>
                  </a:cubicBezTo>
                  <a:lnTo>
                    <a:pt x="68583" y="13977"/>
                  </a:lnTo>
                  <a:lnTo>
                    <a:pt x="68583" y="13977"/>
                  </a:lnTo>
                  <a:cubicBezTo>
                    <a:pt x="68482" y="14055"/>
                    <a:pt x="68353" y="14093"/>
                    <a:pt x="68199" y="14093"/>
                  </a:cubicBezTo>
                  <a:cubicBezTo>
                    <a:pt x="66975" y="14093"/>
                    <a:pt x="64178" y="11709"/>
                    <a:pt x="61511" y="8273"/>
                  </a:cubicBezTo>
                  <a:cubicBezTo>
                    <a:pt x="58509" y="4403"/>
                    <a:pt x="56841" y="734"/>
                    <a:pt x="577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72"/>
            <p:cNvSpPr/>
            <p:nvPr/>
          </p:nvSpPr>
          <p:spPr>
            <a:xfrm>
              <a:off x="4999575" y="2166600"/>
              <a:ext cx="316925" cy="355250"/>
            </a:xfrm>
            <a:custGeom>
              <a:avLst/>
              <a:gdLst/>
              <a:ahLst/>
              <a:cxnLst/>
              <a:rect l="l" t="t" r="r" b="b"/>
              <a:pathLst>
                <a:path w="12677" h="14210" extrusionOk="0">
                  <a:moveTo>
                    <a:pt x="1295" y="0"/>
                  </a:moveTo>
                  <a:cubicBezTo>
                    <a:pt x="1138" y="0"/>
                    <a:pt x="1006" y="38"/>
                    <a:pt x="901" y="116"/>
                  </a:cubicBezTo>
                  <a:cubicBezTo>
                    <a:pt x="0" y="850"/>
                    <a:pt x="1668" y="4553"/>
                    <a:pt x="4670" y="8389"/>
                  </a:cubicBezTo>
                  <a:cubicBezTo>
                    <a:pt x="7337" y="11825"/>
                    <a:pt x="10134" y="14209"/>
                    <a:pt x="11358" y="14209"/>
                  </a:cubicBezTo>
                  <a:cubicBezTo>
                    <a:pt x="11512" y="14209"/>
                    <a:pt x="11641" y="14171"/>
                    <a:pt x="11742" y="14093"/>
                  </a:cubicBezTo>
                  <a:cubicBezTo>
                    <a:pt x="12676" y="13392"/>
                    <a:pt x="11008" y="9723"/>
                    <a:pt x="8006" y="5854"/>
                  </a:cubicBezTo>
                  <a:cubicBezTo>
                    <a:pt x="5340" y="2388"/>
                    <a:pt x="2542" y="0"/>
                    <a:pt x="1295" y="0"/>
                  </a:cubicBezTo>
                  <a:close/>
                </a:path>
              </a:pathLst>
            </a:custGeom>
            <a:solidFill>
              <a:srgbClr val="007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72"/>
            <p:cNvSpPr/>
            <p:nvPr/>
          </p:nvSpPr>
          <p:spPr>
            <a:xfrm>
              <a:off x="4999575" y="2046900"/>
              <a:ext cx="452025" cy="474950"/>
            </a:xfrm>
            <a:custGeom>
              <a:avLst/>
              <a:gdLst/>
              <a:ahLst/>
              <a:cxnLst/>
              <a:rect l="l" t="t" r="r" b="b"/>
              <a:pathLst>
                <a:path w="18081" h="18998" extrusionOk="0">
                  <a:moveTo>
                    <a:pt x="18080" y="13977"/>
                  </a:moveTo>
                  <a:lnTo>
                    <a:pt x="18078" y="13979"/>
                  </a:lnTo>
                  <a:lnTo>
                    <a:pt x="18078" y="13979"/>
                  </a:lnTo>
                  <a:cubicBezTo>
                    <a:pt x="18079" y="13979"/>
                    <a:pt x="18079" y="13978"/>
                    <a:pt x="18080" y="13977"/>
                  </a:cubicBezTo>
                  <a:close/>
                  <a:moveTo>
                    <a:pt x="7239" y="1"/>
                  </a:moveTo>
                  <a:lnTo>
                    <a:pt x="901" y="4904"/>
                  </a:lnTo>
                  <a:cubicBezTo>
                    <a:pt x="0" y="5638"/>
                    <a:pt x="1668" y="9341"/>
                    <a:pt x="4670" y="13177"/>
                  </a:cubicBezTo>
                  <a:cubicBezTo>
                    <a:pt x="7337" y="16613"/>
                    <a:pt x="10134" y="18997"/>
                    <a:pt x="11358" y="18997"/>
                  </a:cubicBezTo>
                  <a:cubicBezTo>
                    <a:pt x="11512" y="18997"/>
                    <a:pt x="11641" y="18959"/>
                    <a:pt x="11742" y="18881"/>
                  </a:cubicBezTo>
                  <a:lnTo>
                    <a:pt x="18078" y="13979"/>
                  </a:lnTo>
                  <a:lnTo>
                    <a:pt x="18078" y="13979"/>
                  </a:lnTo>
                  <a:cubicBezTo>
                    <a:pt x="17978" y="14056"/>
                    <a:pt x="17849" y="14094"/>
                    <a:pt x="17696" y="14094"/>
                  </a:cubicBezTo>
                  <a:cubicBezTo>
                    <a:pt x="16473" y="14094"/>
                    <a:pt x="13675" y="11706"/>
                    <a:pt x="11008" y="8240"/>
                  </a:cubicBezTo>
                  <a:cubicBezTo>
                    <a:pt x="8006" y="4371"/>
                    <a:pt x="6338" y="701"/>
                    <a:pt x="72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72"/>
            <p:cNvSpPr/>
            <p:nvPr/>
          </p:nvSpPr>
          <p:spPr>
            <a:xfrm>
              <a:off x="5221400" y="2377150"/>
              <a:ext cx="214350" cy="167650"/>
            </a:xfrm>
            <a:custGeom>
              <a:avLst/>
              <a:gdLst/>
              <a:ahLst/>
              <a:cxnLst/>
              <a:rect l="l" t="t" r="r" b="b"/>
              <a:pathLst>
                <a:path w="8574" h="6706" fill="none" extrusionOk="0">
                  <a:moveTo>
                    <a:pt x="0" y="6705"/>
                  </a:moveTo>
                  <a:lnTo>
                    <a:pt x="8573"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72"/>
            <p:cNvSpPr/>
            <p:nvPr/>
          </p:nvSpPr>
          <p:spPr>
            <a:xfrm>
              <a:off x="5193875" y="2342950"/>
              <a:ext cx="215175" cy="166825"/>
            </a:xfrm>
            <a:custGeom>
              <a:avLst/>
              <a:gdLst/>
              <a:ahLst/>
              <a:cxnLst/>
              <a:rect l="l" t="t" r="r" b="b"/>
              <a:pathLst>
                <a:path w="8607" h="6673" fill="none" extrusionOk="0">
                  <a:moveTo>
                    <a:pt x="1" y="6672"/>
                  </a:moveTo>
                  <a:lnTo>
                    <a:pt x="8607"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72"/>
            <p:cNvSpPr/>
            <p:nvPr/>
          </p:nvSpPr>
          <p:spPr>
            <a:xfrm>
              <a:off x="5167200" y="2308750"/>
              <a:ext cx="216000" cy="166825"/>
            </a:xfrm>
            <a:custGeom>
              <a:avLst/>
              <a:gdLst/>
              <a:ahLst/>
              <a:cxnLst/>
              <a:rect l="l" t="t" r="r" b="b"/>
              <a:pathLst>
                <a:path w="8640" h="6673" fill="none" extrusionOk="0">
                  <a:moveTo>
                    <a:pt x="0" y="6672"/>
                  </a:moveTo>
                  <a:lnTo>
                    <a:pt x="8640"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72"/>
            <p:cNvSpPr/>
            <p:nvPr/>
          </p:nvSpPr>
          <p:spPr>
            <a:xfrm>
              <a:off x="5139675" y="2272900"/>
              <a:ext cx="216000" cy="167650"/>
            </a:xfrm>
            <a:custGeom>
              <a:avLst/>
              <a:gdLst/>
              <a:ahLst/>
              <a:cxnLst/>
              <a:rect l="l" t="t" r="r" b="b"/>
              <a:pathLst>
                <a:path w="8640" h="6706" fill="none" extrusionOk="0">
                  <a:moveTo>
                    <a:pt x="0" y="6705"/>
                  </a:moveTo>
                  <a:lnTo>
                    <a:pt x="8640"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72"/>
            <p:cNvSpPr/>
            <p:nvPr/>
          </p:nvSpPr>
          <p:spPr>
            <a:xfrm>
              <a:off x="5113825" y="2238700"/>
              <a:ext cx="215175" cy="167650"/>
            </a:xfrm>
            <a:custGeom>
              <a:avLst/>
              <a:gdLst/>
              <a:ahLst/>
              <a:cxnLst/>
              <a:rect l="l" t="t" r="r" b="b"/>
              <a:pathLst>
                <a:path w="8607" h="6706" fill="none" extrusionOk="0">
                  <a:moveTo>
                    <a:pt x="0" y="6706"/>
                  </a:moveTo>
                  <a:lnTo>
                    <a:pt x="8607"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72"/>
            <p:cNvSpPr/>
            <p:nvPr/>
          </p:nvSpPr>
          <p:spPr>
            <a:xfrm>
              <a:off x="5086300" y="2204525"/>
              <a:ext cx="215175" cy="167650"/>
            </a:xfrm>
            <a:custGeom>
              <a:avLst/>
              <a:gdLst/>
              <a:ahLst/>
              <a:cxnLst/>
              <a:rect l="l" t="t" r="r" b="b"/>
              <a:pathLst>
                <a:path w="8607" h="6706" fill="none" extrusionOk="0">
                  <a:moveTo>
                    <a:pt x="1" y="6705"/>
                  </a:moveTo>
                  <a:lnTo>
                    <a:pt x="8607"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72"/>
            <p:cNvSpPr/>
            <p:nvPr/>
          </p:nvSpPr>
          <p:spPr>
            <a:xfrm>
              <a:off x="5059625" y="2169500"/>
              <a:ext cx="214325" cy="167650"/>
            </a:xfrm>
            <a:custGeom>
              <a:avLst/>
              <a:gdLst/>
              <a:ahLst/>
              <a:cxnLst/>
              <a:rect l="l" t="t" r="r" b="b"/>
              <a:pathLst>
                <a:path w="8573" h="6706" fill="none" extrusionOk="0">
                  <a:moveTo>
                    <a:pt x="0" y="6705"/>
                  </a:moveTo>
                  <a:lnTo>
                    <a:pt x="8573"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72"/>
            <p:cNvSpPr/>
            <p:nvPr/>
          </p:nvSpPr>
          <p:spPr>
            <a:xfrm>
              <a:off x="5032925" y="2135300"/>
              <a:ext cx="215175" cy="166825"/>
            </a:xfrm>
            <a:custGeom>
              <a:avLst/>
              <a:gdLst/>
              <a:ahLst/>
              <a:cxnLst/>
              <a:rect l="l" t="t" r="r" b="b"/>
              <a:pathLst>
                <a:path w="8607" h="6673" fill="none" extrusionOk="0">
                  <a:moveTo>
                    <a:pt x="1" y="6672"/>
                  </a:moveTo>
                  <a:lnTo>
                    <a:pt x="8607"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72"/>
            <p:cNvSpPr/>
            <p:nvPr/>
          </p:nvSpPr>
          <p:spPr>
            <a:xfrm>
              <a:off x="5005400" y="2101125"/>
              <a:ext cx="216025" cy="166800"/>
            </a:xfrm>
            <a:custGeom>
              <a:avLst/>
              <a:gdLst/>
              <a:ahLst/>
              <a:cxnLst/>
              <a:rect l="l" t="t" r="r" b="b"/>
              <a:pathLst>
                <a:path w="8641" h="6672" fill="none" extrusionOk="0">
                  <a:moveTo>
                    <a:pt x="1" y="6671"/>
                  </a:moveTo>
                  <a:lnTo>
                    <a:pt x="8640" y="0"/>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72"/>
            <p:cNvSpPr/>
            <p:nvPr/>
          </p:nvSpPr>
          <p:spPr>
            <a:xfrm>
              <a:off x="4979550" y="2065250"/>
              <a:ext cx="214350" cy="167650"/>
            </a:xfrm>
            <a:custGeom>
              <a:avLst/>
              <a:gdLst/>
              <a:ahLst/>
              <a:cxnLst/>
              <a:rect l="l" t="t" r="r" b="b"/>
              <a:pathLst>
                <a:path w="8574" h="6706" fill="none" extrusionOk="0">
                  <a:moveTo>
                    <a:pt x="1" y="6705"/>
                  </a:moveTo>
                  <a:lnTo>
                    <a:pt x="8574" y="1"/>
                  </a:lnTo>
                </a:path>
              </a:pathLst>
            </a:custGeom>
            <a:noFill/>
            <a:ln w="8350" cap="flat" cmpd="sng">
              <a:solidFill>
                <a:schemeClr val="lt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72"/>
            <p:cNvSpPr/>
            <p:nvPr/>
          </p:nvSpPr>
          <p:spPr>
            <a:xfrm>
              <a:off x="5158025" y="2044000"/>
              <a:ext cx="316925" cy="355250"/>
            </a:xfrm>
            <a:custGeom>
              <a:avLst/>
              <a:gdLst/>
              <a:ahLst/>
              <a:cxnLst/>
              <a:rect l="l" t="t" r="r" b="b"/>
              <a:pathLst>
                <a:path w="12677" h="14210" extrusionOk="0">
                  <a:moveTo>
                    <a:pt x="1295" y="1"/>
                  </a:moveTo>
                  <a:cubicBezTo>
                    <a:pt x="1138" y="1"/>
                    <a:pt x="1006" y="38"/>
                    <a:pt x="901" y="117"/>
                  </a:cubicBezTo>
                  <a:cubicBezTo>
                    <a:pt x="0" y="817"/>
                    <a:pt x="1668" y="4520"/>
                    <a:pt x="4670" y="8356"/>
                  </a:cubicBezTo>
                  <a:cubicBezTo>
                    <a:pt x="7337" y="11822"/>
                    <a:pt x="10135" y="14210"/>
                    <a:pt x="11358" y="14210"/>
                  </a:cubicBezTo>
                  <a:cubicBezTo>
                    <a:pt x="11512" y="14210"/>
                    <a:pt x="11641" y="14172"/>
                    <a:pt x="11742" y="14093"/>
                  </a:cubicBezTo>
                  <a:cubicBezTo>
                    <a:pt x="12676" y="13360"/>
                    <a:pt x="11008" y="9690"/>
                    <a:pt x="8006" y="5821"/>
                  </a:cubicBezTo>
                  <a:cubicBezTo>
                    <a:pt x="5340" y="2385"/>
                    <a:pt x="2542" y="1"/>
                    <a:pt x="129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72"/>
            <p:cNvSpPr/>
            <p:nvPr/>
          </p:nvSpPr>
          <p:spPr>
            <a:xfrm>
              <a:off x="5176375" y="2013550"/>
              <a:ext cx="327750" cy="362975"/>
            </a:xfrm>
            <a:custGeom>
              <a:avLst/>
              <a:gdLst/>
              <a:ahLst/>
              <a:cxnLst/>
              <a:rect l="l" t="t" r="r" b="b"/>
              <a:pathLst>
                <a:path w="13110" h="14519" extrusionOk="0">
                  <a:moveTo>
                    <a:pt x="3369" y="1"/>
                  </a:moveTo>
                  <a:lnTo>
                    <a:pt x="834" y="1969"/>
                  </a:lnTo>
                  <a:cubicBezTo>
                    <a:pt x="0" y="2569"/>
                    <a:pt x="1501" y="5905"/>
                    <a:pt x="4203" y="9341"/>
                  </a:cubicBezTo>
                  <a:cubicBezTo>
                    <a:pt x="6567" y="12414"/>
                    <a:pt x="9062" y="14518"/>
                    <a:pt x="10180" y="14518"/>
                  </a:cubicBezTo>
                  <a:cubicBezTo>
                    <a:pt x="10325" y="14518"/>
                    <a:pt x="10446" y="14483"/>
                    <a:pt x="10541" y="14411"/>
                  </a:cubicBezTo>
                  <a:lnTo>
                    <a:pt x="13110" y="12476"/>
                  </a:lnTo>
                  <a:lnTo>
                    <a:pt x="13110" y="12476"/>
                  </a:lnTo>
                  <a:cubicBezTo>
                    <a:pt x="13018" y="12542"/>
                    <a:pt x="12903" y="12573"/>
                    <a:pt x="12767" y="12573"/>
                  </a:cubicBezTo>
                  <a:cubicBezTo>
                    <a:pt x="11658" y="12573"/>
                    <a:pt x="9149" y="10463"/>
                    <a:pt x="6772" y="7372"/>
                  </a:cubicBezTo>
                  <a:cubicBezTo>
                    <a:pt x="4103" y="3903"/>
                    <a:pt x="2602" y="634"/>
                    <a:pt x="33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72"/>
            <p:cNvSpPr/>
            <p:nvPr/>
          </p:nvSpPr>
          <p:spPr>
            <a:xfrm>
              <a:off x="5239750" y="2011725"/>
              <a:ext cx="283550" cy="317225"/>
            </a:xfrm>
            <a:custGeom>
              <a:avLst/>
              <a:gdLst/>
              <a:ahLst/>
              <a:cxnLst/>
              <a:rect l="l" t="t" r="r" b="b"/>
              <a:pathLst>
                <a:path w="11342" h="12689" extrusionOk="0">
                  <a:moveTo>
                    <a:pt x="1190" y="1"/>
                  </a:moveTo>
                  <a:cubicBezTo>
                    <a:pt x="1048" y="1"/>
                    <a:pt x="928" y="35"/>
                    <a:pt x="834" y="107"/>
                  </a:cubicBezTo>
                  <a:cubicBezTo>
                    <a:pt x="0" y="741"/>
                    <a:pt x="1568" y="4043"/>
                    <a:pt x="4237" y="7479"/>
                  </a:cubicBezTo>
                  <a:cubicBezTo>
                    <a:pt x="6604" y="10556"/>
                    <a:pt x="9102" y="12689"/>
                    <a:pt x="10219" y="12689"/>
                  </a:cubicBezTo>
                  <a:cubicBezTo>
                    <a:pt x="10361" y="12689"/>
                    <a:pt x="10480" y="12654"/>
                    <a:pt x="10575" y="12582"/>
                  </a:cubicBezTo>
                  <a:cubicBezTo>
                    <a:pt x="11342" y="11949"/>
                    <a:pt x="9841" y="8646"/>
                    <a:pt x="7172" y="5211"/>
                  </a:cubicBezTo>
                  <a:cubicBezTo>
                    <a:pt x="4805" y="2133"/>
                    <a:pt x="2306" y="1"/>
                    <a:pt x="119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72"/>
            <p:cNvSpPr/>
            <p:nvPr/>
          </p:nvSpPr>
          <p:spPr>
            <a:xfrm>
              <a:off x="3978850" y="2509050"/>
              <a:ext cx="896500" cy="797150"/>
            </a:xfrm>
            <a:custGeom>
              <a:avLst/>
              <a:gdLst/>
              <a:ahLst/>
              <a:cxnLst/>
              <a:rect l="l" t="t" r="r" b="b"/>
              <a:pathLst>
                <a:path w="35860" h="31886" extrusionOk="0">
                  <a:moveTo>
                    <a:pt x="26815" y="1"/>
                  </a:moveTo>
                  <a:cubicBezTo>
                    <a:pt x="26719" y="1"/>
                    <a:pt x="26616" y="31"/>
                    <a:pt x="26519" y="95"/>
                  </a:cubicBezTo>
                  <a:lnTo>
                    <a:pt x="734" y="20109"/>
                  </a:lnTo>
                  <a:cubicBezTo>
                    <a:pt x="0" y="20710"/>
                    <a:pt x="1368" y="23812"/>
                    <a:pt x="3903" y="27047"/>
                  </a:cubicBezTo>
                  <a:cubicBezTo>
                    <a:pt x="6120" y="29886"/>
                    <a:pt x="8469" y="31885"/>
                    <a:pt x="9508" y="31885"/>
                  </a:cubicBezTo>
                  <a:cubicBezTo>
                    <a:pt x="9642" y="31885"/>
                    <a:pt x="9753" y="31852"/>
                    <a:pt x="9841" y="31784"/>
                  </a:cubicBezTo>
                  <a:lnTo>
                    <a:pt x="35592" y="11770"/>
                  </a:lnTo>
                  <a:cubicBezTo>
                    <a:pt x="35859" y="11570"/>
                    <a:pt x="35826" y="11169"/>
                    <a:pt x="35526" y="11036"/>
                  </a:cubicBezTo>
                  <a:cubicBezTo>
                    <a:pt x="34325" y="10469"/>
                    <a:pt x="32390" y="8701"/>
                    <a:pt x="30555" y="6299"/>
                  </a:cubicBezTo>
                  <a:cubicBezTo>
                    <a:pt x="28721" y="3931"/>
                    <a:pt x="27487" y="1663"/>
                    <a:pt x="27220" y="362"/>
                  </a:cubicBezTo>
                  <a:cubicBezTo>
                    <a:pt x="27197" y="135"/>
                    <a:pt x="27020" y="1"/>
                    <a:pt x="268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72"/>
            <p:cNvSpPr/>
            <p:nvPr/>
          </p:nvSpPr>
          <p:spPr>
            <a:xfrm>
              <a:off x="4783575" y="2337950"/>
              <a:ext cx="293575" cy="366950"/>
            </a:xfrm>
            <a:custGeom>
              <a:avLst/>
              <a:gdLst/>
              <a:ahLst/>
              <a:cxnLst/>
              <a:rect l="l" t="t" r="r" b="b"/>
              <a:pathLst>
                <a:path w="11743" h="14678" fill="none" extrusionOk="0">
                  <a:moveTo>
                    <a:pt x="902" y="0"/>
                  </a:moveTo>
                  <a:cubicBezTo>
                    <a:pt x="1" y="701"/>
                    <a:pt x="1669" y="4404"/>
                    <a:pt x="4671" y="8240"/>
                  </a:cubicBezTo>
                  <a:cubicBezTo>
                    <a:pt x="7673" y="12109"/>
                    <a:pt x="10842" y="14678"/>
                    <a:pt x="11743" y="13944"/>
                  </a:cubicBezTo>
                </a:path>
              </a:pathLst>
            </a:custGeom>
            <a:noFill/>
            <a:ln w="166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72"/>
            <p:cNvSpPr/>
            <p:nvPr/>
          </p:nvSpPr>
          <p:spPr>
            <a:xfrm>
              <a:off x="3780375" y="3116000"/>
              <a:ext cx="294400" cy="366950"/>
            </a:xfrm>
            <a:custGeom>
              <a:avLst/>
              <a:gdLst/>
              <a:ahLst/>
              <a:cxnLst/>
              <a:rect l="l" t="t" r="r" b="b"/>
              <a:pathLst>
                <a:path w="11776" h="14678" fill="none" extrusionOk="0">
                  <a:moveTo>
                    <a:pt x="934" y="1"/>
                  </a:moveTo>
                  <a:cubicBezTo>
                    <a:pt x="0" y="735"/>
                    <a:pt x="1668" y="4437"/>
                    <a:pt x="4670" y="8273"/>
                  </a:cubicBezTo>
                  <a:cubicBezTo>
                    <a:pt x="7672" y="12143"/>
                    <a:pt x="10841" y="14678"/>
                    <a:pt x="11775" y="13977"/>
                  </a:cubicBezTo>
                </a:path>
              </a:pathLst>
            </a:custGeom>
            <a:noFill/>
            <a:ln w="1667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72"/>
            <p:cNvSpPr/>
            <p:nvPr/>
          </p:nvSpPr>
          <p:spPr>
            <a:xfrm>
              <a:off x="2949775" y="3530475"/>
              <a:ext cx="657175" cy="549575"/>
            </a:xfrm>
            <a:custGeom>
              <a:avLst/>
              <a:gdLst/>
              <a:ahLst/>
              <a:cxnLst/>
              <a:rect l="l" t="t" r="r" b="b"/>
              <a:pathLst>
                <a:path w="26287" h="21983" extrusionOk="0">
                  <a:moveTo>
                    <a:pt x="23251" y="0"/>
                  </a:moveTo>
                  <a:lnTo>
                    <a:pt x="1" y="18047"/>
                  </a:lnTo>
                  <a:lnTo>
                    <a:pt x="3069" y="21983"/>
                  </a:lnTo>
                  <a:lnTo>
                    <a:pt x="26286" y="3903"/>
                  </a:lnTo>
                  <a:lnTo>
                    <a:pt x="232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72"/>
            <p:cNvSpPr/>
            <p:nvPr/>
          </p:nvSpPr>
          <p:spPr>
            <a:xfrm>
              <a:off x="3206625" y="3530475"/>
              <a:ext cx="400325" cy="350275"/>
            </a:xfrm>
            <a:custGeom>
              <a:avLst/>
              <a:gdLst/>
              <a:ahLst/>
              <a:cxnLst/>
              <a:rect l="l" t="t" r="r" b="b"/>
              <a:pathLst>
                <a:path w="16013" h="14011" extrusionOk="0">
                  <a:moveTo>
                    <a:pt x="12943" y="0"/>
                  </a:moveTo>
                  <a:lnTo>
                    <a:pt x="1" y="10074"/>
                  </a:lnTo>
                  <a:cubicBezTo>
                    <a:pt x="22" y="10059"/>
                    <a:pt x="49" y="10051"/>
                    <a:pt x="81" y="10051"/>
                  </a:cubicBezTo>
                  <a:cubicBezTo>
                    <a:pt x="394" y="10051"/>
                    <a:pt x="1178" y="10770"/>
                    <a:pt x="1935" y="11709"/>
                  </a:cubicBezTo>
                  <a:cubicBezTo>
                    <a:pt x="2769" y="12743"/>
                    <a:pt x="3236" y="13777"/>
                    <a:pt x="3036" y="14010"/>
                  </a:cubicBezTo>
                  <a:lnTo>
                    <a:pt x="16012" y="3903"/>
                  </a:lnTo>
                  <a:lnTo>
                    <a:pt x="129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72"/>
            <p:cNvSpPr/>
            <p:nvPr/>
          </p:nvSpPr>
          <p:spPr>
            <a:xfrm>
              <a:off x="3199950" y="3781700"/>
              <a:ext cx="87600" cy="99450"/>
            </a:xfrm>
            <a:custGeom>
              <a:avLst/>
              <a:gdLst/>
              <a:ahLst/>
              <a:cxnLst/>
              <a:rect l="l" t="t" r="r" b="b"/>
              <a:pathLst>
                <a:path w="3504" h="3978" extrusionOk="0">
                  <a:moveTo>
                    <a:pt x="364" y="1"/>
                  </a:moveTo>
                  <a:cubicBezTo>
                    <a:pt x="327" y="1"/>
                    <a:pt x="294" y="9"/>
                    <a:pt x="268" y="25"/>
                  </a:cubicBezTo>
                  <a:cubicBezTo>
                    <a:pt x="1" y="292"/>
                    <a:pt x="501" y="1293"/>
                    <a:pt x="1302" y="2327"/>
                  </a:cubicBezTo>
                  <a:cubicBezTo>
                    <a:pt x="2098" y="3307"/>
                    <a:pt x="2866" y="3978"/>
                    <a:pt x="3219" y="3978"/>
                  </a:cubicBezTo>
                  <a:cubicBezTo>
                    <a:pt x="3250" y="3978"/>
                    <a:pt x="3279" y="3972"/>
                    <a:pt x="3303" y="3961"/>
                  </a:cubicBezTo>
                  <a:cubicBezTo>
                    <a:pt x="3503" y="3728"/>
                    <a:pt x="3036" y="2727"/>
                    <a:pt x="2202" y="1660"/>
                  </a:cubicBezTo>
                  <a:cubicBezTo>
                    <a:pt x="1511" y="668"/>
                    <a:pt x="711" y="1"/>
                    <a:pt x="36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72"/>
            <p:cNvSpPr/>
            <p:nvPr/>
          </p:nvSpPr>
          <p:spPr>
            <a:xfrm>
              <a:off x="3049850" y="4022500"/>
              <a:ext cx="20050" cy="24200"/>
            </a:xfrm>
            <a:custGeom>
              <a:avLst/>
              <a:gdLst/>
              <a:ahLst/>
              <a:cxnLst/>
              <a:rect l="l" t="t" r="r" b="b"/>
              <a:pathLst>
                <a:path w="802" h="968" fill="none" extrusionOk="0">
                  <a:moveTo>
                    <a:pt x="801" y="967"/>
                  </a:moveTo>
                  <a:lnTo>
                    <a:pt x="0"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72"/>
            <p:cNvSpPr/>
            <p:nvPr/>
          </p:nvSpPr>
          <p:spPr>
            <a:xfrm>
              <a:off x="3174950" y="3924925"/>
              <a:ext cx="18350" cy="24200"/>
            </a:xfrm>
            <a:custGeom>
              <a:avLst/>
              <a:gdLst/>
              <a:ahLst/>
              <a:cxnLst/>
              <a:rect l="l" t="t" r="r" b="b"/>
              <a:pathLst>
                <a:path w="734" h="968" fill="none" extrusionOk="0">
                  <a:moveTo>
                    <a:pt x="734" y="968"/>
                  </a:moveTo>
                  <a:lnTo>
                    <a:pt x="0"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72"/>
            <p:cNvSpPr/>
            <p:nvPr/>
          </p:nvSpPr>
          <p:spPr>
            <a:xfrm>
              <a:off x="3300025" y="3828175"/>
              <a:ext cx="18375" cy="24225"/>
            </a:xfrm>
            <a:custGeom>
              <a:avLst/>
              <a:gdLst/>
              <a:ahLst/>
              <a:cxnLst/>
              <a:rect l="l" t="t" r="r" b="b"/>
              <a:pathLst>
                <a:path w="735" h="969" fill="none" extrusionOk="0">
                  <a:moveTo>
                    <a:pt x="734" y="968"/>
                  </a:moveTo>
                  <a:lnTo>
                    <a:pt x="1"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72"/>
            <p:cNvSpPr/>
            <p:nvPr/>
          </p:nvSpPr>
          <p:spPr>
            <a:xfrm>
              <a:off x="3424275" y="3731450"/>
              <a:ext cx="19225" cy="23375"/>
            </a:xfrm>
            <a:custGeom>
              <a:avLst/>
              <a:gdLst/>
              <a:ahLst/>
              <a:cxnLst/>
              <a:rect l="l" t="t" r="r" b="b"/>
              <a:pathLst>
                <a:path w="769" h="935" fill="none" extrusionOk="0">
                  <a:moveTo>
                    <a:pt x="768" y="934"/>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72"/>
            <p:cNvSpPr/>
            <p:nvPr/>
          </p:nvSpPr>
          <p:spPr>
            <a:xfrm>
              <a:off x="3549375" y="3633875"/>
              <a:ext cx="19200" cy="24200"/>
            </a:xfrm>
            <a:custGeom>
              <a:avLst/>
              <a:gdLst/>
              <a:ahLst/>
              <a:cxnLst/>
              <a:rect l="l" t="t" r="r" b="b"/>
              <a:pathLst>
                <a:path w="768" h="968" fill="none" extrusionOk="0">
                  <a:moveTo>
                    <a:pt x="768" y="968"/>
                  </a:moveTo>
                  <a:lnTo>
                    <a:pt x="0"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72"/>
            <p:cNvSpPr/>
            <p:nvPr/>
          </p:nvSpPr>
          <p:spPr>
            <a:xfrm>
              <a:off x="2992300" y="3948275"/>
              <a:ext cx="20050" cy="25025"/>
            </a:xfrm>
            <a:custGeom>
              <a:avLst/>
              <a:gdLst/>
              <a:ahLst/>
              <a:cxnLst/>
              <a:rect l="l" t="t" r="r" b="b"/>
              <a:pathLst>
                <a:path w="802" h="1001" fill="none" extrusionOk="0">
                  <a:moveTo>
                    <a:pt x="801" y="1001"/>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72"/>
            <p:cNvSpPr/>
            <p:nvPr/>
          </p:nvSpPr>
          <p:spPr>
            <a:xfrm>
              <a:off x="3117400" y="3851525"/>
              <a:ext cx="20025" cy="25050"/>
            </a:xfrm>
            <a:custGeom>
              <a:avLst/>
              <a:gdLst/>
              <a:ahLst/>
              <a:cxnLst/>
              <a:rect l="l" t="t" r="r" b="b"/>
              <a:pathLst>
                <a:path w="801" h="1002" fill="none" extrusionOk="0">
                  <a:moveTo>
                    <a:pt x="801" y="1002"/>
                  </a:moveTo>
                  <a:lnTo>
                    <a:pt x="0"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72"/>
            <p:cNvSpPr/>
            <p:nvPr/>
          </p:nvSpPr>
          <p:spPr>
            <a:xfrm>
              <a:off x="3242475" y="3753975"/>
              <a:ext cx="19225" cy="25025"/>
            </a:xfrm>
            <a:custGeom>
              <a:avLst/>
              <a:gdLst/>
              <a:ahLst/>
              <a:cxnLst/>
              <a:rect l="l" t="t" r="r" b="b"/>
              <a:pathLst>
                <a:path w="769" h="1001" fill="none" extrusionOk="0">
                  <a:moveTo>
                    <a:pt x="768" y="1001"/>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72"/>
            <p:cNvSpPr/>
            <p:nvPr/>
          </p:nvSpPr>
          <p:spPr>
            <a:xfrm>
              <a:off x="3367575" y="3657225"/>
              <a:ext cx="19200" cy="25050"/>
            </a:xfrm>
            <a:custGeom>
              <a:avLst/>
              <a:gdLst/>
              <a:ahLst/>
              <a:cxnLst/>
              <a:rect l="l" t="t" r="r" b="b"/>
              <a:pathLst>
                <a:path w="768" h="1002" fill="none" extrusionOk="0">
                  <a:moveTo>
                    <a:pt x="768" y="1001"/>
                  </a:moveTo>
                  <a:lnTo>
                    <a:pt x="1" y="1"/>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72"/>
            <p:cNvSpPr/>
            <p:nvPr/>
          </p:nvSpPr>
          <p:spPr>
            <a:xfrm>
              <a:off x="3491825" y="3560500"/>
              <a:ext cx="20050" cy="25025"/>
            </a:xfrm>
            <a:custGeom>
              <a:avLst/>
              <a:gdLst/>
              <a:ahLst/>
              <a:cxnLst/>
              <a:rect l="l" t="t" r="r" b="b"/>
              <a:pathLst>
                <a:path w="802" h="1001" fill="none" extrusionOk="0">
                  <a:moveTo>
                    <a:pt x="801" y="1001"/>
                  </a:moveTo>
                  <a:lnTo>
                    <a:pt x="1" y="0"/>
                  </a:lnTo>
                </a:path>
              </a:pathLst>
            </a:custGeom>
            <a:noFill/>
            <a:ln w="8350" cap="flat" cmpd="sng">
              <a:solidFill>
                <a:srgbClr val="30424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1622;p72"/>
            <p:cNvSpPr/>
            <p:nvPr/>
          </p:nvSpPr>
          <p:spPr>
            <a:xfrm>
              <a:off x="4213175" y="3017600"/>
              <a:ext cx="67575" cy="81750"/>
            </a:xfrm>
            <a:custGeom>
              <a:avLst/>
              <a:gdLst/>
              <a:ahLst/>
              <a:cxnLst/>
              <a:rect l="l" t="t" r="r" b="b"/>
              <a:pathLst>
                <a:path w="2703" h="3270" extrusionOk="0">
                  <a:moveTo>
                    <a:pt x="368" y="1"/>
                  </a:moveTo>
                  <a:lnTo>
                    <a:pt x="1" y="267"/>
                  </a:lnTo>
                  <a:lnTo>
                    <a:pt x="2336" y="3270"/>
                  </a:lnTo>
                  <a:lnTo>
                    <a:pt x="2703" y="3003"/>
                  </a:lnTo>
                  <a:lnTo>
                    <a:pt x="368"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72"/>
            <p:cNvSpPr/>
            <p:nvPr/>
          </p:nvSpPr>
          <p:spPr>
            <a:xfrm>
              <a:off x="4239025" y="2959225"/>
              <a:ext cx="115125" cy="119275"/>
            </a:xfrm>
            <a:custGeom>
              <a:avLst/>
              <a:gdLst/>
              <a:ahLst/>
              <a:cxnLst/>
              <a:rect l="l" t="t" r="r" b="b"/>
              <a:pathLst>
                <a:path w="4605" h="4771" extrusionOk="0">
                  <a:moveTo>
                    <a:pt x="2269" y="1"/>
                  </a:moveTo>
                  <a:lnTo>
                    <a:pt x="1902" y="267"/>
                  </a:lnTo>
                  <a:lnTo>
                    <a:pt x="2836" y="1535"/>
                  </a:lnTo>
                  <a:cubicBezTo>
                    <a:pt x="3236" y="2002"/>
                    <a:pt x="3503" y="2369"/>
                    <a:pt x="3837" y="2736"/>
                  </a:cubicBezTo>
                  <a:cubicBezTo>
                    <a:pt x="3470" y="2569"/>
                    <a:pt x="3070" y="2369"/>
                    <a:pt x="2569" y="2202"/>
                  </a:cubicBezTo>
                  <a:lnTo>
                    <a:pt x="434" y="1435"/>
                  </a:lnTo>
                  <a:lnTo>
                    <a:pt x="1" y="1769"/>
                  </a:lnTo>
                  <a:lnTo>
                    <a:pt x="2336" y="4771"/>
                  </a:lnTo>
                  <a:lnTo>
                    <a:pt x="2769" y="4404"/>
                  </a:lnTo>
                  <a:lnTo>
                    <a:pt x="1769" y="3103"/>
                  </a:lnTo>
                  <a:cubicBezTo>
                    <a:pt x="1402" y="2602"/>
                    <a:pt x="1102" y="2269"/>
                    <a:pt x="768" y="1902"/>
                  </a:cubicBezTo>
                  <a:lnTo>
                    <a:pt x="768" y="1902"/>
                  </a:lnTo>
                  <a:cubicBezTo>
                    <a:pt x="1168" y="2102"/>
                    <a:pt x="1635" y="2336"/>
                    <a:pt x="2102" y="2502"/>
                  </a:cubicBezTo>
                  <a:lnTo>
                    <a:pt x="4237" y="3270"/>
                  </a:lnTo>
                  <a:lnTo>
                    <a:pt x="4604" y="3003"/>
                  </a:lnTo>
                  <a:lnTo>
                    <a:pt x="2269"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1624;p72"/>
            <p:cNvSpPr/>
            <p:nvPr/>
          </p:nvSpPr>
          <p:spPr>
            <a:xfrm>
              <a:off x="4314075" y="2919200"/>
              <a:ext cx="90925" cy="102600"/>
            </a:xfrm>
            <a:custGeom>
              <a:avLst/>
              <a:gdLst/>
              <a:ahLst/>
              <a:cxnLst/>
              <a:rect l="l" t="t" r="r" b="b"/>
              <a:pathLst>
                <a:path w="3637" h="4104" extrusionOk="0">
                  <a:moveTo>
                    <a:pt x="1502" y="0"/>
                  </a:moveTo>
                  <a:cubicBezTo>
                    <a:pt x="1302" y="34"/>
                    <a:pt x="1002" y="134"/>
                    <a:pt x="735" y="367"/>
                  </a:cubicBezTo>
                  <a:cubicBezTo>
                    <a:pt x="134" y="834"/>
                    <a:pt x="1" y="1502"/>
                    <a:pt x="401" y="1969"/>
                  </a:cubicBezTo>
                  <a:cubicBezTo>
                    <a:pt x="597" y="2242"/>
                    <a:pt x="849" y="2355"/>
                    <a:pt x="1146" y="2355"/>
                  </a:cubicBezTo>
                  <a:cubicBezTo>
                    <a:pt x="1355" y="2355"/>
                    <a:pt x="1587" y="2299"/>
                    <a:pt x="1836" y="2202"/>
                  </a:cubicBezTo>
                  <a:cubicBezTo>
                    <a:pt x="2044" y="2141"/>
                    <a:pt x="2211" y="2111"/>
                    <a:pt x="2351" y="2111"/>
                  </a:cubicBezTo>
                  <a:cubicBezTo>
                    <a:pt x="2594" y="2111"/>
                    <a:pt x="2755" y="2200"/>
                    <a:pt x="2903" y="2369"/>
                  </a:cubicBezTo>
                  <a:cubicBezTo>
                    <a:pt x="3136" y="2669"/>
                    <a:pt x="3070" y="3103"/>
                    <a:pt x="2669" y="3370"/>
                  </a:cubicBezTo>
                  <a:cubicBezTo>
                    <a:pt x="2436" y="3603"/>
                    <a:pt x="2102" y="3670"/>
                    <a:pt x="1836" y="3703"/>
                  </a:cubicBezTo>
                  <a:lnTo>
                    <a:pt x="1969" y="4103"/>
                  </a:lnTo>
                  <a:cubicBezTo>
                    <a:pt x="2236" y="4037"/>
                    <a:pt x="2603" y="3870"/>
                    <a:pt x="2903" y="3670"/>
                  </a:cubicBezTo>
                  <a:cubicBezTo>
                    <a:pt x="3603" y="3136"/>
                    <a:pt x="3637" y="2469"/>
                    <a:pt x="3270" y="2002"/>
                  </a:cubicBezTo>
                  <a:cubicBezTo>
                    <a:pt x="3060" y="1708"/>
                    <a:pt x="2797" y="1586"/>
                    <a:pt x="2464" y="1586"/>
                  </a:cubicBezTo>
                  <a:cubicBezTo>
                    <a:pt x="2268" y="1586"/>
                    <a:pt x="2049" y="1628"/>
                    <a:pt x="1802" y="1702"/>
                  </a:cubicBezTo>
                  <a:cubicBezTo>
                    <a:pt x="1567" y="1775"/>
                    <a:pt x="1376" y="1816"/>
                    <a:pt x="1220" y="1816"/>
                  </a:cubicBezTo>
                  <a:cubicBezTo>
                    <a:pt x="1023" y="1816"/>
                    <a:pt x="880" y="1751"/>
                    <a:pt x="768" y="1602"/>
                  </a:cubicBezTo>
                  <a:cubicBezTo>
                    <a:pt x="601" y="1368"/>
                    <a:pt x="568" y="1035"/>
                    <a:pt x="968" y="701"/>
                  </a:cubicBezTo>
                  <a:cubicBezTo>
                    <a:pt x="1235" y="501"/>
                    <a:pt x="1502" y="467"/>
                    <a:pt x="1635" y="434"/>
                  </a:cubicBezTo>
                  <a:lnTo>
                    <a:pt x="150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1625;p72"/>
            <p:cNvSpPr/>
            <p:nvPr/>
          </p:nvSpPr>
          <p:spPr>
            <a:xfrm>
              <a:off x="4367450" y="2861650"/>
              <a:ext cx="107600" cy="106350"/>
            </a:xfrm>
            <a:custGeom>
              <a:avLst/>
              <a:gdLst/>
              <a:ahLst/>
              <a:cxnLst/>
              <a:rect l="l" t="t" r="r" b="b"/>
              <a:pathLst>
                <a:path w="4304" h="4254" extrusionOk="0">
                  <a:moveTo>
                    <a:pt x="2202" y="1"/>
                  </a:moveTo>
                  <a:lnTo>
                    <a:pt x="1835" y="301"/>
                  </a:lnTo>
                  <a:lnTo>
                    <a:pt x="3203" y="2102"/>
                  </a:lnTo>
                  <a:cubicBezTo>
                    <a:pt x="3703" y="2769"/>
                    <a:pt x="3670" y="3303"/>
                    <a:pt x="3203" y="3637"/>
                  </a:cubicBezTo>
                  <a:cubicBezTo>
                    <a:pt x="3052" y="3750"/>
                    <a:pt x="2886" y="3816"/>
                    <a:pt x="2709" y="3816"/>
                  </a:cubicBezTo>
                  <a:cubicBezTo>
                    <a:pt x="2419" y="3816"/>
                    <a:pt x="2100" y="3639"/>
                    <a:pt x="1769" y="3203"/>
                  </a:cubicBezTo>
                  <a:lnTo>
                    <a:pt x="368" y="1435"/>
                  </a:lnTo>
                  <a:lnTo>
                    <a:pt x="1" y="1702"/>
                  </a:lnTo>
                  <a:lnTo>
                    <a:pt x="1368" y="3470"/>
                  </a:lnTo>
                  <a:cubicBezTo>
                    <a:pt x="1812" y="4029"/>
                    <a:pt x="2233" y="4254"/>
                    <a:pt x="2632" y="4254"/>
                  </a:cubicBezTo>
                  <a:cubicBezTo>
                    <a:pt x="2923" y="4254"/>
                    <a:pt x="3202" y="4134"/>
                    <a:pt x="3470" y="3937"/>
                  </a:cubicBezTo>
                  <a:cubicBezTo>
                    <a:pt x="4137" y="3437"/>
                    <a:pt x="4304" y="2669"/>
                    <a:pt x="3570" y="1769"/>
                  </a:cubicBezTo>
                  <a:lnTo>
                    <a:pt x="2202"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72"/>
            <p:cNvSpPr/>
            <p:nvPr/>
          </p:nvSpPr>
          <p:spPr>
            <a:xfrm>
              <a:off x="4439175" y="2842475"/>
              <a:ext cx="100100" cy="81750"/>
            </a:xfrm>
            <a:custGeom>
              <a:avLst/>
              <a:gdLst/>
              <a:ahLst/>
              <a:cxnLst/>
              <a:rect l="l" t="t" r="r" b="b"/>
              <a:pathLst>
                <a:path w="4004" h="3270" extrusionOk="0">
                  <a:moveTo>
                    <a:pt x="367" y="1"/>
                  </a:moveTo>
                  <a:lnTo>
                    <a:pt x="0" y="267"/>
                  </a:lnTo>
                  <a:lnTo>
                    <a:pt x="2335" y="3270"/>
                  </a:lnTo>
                  <a:lnTo>
                    <a:pt x="4003" y="2002"/>
                  </a:lnTo>
                  <a:lnTo>
                    <a:pt x="3770" y="1668"/>
                  </a:lnTo>
                  <a:lnTo>
                    <a:pt x="2469" y="2669"/>
                  </a:ln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72"/>
            <p:cNvSpPr/>
            <p:nvPr/>
          </p:nvSpPr>
          <p:spPr>
            <a:xfrm>
              <a:off x="4492550" y="2800775"/>
              <a:ext cx="67575" cy="81750"/>
            </a:xfrm>
            <a:custGeom>
              <a:avLst/>
              <a:gdLst/>
              <a:ahLst/>
              <a:cxnLst/>
              <a:rect l="l" t="t" r="r" b="b"/>
              <a:pathLst>
                <a:path w="2703" h="3270" extrusionOk="0">
                  <a:moveTo>
                    <a:pt x="367" y="1"/>
                  </a:moveTo>
                  <a:lnTo>
                    <a:pt x="0" y="268"/>
                  </a:lnTo>
                  <a:lnTo>
                    <a:pt x="2335" y="3270"/>
                  </a:lnTo>
                  <a:lnTo>
                    <a:pt x="2702" y="3003"/>
                  </a:lnTo>
                  <a:lnTo>
                    <a:pt x="367"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72"/>
            <p:cNvSpPr/>
            <p:nvPr/>
          </p:nvSpPr>
          <p:spPr>
            <a:xfrm>
              <a:off x="4518400" y="2743250"/>
              <a:ext cx="115100" cy="120100"/>
            </a:xfrm>
            <a:custGeom>
              <a:avLst/>
              <a:gdLst/>
              <a:ahLst/>
              <a:cxnLst/>
              <a:rect l="l" t="t" r="r" b="b"/>
              <a:pathLst>
                <a:path w="4604" h="4804" extrusionOk="0">
                  <a:moveTo>
                    <a:pt x="2269" y="0"/>
                  </a:moveTo>
                  <a:lnTo>
                    <a:pt x="1902" y="300"/>
                  </a:lnTo>
                  <a:lnTo>
                    <a:pt x="2836" y="1534"/>
                  </a:lnTo>
                  <a:cubicBezTo>
                    <a:pt x="3236" y="2001"/>
                    <a:pt x="3503" y="2368"/>
                    <a:pt x="3836" y="2735"/>
                  </a:cubicBezTo>
                  <a:cubicBezTo>
                    <a:pt x="3470" y="2569"/>
                    <a:pt x="3036" y="2368"/>
                    <a:pt x="2536" y="2202"/>
                  </a:cubicBezTo>
                  <a:lnTo>
                    <a:pt x="434" y="1468"/>
                  </a:lnTo>
                  <a:lnTo>
                    <a:pt x="0" y="1801"/>
                  </a:lnTo>
                  <a:lnTo>
                    <a:pt x="2335" y="4804"/>
                  </a:lnTo>
                  <a:lnTo>
                    <a:pt x="2769" y="4403"/>
                  </a:lnTo>
                  <a:lnTo>
                    <a:pt x="1768" y="3136"/>
                  </a:lnTo>
                  <a:cubicBezTo>
                    <a:pt x="1401" y="2635"/>
                    <a:pt x="1101" y="2302"/>
                    <a:pt x="768" y="1901"/>
                  </a:cubicBezTo>
                  <a:lnTo>
                    <a:pt x="768" y="1901"/>
                  </a:lnTo>
                  <a:cubicBezTo>
                    <a:pt x="1168" y="2135"/>
                    <a:pt x="1635" y="2335"/>
                    <a:pt x="2102" y="2502"/>
                  </a:cubicBezTo>
                  <a:lnTo>
                    <a:pt x="4237" y="3302"/>
                  </a:lnTo>
                  <a:lnTo>
                    <a:pt x="4604" y="3002"/>
                  </a:lnTo>
                  <a:lnTo>
                    <a:pt x="2269"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72"/>
            <p:cNvSpPr/>
            <p:nvPr/>
          </p:nvSpPr>
          <p:spPr>
            <a:xfrm>
              <a:off x="3617750" y="3528575"/>
              <a:ext cx="1079125" cy="940100"/>
            </a:xfrm>
            <a:custGeom>
              <a:avLst/>
              <a:gdLst/>
              <a:ahLst/>
              <a:cxnLst/>
              <a:rect l="l" t="t" r="r" b="b"/>
              <a:pathLst>
                <a:path w="43165" h="37604" extrusionOk="0">
                  <a:moveTo>
                    <a:pt x="5161" y="0"/>
                  </a:moveTo>
                  <a:cubicBezTo>
                    <a:pt x="3369" y="0"/>
                    <a:pt x="1653" y="1192"/>
                    <a:pt x="1235" y="3145"/>
                  </a:cubicBezTo>
                  <a:cubicBezTo>
                    <a:pt x="1" y="8249"/>
                    <a:pt x="1669" y="13519"/>
                    <a:pt x="5571" y="17022"/>
                  </a:cubicBezTo>
                  <a:lnTo>
                    <a:pt x="28354" y="37603"/>
                  </a:lnTo>
                  <a:lnTo>
                    <a:pt x="43165" y="25261"/>
                  </a:lnTo>
                  <a:lnTo>
                    <a:pt x="7439" y="710"/>
                  </a:lnTo>
                  <a:cubicBezTo>
                    <a:pt x="6732" y="225"/>
                    <a:pt x="5939" y="0"/>
                    <a:pt x="51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72"/>
            <p:cNvSpPr/>
            <p:nvPr/>
          </p:nvSpPr>
          <p:spPr>
            <a:xfrm>
              <a:off x="3617750" y="3506275"/>
              <a:ext cx="1079125" cy="962400"/>
            </a:xfrm>
            <a:custGeom>
              <a:avLst/>
              <a:gdLst/>
              <a:ahLst/>
              <a:cxnLst/>
              <a:rect l="l" t="t" r="r" b="b"/>
              <a:pathLst>
                <a:path w="43165" h="38496" fill="none" extrusionOk="0">
                  <a:moveTo>
                    <a:pt x="43165" y="26153"/>
                  </a:moveTo>
                  <a:lnTo>
                    <a:pt x="7439" y="1602"/>
                  </a:lnTo>
                  <a:cubicBezTo>
                    <a:pt x="5104" y="1"/>
                    <a:pt x="1835" y="1235"/>
                    <a:pt x="1235" y="4037"/>
                  </a:cubicBezTo>
                  <a:lnTo>
                    <a:pt x="1235" y="4037"/>
                  </a:lnTo>
                  <a:cubicBezTo>
                    <a:pt x="1" y="9141"/>
                    <a:pt x="1669" y="14411"/>
                    <a:pt x="5571" y="17914"/>
                  </a:cubicBezTo>
                  <a:lnTo>
                    <a:pt x="28354" y="38495"/>
                  </a:ln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72"/>
            <p:cNvSpPr/>
            <p:nvPr/>
          </p:nvSpPr>
          <p:spPr>
            <a:xfrm>
              <a:off x="3696150" y="3562975"/>
              <a:ext cx="204325" cy="220425"/>
            </a:xfrm>
            <a:custGeom>
              <a:avLst/>
              <a:gdLst/>
              <a:ahLst/>
              <a:cxnLst/>
              <a:rect l="l" t="t" r="r" b="b"/>
              <a:pathLst>
                <a:path w="8173" h="8817" extrusionOk="0">
                  <a:moveTo>
                    <a:pt x="2702" y="0"/>
                  </a:moveTo>
                  <a:cubicBezTo>
                    <a:pt x="2516" y="0"/>
                    <a:pt x="2328" y="75"/>
                    <a:pt x="2168" y="235"/>
                  </a:cubicBezTo>
                  <a:cubicBezTo>
                    <a:pt x="1701" y="702"/>
                    <a:pt x="1101" y="1469"/>
                    <a:pt x="634" y="2570"/>
                  </a:cubicBezTo>
                  <a:cubicBezTo>
                    <a:pt x="234" y="3504"/>
                    <a:pt x="67" y="4438"/>
                    <a:pt x="34" y="5038"/>
                  </a:cubicBezTo>
                  <a:cubicBezTo>
                    <a:pt x="0" y="5405"/>
                    <a:pt x="134" y="5772"/>
                    <a:pt x="401" y="6039"/>
                  </a:cubicBezTo>
                  <a:lnTo>
                    <a:pt x="2535" y="7974"/>
                  </a:lnTo>
                  <a:cubicBezTo>
                    <a:pt x="3162" y="8547"/>
                    <a:pt x="3927" y="8816"/>
                    <a:pt x="4681" y="8816"/>
                  </a:cubicBezTo>
                  <a:cubicBezTo>
                    <a:pt x="5815" y="8816"/>
                    <a:pt x="6925" y="8208"/>
                    <a:pt x="7506" y="7106"/>
                  </a:cubicBezTo>
                  <a:cubicBezTo>
                    <a:pt x="8173" y="5805"/>
                    <a:pt x="7873" y="4238"/>
                    <a:pt x="6805" y="3270"/>
                  </a:cubicBezTo>
                  <a:lnTo>
                    <a:pt x="3169" y="168"/>
                  </a:lnTo>
                  <a:cubicBezTo>
                    <a:pt x="3028" y="59"/>
                    <a:pt x="2866" y="0"/>
                    <a:pt x="27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1632;p72"/>
            <p:cNvSpPr/>
            <p:nvPr/>
          </p:nvSpPr>
          <p:spPr>
            <a:xfrm>
              <a:off x="4339100" y="2743925"/>
              <a:ext cx="1053275" cy="884975"/>
            </a:xfrm>
            <a:custGeom>
              <a:avLst/>
              <a:gdLst/>
              <a:ahLst/>
              <a:cxnLst/>
              <a:rect l="l" t="t" r="r" b="b"/>
              <a:pathLst>
                <a:path w="42131" h="35399" extrusionOk="0">
                  <a:moveTo>
                    <a:pt x="8294" y="1"/>
                  </a:moveTo>
                  <a:cubicBezTo>
                    <a:pt x="4638" y="1"/>
                    <a:pt x="1422" y="2596"/>
                    <a:pt x="768" y="6211"/>
                  </a:cubicBezTo>
                  <a:cubicBezTo>
                    <a:pt x="1" y="10280"/>
                    <a:pt x="2636" y="14150"/>
                    <a:pt x="6639" y="15017"/>
                  </a:cubicBezTo>
                  <a:lnTo>
                    <a:pt x="18581" y="17552"/>
                  </a:lnTo>
                  <a:lnTo>
                    <a:pt x="12476" y="27092"/>
                  </a:lnTo>
                  <a:lnTo>
                    <a:pt x="25519" y="35398"/>
                  </a:lnTo>
                  <a:lnTo>
                    <a:pt x="39495" y="22523"/>
                  </a:lnTo>
                  <a:cubicBezTo>
                    <a:pt x="41163" y="20988"/>
                    <a:pt x="42131" y="18820"/>
                    <a:pt x="42097" y="16518"/>
                  </a:cubicBezTo>
                  <a:cubicBezTo>
                    <a:pt x="42031" y="13683"/>
                    <a:pt x="40530" y="11114"/>
                    <a:pt x="38094" y="9713"/>
                  </a:cubicBezTo>
                  <a:lnTo>
                    <a:pt x="29789" y="5010"/>
                  </a:lnTo>
                  <a:cubicBezTo>
                    <a:pt x="25852" y="2775"/>
                    <a:pt x="21516" y="1341"/>
                    <a:pt x="17013" y="874"/>
                  </a:cubicBezTo>
                  <a:lnTo>
                    <a:pt x="9074" y="40"/>
                  </a:lnTo>
                  <a:cubicBezTo>
                    <a:pt x="8812" y="13"/>
                    <a:pt x="8552" y="1"/>
                    <a:pt x="8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1633;p72"/>
            <p:cNvSpPr/>
            <p:nvPr/>
          </p:nvSpPr>
          <p:spPr>
            <a:xfrm>
              <a:off x="4339100" y="2733225"/>
              <a:ext cx="1053275" cy="894850"/>
            </a:xfrm>
            <a:custGeom>
              <a:avLst/>
              <a:gdLst/>
              <a:ahLst/>
              <a:cxnLst/>
              <a:rect l="l" t="t" r="r" b="b"/>
              <a:pathLst>
                <a:path w="42131" h="35794" fill="none" extrusionOk="0">
                  <a:moveTo>
                    <a:pt x="12476" y="27520"/>
                  </a:moveTo>
                  <a:lnTo>
                    <a:pt x="18581" y="17980"/>
                  </a:lnTo>
                  <a:lnTo>
                    <a:pt x="6639" y="15445"/>
                  </a:lnTo>
                  <a:cubicBezTo>
                    <a:pt x="2636" y="14578"/>
                    <a:pt x="1" y="10708"/>
                    <a:pt x="768" y="6639"/>
                  </a:cubicBezTo>
                  <a:lnTo>
                    <a:pt x="768" y="6639"/>
                  </a:lnTo>
                  <a:cubicBezTo>
                    <a:pt x="1468" y="2736"/>
                    <a:pt x="5104" y="1"/>
                    <a:pt x="9040" y="434"/>
                  </a:cubicBezTo>
                  <a:lnTo>
                    <a:pt x="17013" y="1268"/>
                  </a:lnTo>
                  <a:cubicBezTo>
                    <a:pt x="21516" y="1735"/>
                    <a:pt x="25852" y="3136"/>
                    <a:pt x="29789" y="5405"/>
                  </a:cubicBezTo>
                  <a:lnTo>
                    <a:pt x="38094" y="10108"/>
                  </a:lnTo>
                  <a:cubicBezTo>
                    <a:pt x="40530" y="11476"/>
                    <a:pt x="42031" y="14078"/>
                    <a:pt x="42097" y="16913"/>
                  </a:cubicBezTo>
                  <a:lnTo>
                    <a:pt x="42097" y="16913"/>
                  </a:lnTo>
                  <a:cubicBezTo>
                    <a:pt x="42131" y="19181"/>
                    <a:pt x="41163" y="21349"/>
                    <a:pt x="39495" y="22917"/>
                  </a:cubicBezTo>
                  <a:lnTo>
                    <a:pt x="25519" y="35793"/>
                  </a:ln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72"/>
            <p:cNvSpPr/>
            <p:nvPr/>
          </p:nvSpPr>
          <p:spPr>
            <a:xfrm>
              <a:off x="4418325" y="2798825"/>
              <a:ext cx="349450" cy="250225"/>
            </a:xfrm>
            <a:custGeom>
              <a:avLst/>
              <a:gdLst/>
              <a:ahLst/>
              <a:cxnLst/>
              <a:rect l="l" t="t" r="r" b="b"/>
              <a:pathLst>
                <a:path w="13978" h="10009" extrusionOk="0">
                  <a:moveTo>
                    <a:pt x="2356" y="1"/>
                  </a:moveTo>
                  <a:cubicBezTo>
                    <a:pt x="1511" y="1"/>
                    <a:pt x="788" y="543"/>
                    <a:pt x="634" y="1313"/>
                  </a:cubicBezTo>
                  <a:cubicBezTo>
                    <a:pt x="468" y="2013"/>
                    <a:pt x="301" y="2947"/>
                    <a:pt x="167" y="4015"/>
                  </a:cubicBezTo>
                  <a:cubicBezTo>
                    <a:pt x="1" y="5516"/>
                    <a:pt x="134" y="6650"/>
                    <a:pt x="267" y="7451"/>
                  </a:cubicBezTo>
                  <a:cubicBezTo>
                    <a:pt x="401" y="8185"/>
                    <a:pt x="968" y="8718"/>
                    <a:pt x="1668" y="8852"/>
                  </a:cubicBezTo>
                  <a:lnTo>
                    <a:pt x="8673" y="9952"/>
                  </a:lnTo>
                  <a:cubicBezTo>
                    <a:pt x="8911" y="9991"/>
                    <a:pt x="9148" y="10009"/>
                    <a:pt x="9381" y="10009"/>
                  </a:cubicBezTo>
                  <a:cubicBezTo>
                    <a:pt x="11601" y="10009"/>
                    <a:pt x="13536" y="8340"/>
                    <a:pt x="13777" y="6016"/>
                  </a:cubicBezTo>
                  <a:cubicBezTo>
                    <a:pt x="13977" y="3681"/>
                    <a:pt x="12409" y="1613"/>
                    <a:pt x="10108" y="1246"/>
                  </a:cubicBezTo>
                  <a:lnTo>
                    <a:pt x="2569" y="12"/>
                  </a:lnTo>
                  <a:cubicBezTo>
                    <a:pt x="2497" y="4"/>
                    <a:pt x="2426" y="1"/>
                    <a:pt x="23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72"/>
            <p:cNvSpPr/>
            <p:nvPr/>
          </p:nvSpPr>
          <p:spPr>
            <a:xfrm>
              <a:off x="4803600" y="3184400"/>
              <a:ext cx="211000" cy="49225"/>
            </a:xfrm>
            <a:custGeom>
              <a:avLst/>
              <a:gdLst/>
              <a:ahLst/>
              <a:cxnLst/>
              <a:rect l="l" t="t" r="r" b="b"/>
              <a:pathLst>
                <a:path w="8440" h="1969" fill="none" extrusionOk="0">
                  <a:moveTo>
                    <a:pt x="1" y="0"/>
                  </a:moveTo>
                  <a:lnTo>
                    <a:pt x="8440" y="1968"/>
                  </a:lnTo>
                </a:path>
              </a:pathLst>
            </a:custGeom>
            <a:noFill/>
            <a:ln w="25025" cap="rnd" cmpd="sng">
              <a:solidFill>
                <a:srgbClr val="F497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72"/>
            <p:cNvSpPr/>
            <p:nvPr/>
          </p:nvSpPr>
          <p:spPr>
            <a:xfrm>
              <a:off x="3833750" y="3046825"/>
              <a:ext cx="1249250" cy="1113275"/>
            </a:xfrm>
            <a:custGeom>
              <a:avLst/>
              <a:gdLst/>
              <a:ahLst/>
              <a:cxnLst/>
              <a:rect l="l" t="t" r="r" b="b"/>
              <a:pathLst>
                <a:path w="49970" h="44531" extrusionOk="0">
                  <a:moveTo>
                    <a:pt x="9551" y="1"/>
                  </a:moveTo>
                  <a:cubicBezTo>
                    <a:pt x="5957" y="1"/>
                    <a:pt x="2619" y="2261"/>
                    <a:pt x="1435" y="5870"/>
                  </a:cubicBezTo>
                  <a:cubicBezTo>
                    <a:pt x="0" y="10073"/>
                    <a:pt x="2035" y="14710"/>
                    <a:pt x="6138" y="16511"/>
                  </a:cubicBezTo>
                  <a:lnTo>
                    <a:pt x="22283" y="21581"/>
                  </a:lnTo>
                  <a:lnTo>
                    <a:pt x="31656" y="27552"/>
                  </a:lnTo>
                  <a:lnTo>
                    <a:pt x="34525" y="44531"/>
                  </a:lnTo>
                  <a:cubicBezTo>
                    <a:pt x="34525" y="44531"/>
                    <a:pt x="49969" y="30955"/>
                    <a:pt x="48702" y="20380"/>
                  </a:cubicBezTo>
                  <a:cubicBezTo>
                    <a:pt x="47801" y="12675"/>
                    <a:pt x="24785" y="4402"/>
                    <a:pt x="12142" y="399"/>
                  </a:cubicBezTo>
                  <a:cubicBezTo>
                    <a:pt x="11281" y="129"/>
                    <a:pt x="10409" y="1"/>
                    <a:pt x="95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1637;p72"/>
            <p:cNvSpPr/>
            <p:nvPr/>
          </p:nvSpPr>
          <p:spPr>
            <a:xfrm>
              <a:off x="3954650" y="3096450"/>
              <a:ext cx="346125" cy="260050"/>
            </a:xfrm>
            <a:custGeom>
              <a:avLst/>
              <a:gdLst/>
              <a:ahLst/>
              <a:cxnLst/>
              <a:rect l="l" t="t" r="r" b="b"/>
              <a:pathLst>
                <a:path w="13845" h="10402" extrusionOk="0">
                  <a:moveTo>
                    <a:pt x="2562" y="1"/>
                  </a:moveTo>
                  <a:cubicBezTo>
                    <a:pt x="1869" y="1"/>
                    <a:pt x="1220" y="418"/>
                    <a:pt x="968" y="1116"/>
                  </a:cubicBezTo>
                  <a:cubicBezTo>
                    <a:pt x="768" y="1783"/>
                    <a:pt x="501" y="2617"/>
                    <a:pt x="301" y="3685"/>
                  </a:cubicBezTo>
                  <a:cubicBezTo>
                    <a:pt x="1" y="5086"/>
                    <a:pt x="1" y="6187"/>
                    <a:pt x="34" y="6920"/>
                  </a:cubicBezTo>
                  <a:cubicBezTo>
                    <a:pt x="101" y="7621"/>
                    <a:pt x="601" y="8221"/>
                    <a:pt x="1269" y="8388"/>
                  </a:cubicBezTo>
                  <a:lnTo>
                    <a:pt x="8207" y="10256"/>
                  </a:lnTo>
                  <a:cubicBezTo>
                    <a:pt x="8570" y="10355"/>
                    <a:pt x="8936" y="10402"/>
                    <a:pt x="9296" y="10402"/>
                  </a:cubicBezTo>
                  <a:cubicBezTo>
                    <a:pt x="11252" y="10402"/>
                    <a:pt x="13050" y="9020"/>
                    <a:pt x="13444" y="7021"/>
                  </a:cubicBezTo>
                  <a:cubicBezTo>
                    <a:pt x="13844" y="4852"/>
                    <a:pt x="12510" y="2717"/>
                    <a:pt x="10375" y="2117"/>
                  </a:cubicBezTo>
                  <a:lnTo>
                    <a:pt x="2970" y="49"/>
                  </a:lnTo>
                  <a:cubicBezTo>
                    <a:pt x="2834" y="16"/>
                    <a:pt x="2697" y="1"/>
                    <a:pt x="256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1638;p72"/>
            <p:cNvSpPr/>
            <p:nvPr/>
          </p:nvSpPr>
          <p:spPr>
            <a:xfrm>
              <a:off x="3833750" y="3021775"/>
              <a:ext cx="1249250" cy="1138325"/>
            </a:xfrm>
            <a:custGeom>
              <a:avLst/>
              <a:gdLst/>
              <a:ahLst/>
              <a:cxnLst/>
              <a:rect l="l" t="t" r="r" b="b"/>
              <a:pathLst>
                <a:path w="49970" h="45533" fill="none" extrusionOk="0">
                  <a:moveTo>
                    <a:pt x="34525" y="45533"/>
                  </a:moveTo>
                  <a:cubicBezTo>
                    <a:pt x="34525" y="45533"/>
                    <a:pt x="49969" y="31957"/>
                    <a:pt x="48702" y="21382"/>
                  </a:cubicBezTo>
                  <a:cubicBezTo>
                    <a:pt x="47801" y="13677"/>
                    <a:pt x="24785" y="5404"/>
                    <a:pt x="12142" y="1401"/>
                  </a:cubicBezTo>
                  <a:cubicBezTo>
                    <a:pt x="7672" y="0"/>
                    <a:pt x="2902" y="2402"/>
                    <a:pt x="1435" y="6872"/>
                  </a:cubicBezTo>
                  <a:lnTo>
                    <a:pt x="1435" y="6872"/>
                  </a:lnTo>
                  <a:cubicBezTo>
                    <a:pt x="0" y="11075"/>
                    <a:pt x="2035" y="15712"/>
                    <a:pt x="6138" y="17513"/>
                  </a:cubicBezTo>
                  <a:lnTo>
                    <a:pt x="22483" y="22583"/>
                  </a:lnTo>
                  <a:cubicBezTo>
                    <a:pt x="22483" y="22583"/>
                    <a:pt x="30555" y="29021"/>
                    <a:pt x="35392" y="30222"/>
                  </a:cubicBezTo>
                </a:path>
              </a:pathLst>
            </a:custGeom>
            <a:noFill/>
            <a:ln w="25025" cap="rnd"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72"/>
            <p:cNvSpPr/>
            <p:nvPr/>
          </p:nvSpPr>
          <p:spPr>
            <a:xfrm>
              <a:off x="2400225" y="4428600"/>
              <a:ext cx="60900" cy="53850"/>
            </a:xfrm>
            <a:custGeom>
              <a:avLst/>
              <a:gdLst/>
              <a:ahLst/>
              <a:cxnLst/>
              <a:rect l="l" t="t" r="r" b="b"/>
              <a:pathLst>
                <a:path w="2436" h="2154" extrusionOk="0">
                  <a:moveTo>
                    <a:pt x="601" y="1"/>
                  </a:moveTo>
                  <a:cubicBezTo>
                    <a:pt x="601" y="1"/>
                    <a:pt x="0" y="868"/>
                    <a:pt x="667" y="1669"/>
                  </a:cubicBezTo>
                  <a:cubicBezTo>
                    <a:pt x="972" y="2053"/>
                    <a:pt x="1391" y="2153"/>
                    <a:pt x="1745" y="2153"/>
                  </a:cubicBezTo>
                  <a:cubicBezTo>
                    <a:pt x="2129" y="2153"/>
                    <a:pt x="2435" y="2036"/>
                    <a:pt x="2435" y="2036"/>
                  </a:cubicBezTo>
                  <a:cubicBezTo>
                    <a:pt x="2435" y="1535"/>
                    <a:pt x="2269" y="1035"/>
                    <a:pt x="1935" y="668"/>
                  </a:cubicBezTo>
                  <a:cubicBezTo>
                    <a:pt x="1601" y="301"/>
                    <a:pt x="1101" y="34"/>
                    <a:pt x="60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40" name="Google Shape;1640;p72"/>
          <p:cNvSpPr txBox="1">
            <a:spLocks noGrp="1"/>
          </p:cNvSpPr>
          <p:nvPr>
            <p:ph type="title"/>
          </p:nvPr>
        </p:nvSpPr>
        <p:spPr>
          <a:xfrm>
            <a:off x="724575" y="2074733"/>
            <a:ext cx="4528200" cy="73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reflection</a:t>
            </a:r>
            <a:endParaRPr/>
          </a:p>
        </p:txBody>
      </p:sp>
      <p:sp>
        <p:nvSpPr>
          <p:cNvPr id="1641" name="Google Shape;1641;p72"/>
          <p:cNvSpPr txBox="1">
            <a:spLocks noGrp="1"/>
          </p:cNvSpPr>
          <p:nvPr>
            <p:ph type="title" idx="2"/>
          </p:nvPr>
        </p:nvSpPr>
        <p:spPr>
          <a:xfrm>
            <a:off x="724583" y="709175"/>
            <a:ext cx="15756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643" name="Google Shape;1643;p72"/>
          <p:cNvSpPr/>
          <p:nvPr/>
        </p:nvSpPr>
        <p:spPr>
          <a:xfrm>
            <a:off x="6044021" y="443750"/>
            <a:ext cx="207053" cy="207082"/>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72"/>
          <p:cNvSpPr/>
          <p:nvPr/>
        </p:nvSpPr>
        <p:spPr>
          <a:xfrm>
            <a:off x="7762899" y="170412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5" name="Google Shape;1645;p72"/>
          <p:cNvGrpSpPr/>
          <p:nvPr/>
        </p:nvGrpSpPr>
        <p:grpSpPr>
          <a:xfrm rot="9651258">
            <a:off x="2014777" y="4274119"/>
            <a:ext cx="643548" cy="377045"/>
            <a:chOff x="-1131628" y="1250953"/>
            <a:chExt cx="695437" cy="407447"/>
          </a:xfrm>
        </p:grpSpPr>
        <p:sp>
          <p:nvSpPr>
            <p:cNvPr id="1646" name="Google Shape;1646;p72"/>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72"/>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72"/>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3" name="Google Shape;1653;p72"/>
          <p:cNvGrpSpPr/>
          <p:nvPr/>
        </p:nvGrpSpPr>
        <p:grpSpPr>
          <a:xfrm>
            <a:off x="3943198" y="309925"/>
            <a:ext cx="357775" cy="295791"/>
            <a:chOff x="-783927" y="2108838"/>
            <a:chExt cx="357775" cy="295791"/>
          </a:xfrm>
        </p:grpSpPr>
        <p:sp>
          <p:nvSpPr>
            <p:cNvPr id="1654" name="Google Shape;1654;p72"/>
            <p:cNvSpPr/>
            <p:nvPr/>
          </p:nvSpPr>
          <p:spPr>
            <a:xfrm>
              <a:off x="-783927" y="2108838"/>
              <a:ext cx="357775" cy="295791"/>
            </a:xfrm>
            <a:custGeom>
              <a:avLst/>
              <a:gdLst/>
              <a:ahLst/>
              <a:cxnLst/>
              <a:rect l="l" t="t" r="r" b="b"/>
              <a:pathLst>
                <a:path w="10228" h="8456" extrusionOk="0">
                  <a:moveTo>
                    <a:pt x="4674" y="1"/>
                  </a:moveTo>
                  <a:cubicBezTo>
                    <a:pt x="3660" y="1"/>
                    <a:pt x="2642" y="369"/>
                    <a:pt x="1835" y="1113"/>
                  </a:cubicBezTo>
                  <a:cubicBezTo>
                    <a:pt x="134" y="2681"/>
                    <a:pt x="1" y="5316"/>
                    <a:pt x="1568" y="7017"/>
                  </a:cubicBezTo>
                  <a:cubicBezTo>
                    <a:pt x="1735" y="7217"/>
                    <a:pt x="1935" y="7384"/>
                    <a:pt x="2135" y="7518"/>
                  </a:cubicBezTo>
                  <a:cubicBezTo>
                    <a:pt x="2962" y="8173"/>
                    <a:pt x="3852" y="8456"/>
                    <a:pt x="4706" y="8456"/>
                  </a:cubicBezTo>
                  <a:cubicBezTo>
                    <a:pt x="7680" y="8456"/>
                    <a:pt x="10227" y="5030"/>
                    <a:pt x="8206" y="1947"/>
                  </a:cubicBezTo>
                  <a:cubicBezTo>
                    <a:pt x="8073" y="1747"/>
                    <a:pt x="7906" y="1547"/>
                    <a:pt x="7739" y="1346"/>
                  </a:cubicBezTo>
                  <a:cubicBezTo>
                    <a:pt x="6916" y="452"/>
                    <a:pt x="5797" y="1"/>
                    <a:pt x="46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72"/>
            <p:cNvSpPr/>
            <p:nvPr/>
          </p:nvSpPr>
          <p:spPr>
            <a:xfrm>
              <a:off x="-745414" y="2137242"/>
              <a:ext cx="248568" cy="234576"/>
            </a:xfrm>
            <a:custGeom>
              <a:avLst/>
              <a:gdLst/>
              <a:ahLst/>
              <a:cxnLst/>
              <a:rect l="l" t="t" r="r" b="b"/>
              <a:pathLst>
                <a:path w="7106" h="6706" extrusionOk="0">
                  <a:moveTo>
                    <a:pt x="6038" y="1"/>
                  </a:moveTo>
                  <a:lnTo>
                    <a:pt x="0" y="5571"/>
                  </a:lnTo>
                  <a:cubicBezTo>
                    <a:pt x="134" y="5805"/>
                    <a:pt x="301" y="6005"/>
                    <a:pt x="467" y="6205"/>
                  </a:cubicBezTo>
                  <a:cubicBezTo>
                    <a:pt x="634" y="6405"/>
                    <a:pt x="834" y="6572"/>
                    <a:pt x="1034" y="6706"/>
                  </a:cubicBezTo>
                  <a:lnTo>
                    <a:pt x="7105" y="1135"/>
                  </a:lnTo>
                  <a:cubicBezTo>
                    <a:pt x="6972" y="935"/>
                    <a:pt x="6805" y="735"/>
                    <a:pt x="6638" y="534"/>
                  </a:cubicBezTo>
                  <a:cubicBezTo>
                    <a:pt x="6472" y="334"/>
                    <a:pt x="6271" y="167"/>
                    <a:pt x="60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Google Shape;2908;p89">
            <a:extLst>
              <a:ext uri="{FF2B5EF4-FFF2-40B4-BE49-F238E27FC236}">
                <a16:creationId xmlns:a16="http://schemas.microsoft.com/office/drawing/2014/main" id="{16B929B1-C4BA-39A0-627B-33F85E11C8EF}"/>
              </a:ext>
            </a:extLst>
          </p:cNvPr>
          <p:cNvSpPr txBox="1">
            <a:spLocks noGrp="1"/>
          </p:cNvSpPr>
          <p:nvPr>
            <p:ph type="subTitle" idx="1"/>
          </p:nvPr>
        </p:nvSpPr>
        <p:spPr>
          <a:xfrm>
            <a:off x="781634" y="2902611"/>
            <a:ext cx="2876452" cy="739500"/>
          </a:xfrm>
          <a:prstGeom prst="rect">
            <a:avLst/>
          </a:prstGeom>
        </p:spPr>
        <p:txBody>
          <a:bodyPr spcFirstLastPara="1" wrap="square" lIns="91425" tIns="91425" rIns="91425" bIns="91425" anchor="t" anchorCtr="0">
            <a:noAutofit/>
          </a:bodyPr>
          <a:lstStyle/>
          <a:p>
            <a:pPr marL="0" indent="0"/>
            <a:r>
              <a:rPr lang="en-CA"/>
              <a:t>How did our project evolve?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40"/>
                                        </p:tgtEl>
                                        <p:attrNameLst>
                                          <p:attrName>style.visibility</p:attrName>
                                        </p:attrNameLst>
                                      </p:cBhvr>
                                      <p:to>
                                        <p:strVal val="visible"/>
                                      </p:to>
                                    </p:set>
                                    <p:anim calcmode="lin" valueType="num">
                                      <p:cBhvr additive="base">
                                        <p:cTn id="7" dur="1000"/>
                                        <p:tgtEl>
                                          <p:spTgt spid="1640"/>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1641"/>
                                        </p:tgtEl>
                                        <p:attrNameLst>
                                          <p:attrName>style.visibility</p:attrName>
                                        </p:attrNameLst>
                                      </p:cBhvr>
                                      <p:to>
                                        <p:strVal val="visible"/>
                                      </p:to>
                                    </p:set>
                                    <p:anim calcmode="lin" valueType="num">
                                      <p:cBhvr additive="base">
                                        <p:cTn id="10" dur="1000"/>
                                        <p:tgtEl>
                                          <p:spTgt spid="1641"/>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p:tgtEl>
                                          <p:spTgt spid="3"/>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90AA323E-923B-9B1F-7DB4-44B069963D63}"/>
              </a:ext>
            </a:extLst>
          </p:cNvPr>
          <p:cNvGraphicFramePr>
            <a:graphicFrameLocks/>
          </p:cNvGraphicFramePr>
          <p:nvPr>
            <p:custDataLst>
              <p:tags r:id="rId1"/>
            </p:custDataLst>
            <p:extLst>
              <p:ext uri="{D42A27DB-BD31-4B8C-83A1-F6EECF244321}">
                <p14:modId xmlns:p14="http://schemas.microsoft.com/office/powerpoint/2010/main" val="252258812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1" name="think-cell data - do not delete" hidden="1">
                        <a:extLst>
                          <a:ext uri="{FF2B5EF4-FFF2-40B4-BE49-F238E27FC236}">
                            <a16:creationId xmlns:a16="http://schemas.microsoft.com/office/drawing/2014/main" id="{90AA323E-923B-9B1F-7DB4-44B069963D63}"/>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EF41559B-0F68-6925-0909-BC022DEC18A8}"/>
              </a:ext>
            </a:extLst>
          </p:cNvPr>
          <p:cNvSpPr>
            <a:spLocks noGrp="1"/>
          </p:cNvSpPr>
          <p:nvPr>
            <p:ph type="title" idx="8"/>
          </p:nvPr>
        </p:nvSpPr>
        <p:spPr/>
        <p:txBody>
          <a:bodyPr vert="horz" rIns="91425"/>
          <a:lstStyle/>
          <a:p>
            <a:r>
              <a:rPr lang="en-US"/>
              <a:t>Revised Hypothesis</a:t>
            </a:r>
          </a:p>
        </p:txBody>
      </p:sp>
      <p:graphicFrame>
        <p:nvGraphicFramePr>
          <p:cNvPr id="12" name="표 9">
            <a:extLst>
              <a:ext uri="{FF2B5EF4-FFF2-40B4-BE49-F238E27FC236}">
                <a16:creationId xmlns:a16="http://schemas.microsoft.com/office/drawing/2014/main" id="{1A32746B-6EBC-FFA4-2F9A-56E4CB9500B6}"/>
              </a:ext>
            </a:extLst>
          </p:cNvPr>
          <p:cNvGraphicFramePr>
            <a:graphicFrameLocks noGrp="1"/>
          </p:cNvGraphicFramePr>
          <p:nvPr>
            <p:extLst>
              <p:ext uri="{D42A27DB-BD31-4B8C-83A1-F6EECF244321}">
                <p14:modId xmlns:p14="http://schemas.microsoft.com/office/powerpoint/2010/main" val="1730329214"/>
              </p:ext>
            </p:extLst>
          </p:nvPr>
        </p:nvGraphicFramePr>
        <p:xfrm>
          <a:off x="711300" y="1339109"/>
          <a:ext cx="7721400" cy="3138628"/>
        </p:xfrm>
        <a:graphic>
          <a:graphicData uri="http://schemas.openxmlformats.org/drawingml/2006/table">
            <a:tbl>
              <a:tblPr firstRow="1" bandRow="1">
                <a:tableStyleId>{086DF41B-37A9-4264-BB53-2D3BCF569187}</a:tableStyleId>
              </a:tblPr>
              <a:tblGrid>
                <a:gridCol w="4009787">
                  <a:extLst>
                    <a:ext uri="{9D8B030D-6E8A-4147-A177-3AD203B41FA5}">
                      <a16:colId xmlns:a16="http://schemas.microsoft.com/office/drawing/2014/main" val="1121841354"/>
                    </a:ext>
                  </a:extLst>
                </a:gridCol>
                <a:gridCol w="3711613">
                  <a:extLst>
                    <a:ext uri="{9D8B030D-6E8A-4147-A177-3AD203B41FA5}">
                      <a16:colId xmlns:a16="http://schemas.microsoft.com/office/drawing/2014/main" val="2361857326"/>
                    </a:ext>
                  </a:extLst>
                </a:gridCol>
              </a:tblGrid>
              <a:tr h="257610">
                <a:tc>
                  <a:txBody>
                    <a:bodyPr/>
                    <a:lstStyle/>
                    <a:p>
                      <a:pPr algn="ctr" latinLnBrk="1"/>
                      <a:r>
                        <a:rPr lang="en-US" altLang="ko-KR" sz="1800" b="1" dirty="0">
                          <a:solidFill>
                            <a:schemeClr val="tx2"/>
                          </a:solidFill>
                          <a:latin typeface="Cairo Medium"/>
                        </a:rPr>
                        <a:t>Initial</a:t>
                      </a:r>
                      <a:r>
                        <a:rPr lang="ko-KR" altLang="en-US" sz="1800" b="1" dirty="0">
                          <a:solidFill>
                            <a:schemeClr val="tx2"/>
                          </a:solidFill>
                          <a:latin typeface="Cairo Medium"/>
                        </a:rPr>
                        <a:t> </a:t>
                      </a:r>
                      <a:r>
                        <a:rPr lang="ko-KR" altLang="en-US" sz="1800" b="1" dirty="0" err="1">
                          <a:solidFill>
                            <a:schemeClr val="tx2"/>
                          </a:solidFill>
                          <a:latin typeface="Cairo Medium"/>
                        </a:rPr>
                        <a:t>Hypothesis</a:t>
                      </a:r>
                      <a:endParaRPr lang="ko-KR" altLang="en-US" sz="1800" b="1" dirty="0">
                        <a:solidFill>
                          <a:schemeClr val="tx2"/>
                        </a:solidFill>
                        <a:latin typeface="Cairo Medium"/>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tc>
                  <a:txBody>
                    <a:bodyPr/>
                    <a:lstStyle/>
                    <a:p>
                      <a:pPr algn="ctr" latinLnBrk="1"/>
                      <a:r>
                        <a:rPr lang="ko-KR" altLang="en-US" sz="1800" b="1" dirty="0" err="1">
                          <a:solidFill>
                            <a:schemeClr val="bg1">
                              <a:lumMod val="60000"/>
                              <a:lumOff val="40000"/>
                            </a:schemeClr>
                          </a:solidFill>
                          <a:latin typeface="Cairo Medium"/>
                        </a:rPr>
                        <a:t>Refined</a:t>
                      </a:r>
                      <a:r>
                        <a:rPr lang="ko-KR" altLang="en-US" sz="1800" b="1" dirty="0">
                          <a:solidFill>
                            <a:schemeClr val="bg1">
                              <a:lumMod val="60000"/>
                              <a:lumOff val="40000"/>
                            </a:schemeClr>
                          </a:solidFill>
                          <a:latin typeface="Cairo Medium"/>
                        </a:rPr>
                        <a:t> </a:t>
                      </a:r>
                      <a:r>
                        <a:rPr lang="ko-KR" altLang="en-US" sz="1800" b="1" dirty="0" err="1">
                          <a:solidFill>
                            <a:schemeClr val="bg1">
                              <a:lumMod val="60000"/>
                              <a:lumOff val="40000"/>
                            </a:schemeClr>
                          </a:solidFill>
                          <a:latin typeface="Cairo Medium"/>
                        </a:rPr>
                        <a:t>Hypothesis</a:t>
                      </a:r>
                      <a:endParaRPr lang="ko-KR" altLang="en-US" sz="1800" b="1" dirty="0">
                        <a:solidFill>
                          <a:schemeClr val="bg1">
                            <a:lumMod val="60000"/>
                            <a:lumOff val="40000"/>
                          </a:schemeClr>
                        </a:solidFill>
                        <a:latin typeface="Cairo Medium"/>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135039864"/>
                  </a:ext>
                </a:extLst>
              </a:tr>
              <a:tr h="665493">
                <a:tc>
                  <a:txBody>
                    <a:bodyPr/>
                    <a:lstStyle/>
                    <a:p>
                      <a:pPr lvl="0" algn="ctr">
                        <a:buNone/>
                      </a:pPr>
                      <a:r>
                        <a:rPr lang="en-US" altLang="ko-KR" sz="1400" b="0" i="0" u="none" strike="noStrike" noProof="0" dirty="0">
                          <a:solidFill>
                            <a:schemeClr val="bg1"/>
                          </a:solidFill>
                          <a:latin typeface="Cairo Medium"/>
                        </a:rPr>
                        <a:t>Individuals with higher BMI are more likely to have diabetes.</a:t>
                      </a:r>
                      <a:endParaRPr lang="ko-KR" sz="1400" dirty="0">
                        <a:solidFill>
                          <a:schemeClr val="bg1"/>
                        </a:solidFill>
                        <a:latin typeface="Cairo Medium"/>
                      </a:endParaRPr>
                    </a:p>
                  </a:txBody>
                  <a:tcPr anchor="ctr">
                    <a:lnT w="9525" cap="flat" cmpd="sng">
                      <a:noFill/>
                      <a:prstDash val="solid"/>
                      <a:round/>
                      <a:headEnd type="none" w="sm" len="sm"/>
                      <a:tailEnd type="none" w="sm" len="sm"/>
                    </a:lnT>
                    <a:solidFill>
                      <a:schemeClr val="tx2">
                        <a:lumMod val="40000"/>
                        <a:lumOff val="60000"/>
                      </a:schemeClr>
                    </a:solidFill>
                  </a:tcPr>
                </a:tc>
                <a:tc>
                  <a:txBody>
                    <a:bodyPr/>
                    <a:lstStyle/>
                    <a:p>
                      <a:pPr marL="0" lvl="0" indent="0" algn="ctr">
                        <a:lnSpc>
                          <a:spcPct val="100000"/>
                        </a:lnSpc>
                        <a:spcBef>
                          <a:spcPts val="0"/>
                        </a:spcBef>
                        <a:spcAft>
                          <a:spcPts val="0"/>
                        </a:spcAft>
                        <a:buNone/>
                      </a:pPr>
                      <a:r>
                        <a:rPr lang="en-US" altLang="ko-KR" sz="1400" b="0" i="0" u="none" strike="noStrike" noProof="0" dirty="0">
                          <a:solidFill>
                            <a:schemeClr val="accent6"/>
                          </a:solidFill>
                          <a:latin typeface="Cairo Medium"/>
                        </a:rPr>
                        <a:t>(Introduce Interaction Terms)</a:t>
                      </a:r>
                    </a:p>
                    <a:p>
                      <a:pPr marL="0" lvl="0" indent="0" algn="ctr">
                        <a:lnSpc>
                          <a:spcPct val="100000"/>
                        </a:lnSpc>
                        <a:spcBef>
                          <a:spcPts val="0"/>
                        </a:spcBef>
                        <a:spcAft>
                          <a:spcPts val="0"/>
                        </a:spcAft>
                        <a:buNone/>
                      </a:pPr>
                      <a:r>
                        <a:rPr lang="ko-KR" sz="1400" b="0" i="0" u="none" strike="noStrike" noProof="0" err="1">
                          <a:solidFill>
                            <a:schemeClr val="accent6"/>
                          </a:solidFill>
                          <a:latin typeface="Cairo Medium"/>
                        </a:rPr>
                        <a:t>Older</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individuals</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with</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higher</a:t>
                      </a:r>
                      <a:r>
                        <a:rPr lang="ko-KR" sz="1400" b="0" i="0" u="none" strike="noStrike" noProof="0" dirty="0">
                          <a:solidFill>
                            <a:schemeClr val="accent6"/>
                          </a:solidFill>
                          <a:latin typeface="Cairo Medium"/>
                        </a:rPr>
                        <a:t> BMI </a:t>
                      </a:r>
                      <a:r>
                        <a:rPr lang="ko-KR" sz="1400" b="0" i="0" u="none" strike="noStrike" noProof="0" err="1">
                          <a:solidFill>
                            <a:schemeClr val="accent6"/>
                          </a:solidFill>
                          <a:latin typeface="Cairo Medium"/>
                        </a:rPr>
                        <a:t>may</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have</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a</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higher</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risk</a:t>
                      </a:r>
                      <a:r>
                        <a:rPr lang="ko-KR" sz="1400" b="0" i="0" u="none" strike="noStrike" noProof="0" dirty="0">
                          <a:solidFill>
                            <a:schemeClr val="accent6"/>
                          </a:solidFill>
                          <a:latin typeface="Cairo Medium"/>
                        </a:rPr>
                        <a:t> of </a:t>
                      </a:r>
                      <a:r>
                        <a:rPr lang="ko-KR" sz="1400" b="0" i="0" u="none" strike="noStrike" noProof="0" err="1">
                          <a:solidFill>
                            <a:schemeClr val="accent6"/>
                          </a:solidFill>
                          <a:latin typeface="Cairo Medium"/>
                        </a:rPr>
                        <a:t>diabetes</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compared</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to</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younger</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individuals</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with</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the</a:t>
                      </a:r>
                      <a:r>
                        <a:rPr lang="ko-KR" sz="1400" b="0" i="0" u="none" strike="noStrike" noProof="0" dirty="0">
                          <a:solidFill>
                            <a:schemeClr val="accent6"/>
                          </a:solidFill>
                          <a:latin typeface="Cairo Medium"/>
                        </a:rPr>
                        <a:t> </a:t>
                      </a:r>
                      <a:r>
                        <a:rPr lang="ko-KR" sz="1400" b="0" i="0" u="none" strike="noStrike" noProof="0" err="1">
                          <a:solidFill>
                            <a:schemeClr val="accent6"/>
                          </a:solidFill>
                          <a:latin typeface="Cairo Medium"/>
                        </a:rPr>
                        <a:t>same</a:t>
                      </a:r>
                      <a:r>
                        <a:rPr lang="ko-KR" sz="1400" b="0" i="0" u="none" strike="noStrike" noProof="0" dirty="0">
                          <a:solidFill>
                            <a:schemeClr val="accent6"/>
                          </a:solidFill>
                          <a:latin typeface="Cairo Medium"/>
                        </a:rPr>
                        <a:t> BMI</a:t>
                      </a:r>
                      <a:r>
                        <a:rPr lang="en-US" altLang="ko-KR" sz="1400" b="0" i="0" u="none" strike="noStrike" noProof="0" dirty="0">
                          <a:solidFill>
                            <a:schemeClr val="accent6"/>
                          </a:solidFill>
                          <a:latin typeface="Cairo Medium"/>
                        </a:rPr>
                        <a:t>.</a:t>
                      </a:r>
                      <a:endParaRPr lang="ko-KR" sz="1400">
                        <a:solidFill>
                          <a:schemeClr val="accent6"/>
                        </a:solidFill>
                        <a:latin typeface="Cairo Medium"/>
                      </a:endParaRPr>
                    </a:p>
                  </a:txBody>
                  <a:tcPr anchor="ctr">
                    <a:lnT w="9525" cap="flat" cmpd="sng">
                      <a:noFill/>
                      <a:prstDash val="solid"/>
                      <a:round/>
                      <a:headEnd type="none" w="sm" len="sm"/>
                      <a:tailEnd type="none" w="sm" len="sm"/>
                    </a:lnT>
                    <a:solidFill>
                      <a:schemeClr val="bg1">
                        <a:lumMod val="60000"/>
                        <a:lumOff val="40000"/>
                      </a:schemeClr>
                    </a:solidFill>
                  </a:tcPr>
                </a:tc>
                <a:extLst>
                  <a:ext uri="{0D108BD9-81ED-4DB2-BD59-A6C34878D82A}">
                    <a16:rowId xmlns:a16="http://schemas.microsoft.com/office/drawing/2014/main" val="1231175708"/>
                  </a:ext>
                </a:extLst>
              </a:tr>
              <a:tr h="665493">
                <a:tc>
                  <a:txBody>
                    <a:bodyPr/>
                    <a:lstStyle/>
                    <a:p>
                      <a:pPr marL="0" marR="0" lvl="0" indent="0" algn="ctr">
                        <a:lnSpc>
                          <a:spcPct val="100000"/>
                        </a:lnSpc>
                        <a:spcBef>
                          <a:spcPts val="0"/>
                        </a:spcBef>
                        <a:spcAft>
                          <a:spcPts val="0"/>
                        </a:spcAft>
                        <a:buClr>
                          <a:srgbClr val="000000"/>
                        </a:buClr>
                        <a:buNone/>
                      </a:pPr>
                      <a:r>
                        <a:rPr lang="en-US" altLang="ko-KR" sz="1400" b="0" i="0" u="none" strike="noStrike" noProof="0" dirty="0">
                          <a:solidFill>
                            <a:schemeClr val="bg1"/>
                          </a:solidFill>
                          <a:latin typeface="Cairo Medium"/>
                        </a:rPr>
                        <a:t>Individuals with a history of smoking are more likely to develop diabetes.</a:t>
                      </a:r>
                    </a:p>
                  </a:txBody>
                  <a:tcPr anchor="c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1400" b="0" i="0" u="none" strike="noStrike" noProof="0" dirty="0">
                          <a:solidFill>
                            <a:schemeClr val="accent6"/>
                          </a:solidFill>
                          <a:latin typeface="Cairo Medium"/>
                        </a:rPr>
                        <a:t>(Introduce Interaction Terms)</a:t>
                      </a:r>
                    </a:p>
                    <a:p>
                      <a:pPr marL="0" lvl="0" indent="0" algn="ctr">
                        <a:lnSpc>
                          <a:spcPct val="100000"/>
                        </a:lnSpc>
                        <a:spcBef>
                          <a:spcPts val="0"/>
                        </a:spcBef>
                        <a:spcAft>
                          <a:spcPts val="0"/>
                        </a:spcAft>
                        <a:buNone/>
                      </a:pPr>
                      <a:r>
                        <a:rPr lang="ko-KR" sz="1400" b="0" i="0" u="none" strike="noStrike" noProof="0" dirty="0" err="1">
                          <a:solidFill>
                            <a:schemeClr val="accent6"/>
                          </a:solidFill>
                          <a:latin typeface="Cairo Medium"/>
                        </a:rPr>
                        <a:t>Smoking</a:t>
                      </a:r>
                      <a:r>
                        <a:rPr lang="ko-KR" sz="1400" b="0" i="0" u="none" strike="noStrike" noProof="0" dirty="0">
                          <a:solidFill>
                            <a:schemeClr val="accent6"/>
                          </a:solidFill>
                          <a:latin typeface="Cairo Medium"/>
                        </a:rPr>
                        <a:t> and </a:t>
                      </a:r>
                      <a:r>
                        <a:rPr lang="ko-KR" sz="1400" b="0" i="0" u="none" strike="noStrike" noProof="0" dirty="0" err="1">
                          <a:solidFill>
                            <a:schemeClr val="accent6"/>
                          </a:solidFill>
                          <a:latin typeface="Cairo Medium"/>
                        </a:rPr>
                        <a:t>heavy</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alcohol</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consumption</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often</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co-occur</a:t>
                      </a:r>
                      <a:r>
                        <a:rPr lang="ko-KR" sz="1400" b="0" i="0" u="none" strike="noStrike" noProof="0" dirty="0">
                          <a:solidFill>
                            <a:schemeClr val="accent6"/>
                          </a:solidFill>
                          <a:latin typeface="Cairo Medium"/>
                        </a:rPr>
                        <a:t> and </a:t>
                      </a:r>
                      <a:r>
                        <a:rPr lang="ko-KR" sz="1400" b="0" i="0" u="none" strike="noStrike" noProof="0" dirty="0" err="1">
                          <a:solidFill>
                            <a:schemeClr val="accent6"/>
                          </a:solidFill>
                          <a:latin typeface="Cairo Medium"/>
                        </a:rPr>
                        <a:t>may</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jointly</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increase</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diabetes</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risk</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more</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than</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each</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factor</a:t>
                      </a:r>
                      <a:r>
                        <a:rPr lang="ko-KR" sz="1400" b="0" i="0" u="none" strike="noStrike" noProof="0" dirty="0">
                          <a:solidFill>
                            <a:schemeClr val="accent6"/>
                          </a:solidFill>
                          <a:latin typeface="Cairo Medium"/>
                        </a:rPr>
                        <a:t> </a:t>
                      </a:r>
                      <a:r>
                        <a:rPr lang="ko-KR" sz="1400" b="0" i="0" u="none" strike="noStrike" noProof="0" dirty="0" err="1">
                          <a:solidFill>
                            <a:schemeClr val="accent6"/>
                          </a:solidFill>
                          <a:latin typeface="Cairo Medium"/>
                        </a:rPr>
                        <a:t>alone</a:t>
                      </a:r>
                      <a:r>
                        <a:rPr lang="ko-KR" sz="1400" b="0" i="0" u="none" strike="noStrike" noProof="0" dirty="0">
                          <a:solidFill>
                            <a:schemeClr val="accent6"/>
                          </a:solidFill>
                          <a:latin typeface="Cairo Medium"/>
                        </a:rPr>
                        <a:t>.</a:t>
                      </a:r>
                      <a:endParaRPr lang="ko-KR" sz="1400" dirty="0">
                        <a:solidFill>
                          <a:schemeClr val="accent6"/>
                        </a:solidFill>
                        <a:latin typeface="Cairo Medium"/>
                      </a:endParaRPr>
                    </a:p>
                  </a:txBody>
                  <a:tcPr anchor="ctr">
                    <a:solidFill>
                      <a:schemeClr val="bg1">
                        <a:lumMod val="60000"/>
                        <a:lumOff val="40000"/>
                      </a:schemeClr>
                    </a:solidFill>
                  </a:tcPr>
                </a:tc>
                <a:extLst>
                  <a:ext uri="{0D108BD9-81ED-4DB2-BD59-A6C34878D82A}">
                    <a16:rowId xmlns:a16="http://schemas.microsoft.com/office/drawing/2014/main" val="2594117080"/>
                  </a:ext>
                </a:extLst>
              </a:tr>
              <a:tr h="36494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chemeClr val="bg1"/>
                          </a:solidFill>
                          <a:latin typeface="Cairo Medium"/>
                          <a:cs typeface="Arial"/>
                        </a:rPr>
                        <a:t>Hypertension or heart disease will increase the risk of diabetes.</a:t>
                      </a:r>
                    </a:p>
                  </a:txBody>
                  <a:tcPr anchor="ctr">
                    <a:solidFill>
                      <a:schemeClr val="tx2">
                        <a:lumMod val="40000"/>
                        <a:lumOff val="60000"/>
                      </a:schemeClr>
                    </a:solidFill>
                  </a:tcPr>
                </a:tc>
                <a:tc>
                  <a:txBody>
                    <a:bodyPr/>
                    <a:lstStyle/>
                    <a:p>
                      <a:pPr marL="0" lvl="0" indent="0" algn="ctr">
                        <a:lnSpc>
                          <a:spcPct val="100000"/>
                        </a:lnSpc>
                        <a:spcBef>
                          <a:spcPts val="0"/>
                        </a:spcBef>
                        <a:spcAft>
                          <a:spcPts val="0"/>
                        </a:spcAft>
                        <a:buNone/>
                      </a:pPr>
                      <a:r>
                        <a:rPr lang="en-US" altLang="ko-KR" sz="1400" dirty="0">
                          <a:solidFill>
                            <a:schemeClr val="accent6"/>
                          </a:solidFill>
                          <a:latin typeface="Cairo Medium"/>
                        </a:rPr>
                        <a:t>Heart disease/heart attack history is likely to increase the probability of diabetes.</a:t>
                      </a:r>
                      <a:endParaRPr lang="ko-KR" sz="1400">
                        <a:solidFill>
                          <a:schemeClr val="accent6"/>
                        </a:solidFill>
                        <a:latin typeface="Cairo Medium"/>
                      </a:endParaRPr>
                    </a:p>
                  </a:txBody>
                  <a:tcPr anchor="ctr">
                    <a:solidFill>
                      <a:schemeClr val="bg1">
                        <a:lumMod val="60000"/>
                        <a:lumOff val="40000"/>
                      </a:schemeClr>
                    </a:solidFill>
                  </a:tcPr>
                </a:tc>
                <a:extLst>
                  <a:ext uri="{0D108BD9-81ED-4DB2-BD59-A6C34878D82A}">
                    <a16:rowId xmlns:a16="http://schemas.microsoft.com/office/drawing/2014/main" val="2573759182"/>
                  </a:ext>
                </a:extLst>
              </a:tr>
              <a:tr h="364948">
                <a:tc>
                  <a:txBody>
                    <a:bodyPr/>
                    <a:lstStyle/>
                    <a:p>
                      <a:pPr marL="0" marR="0" lvl="0" indent="0" algn="ctr" defTabSz="914400" rtl="0" eaLnBrk="1" fontAlgn="auto" latinLnBrk="1" hangingPunct="1">
                        <a:lnSpc>
                          <a:spcPct val="100000"/>
                        </a:lnSpc>
                        <a:spcBef>
                          <a:spcPts val="0"/>
                        </a:spcBef>
                        <a:spcAft>
                          <a:spcPts val="0"/>
                        </a:spcAft>
                        <a:buClr>
                          <a:srgbClr val="000000"/>
                        </a:buClr>
                        <a:buSzTx/>
                        <a:buFont typeface="Arial"/>
                        <a:buNone/>
                        <a:tabLst/>
                        <a:defRPr/>
                      </a:pPr>
                      <a:r>
                        <a:rPr lang="en-US" sz="1400" dirty="0">
                          <a:solidFill>
                            <a:schemeClr val="bg1"/>
                          </a:solidFill>
                          <a:latin typeface="Cairo Medium"/>
                        </a:rPr>
                        <a:t>Younger individuals are less likely to have diabetes.</a:t>
                      </a:r>
                    </a:p>
                  </a:txBody>
                  <a:tcPr anchor="ctr">
                    <a:solidFill>
                      <a:schemeClr val="tx2">
                        <a:lumMod val="40000"/>
                        <a:lumOff val="60000"/>
                      </a:schemeClr>
                    </a:solidFill>
                  </a:tcPr>
                </a:tc>
                <a:tc>
                  <a:txBody>
                    <a:bodyPr/>
                    <a:lstStyle/>
                    <a:p>
                      <a:pPr algn="ctr" latinLnBrk="1"/>
                      <a:r>
                        <a:rPr lang="en-US" altLang="ko-KR" sz="1400" dirty="0">
                          <a:solidFill>
                            <a:schemeClr val="accent6"/>
                          </a:solidFill>
                          <a:latin typeface="Cairo Medium"/>
                        </a:rPr>
                        <a:t>Unchanged</a:t>
                      </a:r>
                      <a:endParaRPr lang="ko-KR" altLang="en-US" sz="1400" dirty="0">
                        <a:solidFill>
                          <a:schemeClr val="accent6"/>
                        </a:solidFill>
                        <a:latin typeface="Cairo Medium"/>
                      </a:endParaRPr>
                    </a:p>
                  </a:txBody>
                  <a:tcPr anchor="ctr">
                    <a:solidFill>
                      <a:schemeClr val="bg1">
                        <a:lumMod val="60000"/>
                        <a:lumOff val="40000"/>
                      </a:schemeClr>
                    </a:solidFill>
                  </a:tcPr>
                </a:tc>
                <a:extLst>
                  <a:ext uri="{0D108BD9-81ED-4DB2-BD59-A6C34878D82A}">
                    <a16:rowId xmlns:a16="http://schemas.microsoft.com/office/drawing/2014/main" val="148250166"/>
                  </a:ext>
                </a:extLst>
              </a:tr>
            </a:tbl>
          </a:graphicData>
        </a:graphic>
      </p:graphicFrame>
    </p:spTree>
    <p:extLst>
      <p:ext uri="{BB962C8B-B14F-4D97-AF65-F5344CB8AC3E}">
        <p14:creationId xmlns:p14="http://schemas.microsoft.com/office/powerpoint/2010/main" val="1389895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7AB69DE-F45B-C493-304E-8ADF08296646}"/>
              </a:ext>
            </a:extLst>
          </p:cNvPr>
          <p:cNvGraphicFramePr>
            <a:graphicFrameLocks/>
          </p:cNvGraphicFramePr>
          <p:nvPr>
            <p:custDataLst>
              <p:tags r:id="rId1"/>
            </p:custDataLst>
            <p:extLst>
              <p:ext uri="{D42A27DB-BD31-4B8C-83A1-F6EECF244321}">
                <p14:modId xmlns:p14="http://schemas.microsoft.com/office/powerpoint/2010/main" val="40493236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07AB69DE-F45B-C493-304E-8ADF0829664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429" name="Google Shape;2429;p83"/>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t>Main C</a:t>
            </a:r>
            <a:r>
              <a:rPr lang="en" err="1"/>
              <a:t>hallenges</a:t>
            </a:r>
            <a:endParaRPr/>
          </a:p>
        </p:txBody>
      </p:sp>
      <p:sp>
        <p:nvSpPr>
          <p:cNvPr id="2430" name="Google Shape;2430;p83"/>
          <p:cNvSpPr txBox="1">
            <a:spLocks noGrp="1"/>
          </p:cNvSpPr>
          <p:nvPr>
            <p:ph type="title"/>
          </p:nvPr>
        </p:nvSpPr>
        <p:spPr>
          <a:xfrm>
            <a:off x="1407854" y="1341660"/>
            <a:ext cx="2593647" cy="78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sz="1800">
                <a:solidFill>
                  <a:schemeClr val="bg2"/>
                </a:solidFill>
              </a:rPr>
              <a:t>Synthetic data</a:t>
            </a:r>
          </a:p>
        </p:txBody>
      </p:sp>
      <p:sp>
        <p:nvSpPr>
          <p:cNvPr id="2432" name="Google Shape;2432;p83"/>
          <p:cNvSpPr txBox="1">
            <a:spLocks noGrp="1"/>
          </p:cNvSpPr>
          <p:nvPr>
            <p:ph type="title" idx="2"/>
          </p:nvPr>
        </p:nvSpPr>
        <p:spPr>
          <a:xfrm>
            <a:off x="5120199" y="1341660"/>
            <a:ext cx="3484585" cy="78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CA" sz="1800">
                <a:solidFill>
                  <a:schemeClr val="bg2"/>
                </a:solidFill>
              </a:rPr>
              <a:t>Cause</a:t>
            </a:r>
            <a:r>
              <a:rPr lang="en-US" sz="1800">
                <a:solidFill>
                  <a:schemeClr val="bg2"/>
                </a:solidFill>
              </a:rPr>
              <a:t> vs. Consequences</a:t>
            </a:r>
            <a:endParaRPr lang="en-CA" sz="1800">
              <a:solidFill>
                <a:schemeClr val="bg2"/>
              </a:solidFill>
            </a:endParaRPr>
          </a:p>
        </p:txBody>
      </p:sp>
      <p:sp>
        <p:nvSpPr>
          <p:cNvPr id="13" name="Google Shape;2433;p83">
            <a:extLst>
              <a:ext uri="{FF2B5EF4-FFF2-40B4-BE49-F238E27FC236}">
                <a16:creationId xmlns:a16="http://schemas.microsoft.com/office/drawing/2014/main" id="{983133BE-B8C4-3769-E8B2-938F1647695E}"/>
              </a:ext>
            </a:extLst>
          </p:cNvPr>
          <p:cNvSpPr txBox="1">
            <a:spLocks/>
          </p:cNvSpPr>
          <p:nvPr/>
        </p:nvSpPr>
        <p:spPr>
          <a:xfrm>
            <a:off x="527210" y="2240941"/>
            <a:ext cx="3634661" cy="189327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9pPr>
          </a:lstStyle>
          <a:p>
            <a:pPr marL="0" indent="0" algn="ctr"/>
            <a:r>
              <a:rPr lang="en-CA" b="1" dirty="0">
                <a:solidFill>
                  <a:schemeClr val="accent1"/>
                </a:solidFill>
              </a:rPr>
              <a:t>Problem: </a:t>
            </a:r>
            <a:r>
              <a:rPr lang="en-CA" dirty="0"/>
              <a:t>Initial dataset was fully synthetic, limiting to support broader generalization</a:t>
            </a:r>
          </a:p>
          <a:p>
            <a:pPr marL="0" indent="0" algn="ctr"/>
            <a:endParaRPr lang="en-CA" dirty="0">
              <a:solidFill>
                <a:srgbClr val="F6EFE4"/>
              </a:solidFill>
            </a:endParaRPr>
          </a:p>
          <a:p>
            <a:pPr marL="0" indent="0" algn="ctr"/>
            <a:r>
              <a:rPr lang="en-CA" b="1" dirty="0">
                <a:solidFill>
                  <a:schemeClr val="accent3"/>
                </a:solidFill>
              </a:rPr>
              <a:t>Solution: </a:t>
            </a:r>
            <a:r>
              <a:rPr lang="en-CA" dirty="0"/>
              <a:t>Incorporated another dataset with comparable features and derived from real survey results.</a:t>
            </a:r>
          </a:p>
        </p:txBody>
      </p:sp>
      <p:grpSp>
        <p:nvGrpSpPr>
          <p:cNvPr id="8" name="Google Shape;3441;p98">
            <a:extLst>
              <a:ext uri="{FF2B5EF4-FFF2-40B4-BE49-F238E27FC236}">
                <a16:creationId xmlns:a16="http://schemas.microsoft.com/office/drawing/2014/main" id="{310D8EEC-DCAD-3DF5-2C2E-1DBBDA4C11AC}"/>
              </a:ext>
            </a:extLst>
          </p:cNvPr>
          <p:cNvGrpSpPr/>
          <p:nvPr/>
        </p:nvGrpSpPr>
        <p:grpSpPr>
          <a:xfrm>
            <a:off x="4500124" y="1341660"/>
            <a:ext cx="554421" cy="711535"/>
            <a:chOff x="5562600" y="3065031"/>
            <a:chExt cx="381000" cy="516369"/>
          </a:xfrm>
        </p:grpSpPr>
        <p:sp>
          <p:nvSpPr>
            <p:cNvPr id="9" name="Google Shape;3442;p98">
              <a:extLst>
                <a:ext uri="{FF2B5EF4-FFF2-40B4-BE49-F238E27FC236}">
                  <a16:creationId xmlns:a16="http://schemas.microsoft.com/office/drawing/2014/main" id="{DFE0E112-1038-9FF6-717B-57B3570BEC68}"/>
                </a:ext>
              </a:extLst>
            </p:cNvPr>
            <p:cNvSpPr/>
            <p:nvPr/>
          </p:nvSpPr>
          <p:spPr>
            <a:xfrm>
              <a:off x="5562600" y="3200400"/>
              <a:ext cx="381000" cy="381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3443;p98">
              <a:extLst>
                <a:ext uri="{FF2B5EF4-FFF2-40B4-BE49-F238E27FC236}">
                  <a16:creationId xmlns:a16="http://schemas.microsoft.com/office/drawing/2014/main" id="{6DC2EBE6-F9B8-80F4-3758-3B73DA0629F9}"/>
                </a:ext>
              </a:extLst>
            </p:cNvPr>
            <p:cNvGrpSpPr/>
            <p:nvPr/>
          </p:nvGrpSpPr>
          <p:grpSpPr>
            <a:xfrm flipH="1">
              <a:off x="5638370" y="3065031"/>
              <a:ext cx="229461" cy="374922"/>
              <a:chOff x="1570963" y="1098735"/>
              <a:chExt cx="246705" cy="403099"/>
            </a:xfrm>
          </p:grpSpPr>
          <p:sp>
            <p:nvSpPr>
              <p:cNvPr id="11" name="Google Shape;3444;p98">
                <a:extLst>
                  <a:ext uri="{FF2B5EF4-FFF2-40B4-BE49-F238E27FC236}">
                    <a16:creationId xmlns:a16="http://schemas.microsoft.com/office/drawing/2014/main" id="{E9CD5974-8BB9-D62B-E9A1-04CC0D9AE75B}"/>
                  </a:ext>
                </a:extLst>
              </p:cNvPr>
              <p:cNvSpPr/>
              <p:nvPr/>
            </p:nvSpPr>
            <p:spPr>
              <a:xfrm>
                <a:off x="1570963" y="1098735"/>
                <a:ext cx="246705" cy="403099"/>
              </a:xfrm>
              <a:custGeom>
                <a:avLst/>
                <a:gdLst/>
                <a:ahLst/>
                <a:cxnLst/>
                <a:rect l="l" t="t" r="r" b="b"/>
                <a:pathLst>
                  <a:path w="7840" h="12810" extrusionOk="0">
                    <a:moveTo>
                      <a:pt x="3903" y="0"/>
                    </a:moveTo>
                    <a:cubicBezTo>
                      <a:pt x="3903" y="0"/>
                      <a:pt x="1" y="6739"/>
                      <a:pt x="1" y="8907"/>
                    </a:cubicBezTo>
                    <a:cubicBezTo>
                      <a:pt x="1" y="11075"/>
                      <a:pt x="1735" y="12810"/>
                      <a:pt x="3903" y="12810"/>
                    </a:cubicBezTo>
                    <a:cubicBezTo>
                      <a:pt x="6072" y="12810"/>
                      <a:pt x="7840" y="11075"/>
                      <a:pt x="7840" y="8907"/>
                    </a:cubicBezTo>
                    <a:cubicBezTo>
                      <a:pt x="7840" y="6739"/>
                      <a:pt x="3903" y="0"/>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445;p98">
                <a:extLst>
                  <a:ext uri="{FF2B5EF4-FFF2-40B4-BE49-F238E27FC236}">
                    <a16:creationId xmlns:a16="http://schemas.microsoft.com/office/drawing/2014/main" id="{F8EA21A9-6B99-823F-6AC3-336013B25F22}"/>
                  </a:ext>
                </a:extLst>
              </p:cNvPr>
              <p:cNvSpPr/>
              <p:nvPr/>
            </p:nvSpPr>
            <p:spPr>
              <a:xfrm>
                <a:off x="1598245" y="1334961"/>
                <a:ext cx="66176" cy="120772"/>
              </a:xfrm>
              <a:custGeom>
                <a:avLst/>
                <a:gdLst/>
                <a:ahLst/>
                <a:cxnLst/>
                <a:rect l="l" t="t" r="r" b="b"/>
                <a:pathLst>
                  <a:path w="2103" h="3838" extrusionOk="0">
                    <a:moveTo>
                      <a:pt x="792" y="1"/>
                    </a:moveTo>
                    <a:cubicBezTo>
                      <a:pt x="587" y="1"/>
                      <a:pt x="384" y="96"/>
                      <a:pt x="268" y="299"/>
                    </a:cubicBezTo>
                    <a:cubicBezTo>
                      <a:pt x="134" y="633"/>
                      <a:pt x="34" y="966"/>
                      <a:pt x="34" y="1300"/>
                    </a:cubicBezTo>
                    <a:cubicBezTo>
                      <a:pt x="1" y="1600"/>
                      <a:pt x="34" y="1900"/>
                      <a:pt x="101" y="2200"/>
                    </a:cubicBezTo>
                    <a:cubicBezTo>
                      <a:pt x="268" y="2834"/>
                      <a:pt x="635" y="3368"/>
                      <a:pt x="1168" y="3768"/>
                    </a:cubicBezTo>
                    <a:cubicBezTo>
                      <a:pt x="1251" y="3809"/>
                      <a:pt x="1359" y="3838"/>
                      <a:pt x="1461" y="3838"/>
                    </a:cubicBezTo>
                    <a:cubicBezTo>
                      <a:pt x="1524" y="3838"/>
                      <a:pt x="1584" y="3827"/>
                      <a:pt x="1635" y="3802"/>
                    </a:cubicBezTo>
                    <a:cubicBezTo>
                      <a:pt x="1802" y="3768"/>
                      <a:pt x="1936" y="3668"/>
                      <a:pt x="2036" y="3535"/>
                    </a:cubicBezTo>
                    <a:cubicBezTo>
                      <a:pt x="2102" y="3401"/>
                      <a:pt x="2102" y="3235"/>
                      <a:pt x="2069" y="3068"/>
                    </a:cubicBezTo>
                    <a:cubicBezTo>
                      <a:pt x="2002" y="2901"/>
                      <a:pt x="1902" y="2768"/>
                      <a:pt x="1769" y="2701"/>
                    </a:cubicBezTo>
                    <a:lnTo>
                      <a:pt x="1769" y="2701"/>
                    </a:lnTo>
                    <a:cubicBezTo>
                      <a:pt x="1807" y="2720"/>
                      <a:pt x="1846" y="2739"/>
                      <a:pt x="1852" y="2739"/>
                    </a:cubicBezTo>
                    <a:cubicBezTo>
                      <a:pt x="1857" y="2739"/>
                      <a:pt x="1844" y="2729"/>
                      <a:pt x="1802" y="2701"/>
                    </a:cubicBezTo>
                    <a:lnTo>
                      <a:pt x="1769" y="2634"/>
                    </a:lnTo>
                    <a:lnTo>
                      <a:pt x="1635" y="2534"/>
                    </a:lnTo>
                    <a:cubicBezTo>
                      <a:pt x="1613" y="2511"/>
                      <a:pt x="1560" y="2428"/>
                      <a:pt x="1559" y="2428"/>
                    </a:cubicBezTo>
                    <a:lnTo>
                      <a:pt x="1559" y="2428"/>
                    </a:lnTo>
                    <a:cubicBezTo>
                      <a:pt x="1558" y="2428"/>
                      <a:pt x="1570" y="2447"/>
                      <a:pt x="1602" y="2501"/>
                    </a:cubicBezTo>
                    <a:lnTo>
                      <a:pt x="1502" y="2367"/>
                    </a:lnTo>
                    <a:cubicBezTo>
                      <a:pt x="1469" y="2267"/>
                      <a:pt x="1402" y="2200"/>
                      <a:pt x="1369" y="2100"/>
                    </a:cubicBezTo>
                    <a:lnTo>
                      <a:pt x="1369" y="2034"/>
                    </a:lnTo>
                    <a:cubicBezTo>
                      <a:pt x="1335" y="2000"/>
                      <a:pt x="1335" y="1934"/>
                      <a:pt x="1302" y="1867"/>
                    </a:cubicBezTo>
                    <a:cubicBezTo>
                      <a:pt x="1302" y="1800"/>
                      <a:pt x="1302" y="1767"/>
                      <a:pt x="1268" y="1700"/>
                    </a:cubicBezTo>
                    <a:lnTo>
                      <a:pt x="1268" y="1667"/>
                    </a:lnTo>
                    <a:cubicBezTo>
                      <a:pt x="1268" y="1567"/>
                      <a:pt x="1268" y="1467"/>
                      <a:pt x="1268" y="1366"/>
                    </a:cubicBezTo>
                    <a:cubicBezTo>
                      <a:pt x="1268" y="1321"/>
                      <a:pt x="1284" y="1213"/>
                      <a:pt x="1283" y="1213"/>
                    </a:cubicBezTo>
                    <a:lnTo>
                      <a:pt x="1283" y="1213"/>
                    </a:lnTo>
                    <a:cubicBezTo>
                      <a:pt x="1283" y="1213"/>
                      <a:pt x="1279" y="1236"/>
                      <a:pt x="1268" y="1300"/>
                    </a:cubicBezTo>
                    <a:cubicBezTo>
                      <a:pt x="1268" y="1266"/>
                      <a:pt x="1268" y="1200"/>
                      <a:pt x="1302" y="1166"/>
                    </a:cubicBezTo>
                    <a:cubicBezTo>
                      <a:pt x="1335" y="1100"/>
                      <a:pt x="1335" y="1066"/>
                      <a:pt x="1335" y="1000"/>
                    </a:cubicBezTo>
                    <a:cubicBezTo>
                      <a:pt x="1359" y="976"/>
                      <a:pt x="1400" y="867"/>
                      <a:pt x="1385" y="867"/>
                    </a:cubicBezTo>
                    <a:cubicBezTo>
                      <a:pt x="1382" y="867"/>
                      <a:pt x="1375" y="873"/>
                      <a:pt x="1365" y="886"/>
                    </a:cubicBezTo>
                    <a:lnTo>
                      <a:pt x="1365" y="886"/>
                    </a:lnTo>
                    <a:cubicBezTo>
                      <a:pt x="1435" y="762"/>
                      <a:pt x="1431" y="614"/>
                      <a:pt x="1402" y="466"/>
                    </a:cubicBezTo>
                    <a:cubicBezTo>
                      <a:pt x="1326" y="164"/>
                      <a:pt x="1058" y="1"/>
                      <a:pt x="792"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 name="Google Shape;3442;p98">
            <a:extLst>
              <a:ext uri="{FF2B5EF4-FFF2-40B4-BE49-F238E27FC236}">
                <a16:creationId xmlns:a16="http://schemas.microsoft.com/office/drawing/2014/main" id="{D3C2AC64-E39D-96A3-DBAA-CD5183E158D5}"/>
              </a:ext>
            </a:extLst>
          </p:cNvPr>
          <p:cNvSpPr/>
          <p:nvPr/>
        </p:nvSpPr>
        <p:spPr>
          <a:xfrm>
            <a:off x="860138" y="1524779"/>
            <a:ext cx="554421" cy="525002"/>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3443;p98">
            <a:extLst>
              <a:ext uri="{FF2B5EF4-FFF2-40B4-BE49-F238E27FC236}">
                <a16:creationId xmlns:a16="http://schemas.microsoft.com/office/drawing/2014/main" id="{28F379CC-5130-6DC3-044F-C1F38B416192}"/>
              </a:ext>
            </a:extLst>
          </p:cNvPr>
          <p:cNvGrpSpPr/>
          <p:nvPr/>
        </p:nvGrpSpPr>
        <p:grpSpPr>
          <a:xfrm flipH="1">
            <a:off x="974524" y="1341660"/>
            <a:ext cx="333906" cy="516627"/>
            <a:chOff x="1570963" y="1098735"/>
            <a:chExt cx="246705" cy="403099"/>
          </a:xfrm>
        </p:grpSpPr>
        <p:sp>
          <p:nvSpPr>
            <p:cNvPr id="17" name="Google Shape;3444;p98">
              <a:extLst>
                <a:ext uri="{FF2B5EF4-FFF2-40B4-BE49-F238E27FC236}">
                  <a16:creationId xmlns:a16="http://schemas.microsoft.com/office/drawing/2014/main" id="{BE4E35C4-DF81-A173-A604-2718F68103B5}"/>
                </a:ext>
              </a:extLst>
            </p:cNvPr>
            <p:cNvSpPr/>
            <p:nvPr/>
          </p:nvSpPr>
          <p:spPr>
            <a:xfrm>
              <a:off x="1570963" y="1098735"/>
              <a:ext cx="246705" cy="403099"/>
            </a:xfrm>
            <a:custGeom>
              <a:avLst/>
              <a:gdLst/>
              <a:ahLst/>
              <a:cxnLst/>
              <a:rect l="l" t="t" r="r" b="b"/>
              <a:pathLst>
                <a:path w="7840" h="12810" extrusionOk="0">
                  <a:moveTo>
                    <a:pt x="3903" y="0"/>
                  </a:moveTo>
                  <a:cubicBezTo>
                    <a:pt x="3903" y="0"/>
                    <a:pt x="1" y="6739"/>
                    <a:pt x="1" y="8907"/>
                  </a:cubicBezTo>
                  <a:cubicBezTo>
                    <a:pt x="1" y="11075"/>
                    <a:pt x="1735" y="12810"/>
                    <a:pt x="3903" y="12810"/>
                  </a:cubicBezTo>
                  <a:cubicBezTo>
                    <a:pt x="6072" y="12810"/>
                    <a:pt x="7840" y="11075"/>
                    <a:pt x="7840" y="8907"/>
                  </a:cubicBezTo>
                  <a:cubicBezTo>
                    <a:pt x="7840" y="6739"/>
                    <a:pt x="3903" y="0"/>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18" name="Google Shape;3445;p98">
              <a:extLst>
                <a:ext uri="{FF2B5EF4-FFF2-40B4-BE49-F238E27FC236}">
                  <a16:creationId xmlns:a16="http://schemas.microsoft.com/office/drawing/2014/main" id="{516239D9-C5CD-4E65-FAE9-CB0EAFD5C0FC}"/>
                </a:ext>
              </a:extLst>
            </p:cNvPr>
            <p:cNvSpPr/>
            <p:nvPr/>
          </p:nvSpPr>
          <p:spPr>
            <a:xfrm>
              <a:off x="1598245" y="1334961"/>
              <a:ext cx="66176" cy="120772"/>
            </a:xfrm>
            <a:custGeom>
              <a:avLst/>
              <a:gdLst/>
              <a:ahLst/>
              <a:cxnLst/>
              <a:rect l="l" t="t" r="r" b="b"/>
              <a:pathLst>
                <a:path w="2103" h="3838" extrusionOk="0">
                  <a:moveTo>
                    <a:pt x="792" y="1"/>
                  </a:moveTo>
                  <a:cubicBezTo>
                    <a:pt x="587" y="1"/>
                    <a:pt x="384" y="96"/>
                    <a:pt x="268" y="299"/>
                  </a:cubicBezTo>
                  <a:cubicBezTo>
                    <a:pt x="134" y="633"/>
                    <a:pt x="34" y="966"/>
                    <a:pt x="34" y="1300"/>
                  </a:cubicBezTo>
                  <a:cubicBezTo>
                    <a:pt x="1" y="1600"/>
                    <a:pt x="34" y="1900"/>
                    <a:pt x="101" y="2200"/>
                  </a:cubicBezTo>
                  <a:cubicBezTo>
                    <a:pt x="268" y="2834"/>
                    <a:pt x="635" y="3368"/>
                    <a:pt x="1168" y="3768"/>
                  </a:cubicBezTo>
                  <a:cubicBezTo>
                    <a:pt x="1251" y="3809"/>
                    <a:pt x="1359" y="3838"/>
                    <a:pt x="1461" y="3838"/>
                  </a:cubicBezTo>
                  <a:cubicBezTo>
                    <a:pt x="1524" y="3838"/>
                    <a:pt x="1584" y="3827"/>
                    <a:pt x="1635" y="3802"/>
                  </a:cubicBezTo>
                  <a:cubicBezTo>
                    <a:pt x="1802" y="3768"/>
                    <a:pt x="1936" y="3668"/>
                    <a:pt x="2036" y="3535"/>
                  </a:cubicBezTo>
                  <a:cubicBezTo>
                    <a:pt x="2102" y="3401"/>
                    <a:pt x="2102" y="3235"/>
                    <a:pt x="2069" y="3068"/>
                  </a:cubicBezTo>
                  <a:cubicBezTo>
                    <a:pt x="2002" y="2901"/>
                    <a:pt x="1902" y="2768"/>
                    <a:pt x="1769" y="2701"/>
                  </a:cubicBezTo>
                  <a:lnTo>
                    <a:pt x="1769" y="2701"/>
                  </a:lnTo>
                  <a:cubicBezTo>
                    <a:pt x="1807" y="2720"/>
                    <a:pt x="1846" y="2739"/>
                    <a:pt x="1852" y="2739"/>
                  </a:cubicBezTo>
                  <a:cubicBezTo>
                    <a:pt x="1857" y="2739"/>
                    <a:pt x="1844" y="2729"/>
                    <a:pt x="1802" y="2701"/>
                  </a:cubicBezTo>
                  <a:lnTo>
                    <a:pt x="1769" y="2634"/>
                  </a:lnTo>
                  <a:lnTo>
                    <a:pt x="1635" y="2534"/>
                  </a:lnTo>
                  <a:cubicBezTo>
                    <a:pt x="1613" y="2511"/>
                    <a:pt x="1560" y="2428"/>
                    <a:pt x="1559" y="2428"/>
                  </a:cubicBezTo>
                  <a:lnTo>
                    <a:pt x="1559" y="2428"/>
                  </a:lnTo>
                  <a:cubicBezTo>
                    <a:pt x="1558" y="2428"/>
                    <a:pt x="1570" y="2447"/>
                    <a:pt x="1602" y="2501"/>
                  </a:cubicBezTo>
                  <a:lnTo>
                    <a:pt x="1502" y="2367"/>
                  </a:lnTo>
                  <a:cubicBezTo>
                    <a:pt x="1469" y="2267"/>
                    <a:pt x="1402" y="2200"/>
                    <a:pt x="1369" y="2100"/>
                  </a:cubicBezTo>
                  <a:lnTo>
                    <a:pt x="1369" y="2034"/>
                  </a:lnTo>
                  <a:cubicBezTo>
                    <a:pt x="1335" y="2000"/>
                    <a:pt x="1335" y="1934"/>
                    <a:pt x="1302" y="1867"/>
                  </a:cubicBezTo>
                  <a:cubicBezTo>
                    <a:pt x="1302" y="1800"/>
                    <a:pt x="1302" y="1767"/>
                    <a:pt x="1268" y="1700"/>
                  </a:cubicBezTo>
                  <a:lnTo>
                    <a:pt x="1268" y="1667"/>
                  </a:lnTo>
                  <a:cubicBezTo>
                    <a:pt x="1268" y="1567"/>
                    <a:pt x="1268" y="1467"/>
                    <a:pt x="1268" y="1366"/>
                  </a:cubicBezTo>
                  <a:cubicBezTo>
                    <a:pt x="1268" y="1321"/>
                    <a:pt x="1284" y="1213"/>
                    <a:pt x="1283" y="1213"/>
                  </a:cubicBezTo>
                  <a:lnTo>
                    <a:pt x="1283" y="1213"/>
                  </a:lnTo>
                  <a:cubicBezTo>
                    <a:pt x="1283" y="1213"/>
                    <a:pt x="1279" y="1236"/>
                    <a:pt x="1268" y="1300"/>
                  </a:cubicBezTo>
                  <a:cubicBezTo>
                    <a:pt x="1268" y="1266"/>
                    <a:pt x="1268" y="1200"/>
                    <a:pt x="1302" y="1166"/>
                  </a:cubicBezTo>
                  <a:cubicBezTo>
                    <a:pt x="1335" y="1100"/>
                    <a:pt x="1335" y="1066"/>
                    <a:pt x="1335" y="1000"/>
                  </a:cubicBezTo>
                  <a:cubicBezTo>
                    <a:pt x="1359" y="976"/>
                    <a:pt x="1400" y="867"/>
                    <a:pt x="1385" y="867"/>
                  </a:cubicBezTo>
                  <a:cubicBezTo>
                    <a:pt x="1382" y="867"/>
                    <a:pt x="1375" y="873"/>
                    <a:pt x="1365" y="886"/>
                  </a:cubicBezTo>
                  <a:lnTo>
                    <a:pt x="1365" y="886"/>
                  </a:lnTo>
                  <a:cubicBezTo>
                    <a:pt x="1435" y="762"/>
                    <a:pt x="1431" y="614"/>
                    <a:pt x="1402" y="466"/>
                  </a:cubicBezTo>
                  <a:cubicBezTo>
                    <a:pt x="1326" y="164"/>
                    <a:pt x="1058" y="1"/>
                    <a:pt x="792"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2433;p83">
            <a:extLst>
              <a:ext uri="{FF2B5EF4-FFF2-40B4-BE49-F238E27FC236}">
                <a16:creationId xmlns:a16="http://schemas.microsoft.com/office/drawing/2014/main" id="{2253CBD8-890F-21C3-8E91-F1A2BE1B6C1F}"/>
              </a:ext>
            </a:extLst>
          </p:cNvPr>
          <p:cNvSpPr txBox="1">
            <a:spLocks/>
          </p:cNvSpPr>
          <p:nvPr/>
        </p:nvSpPr>
        <p:spPr>
          <a:xfrm>
            <a:off x="4787946" y="2572615"/>
            <a:ext cx="4073490" cy="189327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4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400"/>
              <a:buFont typeface="Cairo"/>
              <a:buNone/>
              <a:defRPr sz="1400" b="0" i="0" u="none" strike="noStrike" cap="none">
                <a:solidFill>
                  <a:schemeClr val="dk1"/>
                </a:solidFill>
                <a:latin typeface="Cairo"/>
                <a:ea typeface="Cairo"/>
                <a:cs typeface="Cairo"/>
                <a:sym typeface="Cairo"/>
              </a:defRPr>
            </a:lvl9pPr>
          </a:lstStyle>
          <a:p>
            <a:pPr algn="ctr"/>
            <a:r>
              <a:rPr lang="en-CA" b="1" dirty="0">
                <a:solidFill>
                  <a:srgbClr val="FE5145"/>
                </a:solidFill>
              </a:rPr>
              <a:t>Challenge: </a:t>
            </a:r>
            <a:r>
              <a:rPr lang="en-CA" dirty="0"/>
              <a:t>Some variables can be both causes AND consequences of diabetes.</a:t>
            </a:r>
            <a:endParaRPr lang="en-US" dirty="0"/>
          </a:p>
          <a:p>
            <a:pPr algn="ctr"/>
            <a:endParaRPr lang="en-CA" b="1">
              <a:solidFill>
                <a:srgbClr val="F6BC9B"/>
              </a:solidFill>
            </a:endParaRPr>
          </a:p>
          <a:p>
            <a:pPr algn="ctr"/>
            <a:r>
              <a:rPr lang="en-CA" b="1" dirty="0">
                <a:solidFill>
                  <a:srgbClr val="F6BC9B"/>
                </a:solidFill>
              </a:rPr>
              <a:t>Example: Alcohol Consumption </a:t>
            </a:r>
            <a:endParaRPr lang="en-CA" dirty="0"/>
          </a:p>
          <a:p>
            <a:pPr>
              <a:buFont typeface="Arial"/>
              <a:buChar char="•"/>
            </a:pPr>
            <a:r>
              <a:rPr lang="en-CA" b="1" dirty="0"/>
              <a:t>Causality: </a:t>
            </a:r>
            <a:r>
              <a:rPr lang="en-CA" dirty="0"/>
              <a:t>Low drinking protects against diabetes </a:t>
            </a:r>
          </a:p>
          <a:p>
            <a:pPr>
              <a:buFont typeface="Arial"/>
              <a:buChar char="•"/>
            </a:pPr>
            <a:r>
              <a:rPr lang="en-CA" b="1" dirty="0"/>
              <a:t>Consequence: </a:t>
            </a:r>
            <a:r>
              <a:rPr lang="en-CA" dirty="0"/>
              <a:t>Diagnosed patients reduce drinking based on doctor’s recommendation</a:t>
            </a:r>
          </a:p>
          <a:p>
            <a:pPr marL="0" indent="0" algn="ctr"/>
            <a:endParaRPr lang="en-CA"/>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5"/>
        <p:cNvGrpSpPr/>
        <p:nvPr/>
      </p:nvGrpSpPr>
      <p:grpSpPr>
        <a:xfrm>
          <a:off x="0" y="0"/>
          <a:ext cx="0" cy="0"/>
          <a:chOff x="0" y="0"/>
          <a:chExt cx="0" cy="0"/>
        </a:xfrm>
      </p:grpSpPr>
      <p:sp>
        <p:nvSpPr>
          <p:cNvPr id="2906" name="Google Shape;2906;p89"/>
          <p:cNvSpPr txBox="1">
            <a:spLocks noGrp="1"/>
          </p:cNvSpPr>
          <p:nvPr>
            <p:ph type="title"/>
          </p:nvPr>
        </p:nvSpPr>
        <p:spPr>
          <a:xfrm>
            <a:off x="402508" y="2026788"/>
            <a:ext cx="4071600" cy="73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NEW ANALYSES</a:t>
            </a:r>
            <a:endParaRPr/>
          </a:p>
        </p:txBody>
      </p:sp>
      <p:sp>
        <p:nvSpPr>
          <p:cNvPr id="2907" name="Google Shape;2907;p89"/>
          <p:cNvSpPr txBox="1">
            <a:spLocks noGrp="1"/>
          </p:cNvSpPr>
          <p:nvPr>
            <p:ph type="title" idx="2"/>
          </p:nvPr>
        </p:nvSpPr>
        <p:spPr>
          <a:xfrm>
            <a:off x="647450" y="643662"/>
            <a:ext cx="1575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908" name="Google Shape;2908;p89"/>
          <p:cNvSpPr txBox="1">
            <a:spLocks noGrp="1"/>
          </p:cNvSpPr>
          <p:nvPr>
            <p:ph type="subTitle" idx="1"/>
          </p:nvPr>
        </p:nvSpPr>
        <p:spPr>
          <a:xfrm>
            <a:off x="647164" y="3238787"/>
            <a:ext cx="2792408" cy="56300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a:t>What</a:t>
            </a:r>
            <a:r>
              <a:rPr lang="en"/>
              <a:t> changed?</a:t>
            </a:r>
            <a:endParaRPr lang="en-US"/>
          </a:p>
        </p:txBody>
      </p:sp>
      <p:sp>
        <p:nvSpPr>
          <p:cNvPr id="2913" name="Google Shape;2913;p89"/>
          <p:cNvSpPr/>
          <p:nvPr/>
        </p:nvSpPr>
        <p:spPr>
          <a:xfrm>
            <a:off x="5354974" y="709178"/>
            <a:ext cx="231227" cy="230146"/>
          </a:xfrm>
          <a:custGeom>
            <a:avLst/>
            <a:gdLst/>
            <a:ahLst/>
            <a:cxnLst/>
            <a:rect l="l" t="t" r="r" b="b"/>
            <a:pathLst>
              <a:path w="7273" h="7239" extrusionOk="0">
                <a:moveTo>
                  <a:pt x="2902" y="0"/>
                </a:moveTo>
                <a:cubicBezTo>
                  <a:pt x="2569" y="0"/>
                  <a:pt x="2469" y="134"/>
                  <a:pt x="2469" y="434"/>
                </a:cubicBezTo>
                <a:lnTo>
                  <a:pt x="2469" y="2502"/>
                </a:lnTo>
                <a:lnTo>
                  <a:pt x="434" y="2502"/>
                </a:lnTo>
                <a:cubicBezTo>
                  <a:pt x="134" y="2502"/>
                  <a:pt x="0" y="2636"/>
                  <a:pt x="0" y="2936"/>
                </a:cubicBezTo>
                <a:lnTo>
                  <a:pt x="0" y="4303"/>
                </a:lnTo>
                <a:cubicBezTo>
                  <a:pt x="0" y="4637"/>
                  <a:pt x="134" y="4770"/>
                  <a:pt x="434" y="4770"/>
                </a:cubicBezTo>
                <a:lnTo>
                  <a:pt x="2435" y="4770"/>
                </a:lnTo>
                <a:lnTo>
                  <a:pt x="2435" y="6805"/>
                </a:lnTo>
                <a:cubicBezTo>
                  <a:pt x="2435" y="7106"/>
                  <a:pt x="2569" y="7239"/>
                  <a:pt x="2869" y="7239"/>
                </a:cubicBezTo>
                <a:lnTo>
                  <a:pt x="4404" y="7239"/>
                </a:lnTo>
                <a:cubicBezTo>
                  <a:pt x="4704" y="7239"/>
                  <a:pt x="4837" y="7106"/>
                  <a:pt x="4837" y="6805"/>
                </a:cubicBezTo>
                <a:lnTo>
                  <a:pt x="4837" y="4770"/>
                </a:lnTo>
                <a:lnTo>
                  <a:pt x="6839" y="4770"/>
                </a:lnTo>
                <a:cubicBezTo>
                  <a:pt x="7139" y="4770"/>
                  <a:pt x="7272" y="4637"/>
                  <a:pt x="7272" y="4303"/>
                </a:cubicBezTo>
                <a:lnTo>
                  <a:pt x="7272" y="2936"/>
                </a:lnTo>
                <a:cubicBezTo>
                  <a:pt x="7272" y="2602"/>
                  <a:pt x="7139" y="2502"/>
                  <a:pt x="6839" y="2502"/>
                </a:cubicBezTo>
                <a:lnTo>
                  <a:pt x="4837" y="2502"/>
                </a:lnTo>
                <a:lnTo>
                  <a:pt x="4837" y="434"/>
                </a:lnTo>
                <a:cubicBezTo>
                  <a:pt x="4837" y="134"/>
                  <a:pt x="4704" y="0"/>
                  <a:pt x="44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4" name="Google Shape;2914;p89"/>
          <p:cNvGrpSpPr/>
          <p:nvPr/>
        </p:nvGrpSpPr>
        <p:grpSpPr>
          <a:xfrm>
            <a:off x="4987097" y="1341479"/>
            <a:ext cx="3447529" cy="2916572"/>
            <a:chOff x="4987097" y="1341479"/>
            <a:chExt cx="3447529" cy="2916572"/>
          </a:xfrm>
        </p:grpSpPr>
        <p:sp>
          <p:nvSpPr>
            <p:cNvPr id="2915" name="Google Shape;2915;p89"/>
            <p:cNvSpPr/>
            <p:nvPr/>
          </p:nvSpPr>
          <p:spPr>
            <a:xfrm>
              <a:off x="5354984" y="4188419"/>
              <a:ext cx="2921488" cy="69632"/>
            </a:xfrm>
            <a:custGeom>
              <a:avLst/>
              <a:gdLst/>
              <a:ahLst/>
              <a:cxnLst/>
              <a:rect l="l" t="t" r="r" b="b"/>
              <a:pathLst>
                <a:path w="97003" h="2312" extrusionOk="0">
                  <a:moveTo>
                    <a:pt x="48502" y="0"/>
                  </a:moveTo>
                  <a:cubicBezTo>
                    <a:pt x="21698" y="0"/>
                    <a:pt x="1" y="522"/>
                    <a:pt x="1" y="1156"/>
                  </a:cubicBezTo>
                  <a:cubicBezTo>
                    <a:pt x="1" y="1790"/>
                    <a:pt x="21698" y="2312"/>
                    <a:pt x="48502" y="2312"/>
                  </a:cubicBezTo>
                  <a:cubicBezTo>
                    <a:pt x="75269" y="2312"/>
                    <a:pt x="97003" y="1790"/>
                    <a:pt x="97003" y="1156"/>
                  </a:cubicBezTo>
                  <a:cubicBezTo>
                    <a:pt x="97003" y="522"/>
                    <a:pt x="75269" y="0"/>
                    <a:pt x="485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6" name="Google Shape;2916;p89"/>
            <p:cNvGrpSpPr/>
            <p:nvPr/>
          </p:nvGrpSpPr>
          <p:grpSpPr>
            <a:xfrm>
              <a:off x="4987097" y="1341479"/>
              <a:ext cx="3447529" cy="2858785"/>
              <a:chOff x="1609650" y="1530975"/>
              <a:chExt cx="4154650" cy="3445150"/>
            </a:xfrm>
          </p:grpSpPr>
          <p:sp>
            <p:nvSpPr>
              <p:cNvPr id="2917" name="Google Shape;2917;p89"/>
              <p:cNvSpPr/>
              <p:nvPr/>
            </p:nvSpPr>
            <p:spPr>
              <a:xfrm>
                <a:off x="2051625" y="1533400"/>
                <a:ext cx="3457500" cy="3442725"/>
              </a:xfrm>
              <a:custGeom>
                <a:avLst/>
                <a:gdLst/>
                <a:ahLst/>
                <a:cxnLst/>
                <a:rect l="l" t="t" r="r" b="b"/>
                <a:pathLst>
                  <a:path w="138300" h="137709" extrusionOk="0">
                    <a:moveTo>
                      <a:pt x="69050" y="0"/>
                    </a:moveTo>
                    <a:cubicBezTo>
                      <a:pt x="61545" y="0"/>
                      <a:pt x="54134" y="1231"/>
                      <a:pt x="47101" y="3595"/>
                    </a:cubicBezTo>
                    <a:cubicBezTo>
                      <a:pt x="44866" y="4363"/>
                      <a:pt x="42598" y="5230"/>
                      <a:pt x="40430" y="6231"/>
                    </a:cubicBezTo>
                    <a:cubicBezTo>
                      <a:pt x="39963" y="6431"/>
                      <a:pt x="39529" y="6698"/>
                      <a:pt x="39062" y="6898"/>
                    </a:cubicBezTo>
                    <a:cubicBezTo>
                      <a:pt x="26120" y="13102"/>
                      <a:pt x="15112" y="23410"/>
                      <a:pt x="8040" y="36886"/>
                    </a:cubicBezTo>
                    <a:cubicBezTo>
                      <a:pt x="7306" y="38220"/>
                      <a:pt x="6672" y="39621"/>
                      <a:pt x="6039" y="41055"/>
                    </a:cubicBezTo>
                    <a:cubicBezTo>
                      <a:pt x="3237" y="47393"/>
                      <a:pt x="1469" y="53898"/>
                      <a:pt x="635" y="60436"/>
                    </a:cubicBezTo>
                    <a:cubicBezTo>
                      <a:pt x="34" y="65440"/>
                      <a:pt x="1" y="70443"/>
                      <a:pt x="435" y="75347"/>
                    </a:cubicBezTo>
                    <a:cubicBezTo>
                      <a:pt x="701" y="77915"/>
                      <a:pt x="1068" y="80417"/>
                      <a:pt x="1569" y="82852"/>
                    </a:cubicBezTo>
                    <a:cubicBezTo>
                      <a:pt x="2069" y="85321"/>
                      <a:pt x="2703" y="87756"/>
                      <a:pt x="3470" y="90157"/>
                    </a:cubicBezTo>
                    <a:cubicBezTo>
                      <a:pt x="3737" y="90958"/>
                      <a:pt x="3970" y="91758"/>
                      <a:pt x="4271" y="92492"/>
                    </a:cubicBezTo>
                    <a:cubicBezTo>
                      <a:pt x="6239" y="97863"/>
                      <a:pt x="8874" y="103000"/>
                      <a:pt x="12076" y="107770"/>
                    </a:cubicBezTo>
                    <a:cubicBezTo>
                      <a:pt x="17880" y="116276"/>
                      <a:pt x="25586" y="123548"/>
                      <a:pt x="34959" y="128885"/>
                    </a:cubicBezTo>
                    <a:cubicBezTo>
                      <a:pt x="35059" y="128952"/>
                      <a:pt x="35093" y="128985"/>
                      <a:pt x="35193" y="129018"/>
                    </a:cubicBezTo>
                    <a:cubicBezTo>
                      <a:pt x="35293" y="129119"/>
                      <a:pt x="35426" y="129152"/>
                      <a:pt x="35560" y="129219"/>
                    </a:cubicBezTo>
                    <a:cubicBezTo>
                      <a:pt x="35760" y="129319"/>
                      <a:pt x="35927" y="129452"/>
                      <a:pt x="36127" y="129519"/>
                    </a:cubicBezTo>
                    <a:cubicBezTo>
                      <a:pt x="36360" y="129619"/>
                      <a:pt x="36560" y="129719"/>
                      <a:pt x="36761" y="129819"/>
                    </a:cubicBezTo>
                    <a:cubicBezTo>
                      <a:pt x="37127" y="130019"/>
                      <a:pt x="37528" y="130186"/>
                      <a:pt x="37895" y="130353"/>
                    </a:cubicBezTo>
                    <a:cubicBezTo>
                      <a:pt x="37928" y="130353"/>
                      <a:pt x="37961" y="130386"/>
                      <a:pt x="38028" y="130386"/>
                    </a:cubicBezTo>
                    <a:cubicBezTo>
                      <a:pt x="38228" y="130486"/>
                      <a:pt x="38395" y="130553"/>
                      <a:pt x="38595" y="130653"/>
                    </a:cubicBezTo>
                    <a:cubicBezTo>
                      <a:pt x="38795" y="130786"/>
                      <a:pt x="39029" y="130853"/>
                      <a:pt x="39229" y="130953"/>
                    </a:cubicBezTo>
                    <a:cubicBezTo>
                      <a:pt x="39696" y="131153"/>
                      <a:pt x="40096" y="131353"/>
                      <a:pt x="40563" y="131520"/>
                    </a:cubicBezTo>
                    <a:cubicBezTo>
                      <a:pt x="40763" y="131620"/>
                      <a:pt x="40930" y="131687"/>
                      <a:pt x="41130" y="131787"/>
                    </a:cubicBezTo>
                    <a:cubicBezTo>
                      <a:pt x="41564" y="131954"/>
                      <a:pt x="42031" y="132121"/>
                      <a:pt x="42431" y="132287"/>
                    </a:cubicBezTo>
                    <a:cubicBezTo>
                      <a:pt x="42598" y="132354"/>
                      <a:pt x="42798" y="132454"/>
                      <a:pt x="43032" y="132521"/>
                    </a:cubicBezTo>
                    <a:cubicBezTo>
                      <a:pt x="43065" y="132554"/>
                      <a:pt x="43098" y="132554"/>
                      <a:pt x="43098" y="132554"/>
                    </a:cubicBezTo>
                    <a:cubicBezTo>
                      <a:pt x="43732" y="132821"/>
                      <a:pt x="44366" y="133021"/>
                      <a:pt x="45033" y="133288"/>
                    </a:cubicBezTo>
                    <a:cubicBezTo>
                      <a:pt x="45900" y="133622"/>
                      <a:pt x="46768" y="133889"/>
                      <a:pt x="47702" y="134189"/>
                    </a:cubicBezTo>
                    <a:cubicBezTo>
                      <a:pt x="47935" y="134222"/>
                      <a:pt x="48135" y="134322"/>
                      <a:pt x="48402" y="134389"/>
                    </a:cubicBezTo>
                    <a:cubicBezTo>
                      <a:pt x="48602" y="134489"/>
                      <a:pt x="48802" y="134556"/>
                      <a:pt x="49069" y="134622"/>
                    </a:cubicBezTo>
                    <a:cubicBezTo>
                      <a:pt x="49303" y="134689"/>
                      <a:pt x="49503" y="134723"/>
                      <a:pt x="49770" y="134823"/>
                    </a:cubicBezTo>
                    <a:cubicBezTo>
                      <a:pt x="50637" y="135123"/>
                      <a:pt x="51538" y="135323"/>
                      <a:pt x="52405" y="135556"/>
                    </a:cubicBezTo>
                    <a:cubicBezTo>
                      <a:pt x="52405" y="135556"/>
                      <a:pt x="53773" y="135990"/>
                      <a:pt x="56174" y="136457"/>
                    </a:cubicBezTo>
                    <a:cubicBezTo>
                      <a:pt x="56375" y="136490"/>
                      <a:pt x="56608" y="136524"/>
                      <a:pt x="56808" y="136557"/>
                    </a:cubicBezTo>
                    <a:cubicBezTo>
                      <a:pt x="57142" y="136624"/>
                      <a:pt x="57475" y="136691"/>
                      <a:pt x="57842" y="136724"/>
                    </a:cubicBezTo>
                    <a:cubicBezTo>
                      <a:pt x="57976" y="136791"/>
                      <a:pt x="58109" y="136824"/>
                      <a:pt x="58243" y="136824"/>
                    </a:cubicBezTo>
                    <a:lnTo>
                      <a:pt x="58976" y="136957"/>
                    </a:lnTo>
                    <a:cubicBezTo>
                      <a:pt x="59243" y="136991"/>
                      <a:pt x="59477" y="137024"/>
                      <a:pt x="59777" y="137058"/>
                    </a:cubicBezTo>
                    <a:cubicBezTo>
                      <a:pt x="59944" y="137058"/>
                      <a:pt x="60077" y="137058"/>
                      <a:pt x="60211" y="137124"/>
                    </a:cubicBezTo>
                    <a:cubicBezTo>
                      <a:pt x="60311" y="137124"/>
                      <a:pt x="60444" y="137158"/>
                      <a:pt x="60578" y="137158"/>
                    </a:cubicBezTo>
                    <a:cubicBezTo>
                      <a:pt x="60811" y="137191"/>
                      <a:pt x="61078" y="137191"/>
                      <a:pt x="61311" y="137224"/>
                    </a:cubicBezTo>
                    <a:cubicBezTo>
                      <a:pt x="61445" y="137224"/>
                      <a:pt x="61612" y="137291"/>
                      <a:pt x="61745" y="137291"/>
                    </a:cubicBezTo>
                    <a:cubicBezTo>
                      <a:pt x="62412" y="137358"/>
                      <a:pt x="63146" y="137391"/>
                      <a:pt x="63913" y="137491"/>
                    </a:cubicBezTo>
                    <a:cubicBezTo>
                      <a:pt x="64147" y="137491"/>
                      <a:pt x="64414" y="137525"/>
                      <a:pt x="64647" y="137525"/>
                    </a:cubicBezTo>
                    <a:cubicBezTo>
                      <a:pt x="64947" y="137525"/>
                      <a:pt x="65281" y="137591"/>
                      <a:pt x="65581" y="137591"/>
                    </a:cubicBezTo>
                    <a:cubicBezTo>
                      <a:pt x="66215" y="137625"/>
                      <a:pt x="66815" y="137625"/>
                      <a:pt x="67449" y="137658"/>
                    </a:cubicBezTo>
                    <a:lnTo>
                      <a:pt x="67949" y="137658"/>
                    </a:lnTo>
                    <a:cubicBezTo>
                      <a:pt x="68416" y="137658"/>
                      <a:pt x="68917" y="137691"/>
                      <a:pt x="69417" y="137691"/>
                    </a:cubicBezTo>
                    <a:cubicBezTo>
                      <a:pt x="69874" y="137703"/>
                      <a:pt x="70337" y="137708"/>
                      <a:pt x="70807" y="137708"/>
                    </a:cubicBezTo>
                    <a:cubicBezTo>
                      <a:pt x="73115" y="137708"/>
                      <a:pt x="75573" y="137574"/>
                      <a:pt x="78123" y="137324"/>
                    </a:cubicBezTo>
                    <a:cubicBezTo>
                      <a:pt x="86930" y="136157"/>
                      <a:pt x="95469" y="133288"/>
                      <a:pt x="103175" y="128918"/>
                    </a:cubicBezTo>
                    <a:lnTo>
                      <a:pt x="103241" y="128918"/>
                    </a:lnTo>
                    <a:cubicBezTo>
                      <a:pt x="108178" y="126083"/>
                      <a:pt x="112815" y="122647"/>
                      <a:pt x="116984" y="118611"/>
                    </a:cubicBezTo>
                    <a:cubicBezTo>
                      <a:pt x="123256" y="112607"/>
                      <a:pt x="128459" y="105301"/>
                      <a:pt x="132162" y="96895"/>
                    </a:cubicBezTo>
                    <a:cubicBezTo>
                      <a:pt x="133129" y="94661"/>
                      <a:pt x="133963" y="92459"/>
                      <a:pt x="134697" y="90224"/>
                    </a:cubicBezTo>
                    <a:cubicBezTo>
                      <a:pt x="135498" y="87789"/>
                      <a:pt x="136165" y="85321"/>
                      <a:pt x="136665" y="82885"/>
                    </a:cubicBezTo>
                    <a:cubicBezTo>
                      <a:pt x="137199" y="80384"/>
                      <a:pt x="137532" y="77882"/>
                      <a:pt x="137799" y="75380"/>
                    </a:cubicBezTo>
                    <a:cubicBezTo>
                      <a:pt x="138300" y="69743"/>
                      <a:pt x="138133" y="64139"/>
                      <a:pt x="137199" y="58635"/>
                    </a:cubicBezTo>
                    <a:cubicBezTo>
                      <a:pt x="136865" y="56433"/>
                      <a:pt x="136432" y="54265"/>
                      <a:pt x="135865" y="52097"/>
                    </a:cubicBezTo>
                    <a:cubicBezTo>
                      <a:pt x="135498" y="50662"/>
                      <a:pt x="135097" y="49228"/>
                      <a:pt x="134630" y="47794"/>
                    </a:cubicBezTo>
                    <a:cubicBezTo>
                      <a:pt x="134497" y="47393"/>
                      <a:pt x="134364" y="46960"/>
                      <a:pt x="134197" y="46559"/>
                    </a:cubicBezTo>
                    <a:cubicBezTo>
                      <a:pt x="132496" y="41623"/>
                      <a:pt x="130261" y="36886"/>
                      <a:pt x="127492" y="32449"/>
                    </a:cubicBezTo>
                    <a:cubicBezTo>
                      <a:pt x="125757" y="29647"/>
                      <a:pt x="123823" y="26945"/>
                      <a:pt x="121654" y="24410"/>
                    </a:cubicBezTo>
                    <a:cubicBezTo>
                      <a:pt x="116484" y="18273"/>
                      <a:pt x="110180" y="12969"/>
                      <a:pt x="102841" y="8866"/>
                    </a:cubicBezTo>
                    <a:cubicBezTo>
                      <a:pt x="100973" y="7765"/>
                      <a:pt x="98972" y="6798"/>
                      <a:pt x="96937" y="5897"/>
                    </a:cubicBezTo>
                    <a:cubicBezTo>
                      <a:pt x="87859" y="1903"/>
                      <a:pt x="78381" y="0"/>
                      <a:pt x="690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89"/>
              <p:cNvSpPr/>
              <p:nvPr/>
            </p:nvSpPr>
            <p:spPr>
              <a:xfrm>
                <a:off x="4646000" y="2273700"/>
                <a:ext cx="139275" cy="100025"/>
              </a:xfrm>
              <a:custGeom>
                <a:avLst/>
                <a:gdLst/>
                <a:ahLst/>
                <a:cxnLst/>
                <a:rect l="l" t="t" r="r" b="b"/>
                <a:pathLst>
                  <a:path w="5571" h="4001" extrusionOk="0">
                    <a:moveTo>
                      <a:pt x="3511" y="1"/>
                    </a:moveTo>
                    <a:cubicBezTo>
                      <a:pt x="3026" y="1"/>
                      <a:pt x="2475" y="82"/>
                      <a:pt x="2168" y="235"/>
                    </a:cubicBezTo>
                    <a:cubicBezTo>
                      <a:pt x="1568" y="502"/>
                      <a:pt x="701" y="1636"/>
                      <a:pt x="400" y="2270"/>
                    </a:cubicBezTo>
                    <a:cubicBezTo>
                      <a:pt x="234" y="2604"/>
                      <a:pt x="0" y="3438"/>
                      <a:pt x="200" y="3738"/>
                    </a:cubicBezTo>
                    <a:cubicBezTo>
                      <a:pt x="370" y="3950"/>
                      <a:pt x="835" y="4000"/>
                      <a:pt x="1255" y="4000"/>
                    </a:cubicBezTo>
                    <a:cubicBezTo>
                      <a:pt x="1496" y="4000"/>
                      <a:pt x="1722" y="3984"/>
                      <a:pt x="1868" y="3971"/>
                    </a:cubicBezTo>
                    <a:cubicBezTo>
                      <a:pt x="2802" y="3838"/>
                      <a:pt x="4537" y="3071"/>
                      <a:pt x="5070" y="2337"/>
                    </a:cubicBezTo>
                    <a:cubicBezTo>
                      <a:pt x="5371" y="2003"/>
                      <a:pt x="5571" y="1169"/>
                      <a:pt x="5471" y="836"/>
                    </a:cubicBezTo>
                    <a:cubicBezTo>
                      <a:pt x="5304" y="502"/>
                      <a:pt x="4537" y="135"/>
                      <a:pt x="4170" y="69"/>
                    </a:cubicBezTo>
                    <a:cubicBezTo>
                      <a:pt x="3998" y="23"/>
                      <a:pt x="3763" y="1"/>
                      <a:pt x="35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89"/>
              <p:cNvSpPr/>
              <p:nvPr/>
            </p:nvSpPr>
            <p:spPr>
              <a:xfrm>
                <a:off x="4600950" y="2144475"/>
                <a:ext cx="808950" cy="669800"/>
              </a:xfrm>
              <a:custGeom>
                <a:avLst/>
                <a:gdLst/>
                <a:ahLst/>
                <a:cxnLst/>
                <a:rect l="l" t="t" r="r" b="b"/>
                <a:pathLst>
                  <a:path w="32358" h="26792" extrusionOk="0">
                    <a:moveTo>
                      <a:pt x="19815" y="1"/>
                    </a:moveTo>
                    <a:cubicBezTo>
                      <a:pt x="18981" y="134"/>
                      <a:pt x="17980" y="201"/>
                      <a:pt x="17480" y="468"/>
                    </a:cubicBezTo>
                    <a:cubicBezTo>
                      <a:pt x="16980" y="668"/>
                      <a:pt x="16046" y="1302"/>
                      <a:pt x="15845" y="1769"/>
                    </a:cubicBezTo>
                    <a:cubicBezTo>
                      <a:pt x="15679" y="2135"/>
                      <a:pt x="15645" y="3170"/>
                      <a:pt x="15945" y="3503"/>
                    </a:cubicBezTo>
                    <a:cubicBezTo>
                      <a:pt x="16179" y="3837"/>
                      <a:pt x="17313" y="3670"/>
                      <a:pt x="17613" y="3970"/>
                    </a:cubicBezTo>
                    <a:cubicBezTo>
                      <a:pt x="18114" y="4470"/>
                      <a:pt x="17680" y="6272"/>
                      <a:pt x="18314" y="6639"/>
                    </a:cubicBezTo>
                    <a:cubicBezTo>
                      <a:pt x="18392" y="6689"/>
                      <a:pt x="18485" y="6711"/>
                      <a:pt x="18590" y="6711"/>
                    </a:cubicBezTo>
                    <a:cubicBezTo>
                      <a:pt x="19267" y="6711"/>
                      <a:pt x="20428" y="5788"/>
                      <a:pt x="21097" y="5788"/>
                    </a:cubicBezTo>
                    <a:cubicBezTo>
                      <a:pt x="21207" y="5788"/>
                      <a:pt x="21304" y="5813"/>
                      <a:pt x="21383" y="5871"/>
                    </a:cubicBezTo>
                    <a:cubicBezTo>
                      <a:pt x="22083" y="6439"/>
                      <a:pt x="22083" y="8774"/>
                      <a:pt x="21449" y="9307"/>
                    </a:cubicBezTo>
                    <a:cubicBezTo>
                      <a:pt x="21413" y="9336"/>
                      <a:pt x="21359" y="9348"/>
                      <a:pt x="21295" y="9348"/>
                    </a:cubicBezTo>
                    <a:cubicBezTo>
                      <a:pt x="21065" y="9348"/>
                      <a:pt x="20705" y="9200"/>
                      <a:pt x="20549" y="9174"/>
                    </a:cubicBezTo>
                    <a:cubicBezTo>
                      <a:pt x="19982" y="9040"/>
                      <a:pt x="18814" y="8540"/>
                      <a:pt x="18180" y="8507"/>
                    </a:cubicBezTo>
                    <a:cubicBezTo>
                      <a:pt x="17832" y="8472"/>
                      <a:pt x="17266" y="8419"/>
                      <a:pt x="16714" y="8419"/>
                    </a:cubicBezTo>
                    <a:cubicBezTo>
                      <a:pt x="16208" y="8419"/>
                      <a:pt x="15715" y="8463"/>
                      <a:pt x="15412" y="8607"/>
                    </a:cubicBezTo>
                    <a:cubicBezTo>
                      <a:pt x="14378" y="9040"/>
                      <a:pt x="13377" y="11342"/>
                      <a:pt x="12376" y="11809"/>
                    </a:cubicBezTo>
                    <a:cubicBezTo>
                      <a:pt x="12216" y="11877"/>
                      <a:pt x="12010" y="11903"/>
                      <a:pt x="11777" y="11903"/>
                    </a:cubicBezTo>
                    <a:cubicBezTo>
                      <a:pt x="11066" y="11903"/>
                      <a:pt x="10098" y="11664"/>
                      <a:pt x="9364" y="11664"/>
                    </a:cubicBezTo>
                    <a:cubicBezTo>
                      <a:pt x="9042" y="11664"/>
                      <a:pt x="8764" y="11710"/>
                      <a:pt x="8574" y="11842"/>
                    </a:cubicBezTo>
                    <a:cubicBezTo>
                      <a:pt x="7973" y="12309"/>
                      <a:pt x="7306" y="14144"/>
                      <a:pt x="7640" y="14845"/>
                    </a:cubicBezTo>
                    <a:cubicBezTo>
                      <a:pt x="7806" y="15211"/>
                      <a:pt x="8974" y="15045"/>
                      <a:pt x="9141" y="15445"/>
                    </a:cubicBezTo>
                    <a:cubicBezTo>
                      <a:pt x="9341" y="15879"/>
                      <a:pt x="8874" y="17146"/>
                      <a:pt x="8407" y="17346"/>
                    </a:cubicBezTo>
                    <a:cubicBezTo>
                      <a:pt x="8316" y="17386"/>
                      <a:pt x="8214" y="17404"/>
                      <a:pt x="8102" y="17404"/>
                    </a:cubicBezTo>
                    <a:cubicBezTo>
                      <a:pt x="7186" y="17404"/>
                      <a:pt x="5640" y="16201"/>
                      <a:pt x="4838" y="16112"/>
                    </a:cubicBezTo>
                    <a:cubicBezTo>
                      <a:pt x="4455" y="16053"/>
                      <a:pt x="3870" y="16001"/>
                      <a:pt x="3277" y="16001"/>
                    </a:cubicBezTo>
                    <a:cubicBezTo>
                      <a:pt x="2526" y="16001"/>
                      <a:pt x="1760" y="16085"/>
                      <a:pt x="1368" y="16346"/>
                    </a:cubicBezTo>
                    <a:cubicBezTo>
                      <a:pt x="968" y="16646"/>
                      <a:pt x="534" y="17613"/>
                      <a:pt x="401" y="18114"/>
                    </a:cubicBezTo>
                    <a:cubicBezTo>
                      <a:pt x="168" y="19048"/>
                      <a:pt x="1" y="21182"/>
                      <a:pt x="501" y="22016"/>
                    </a:cubicBezTo>
                    <a:cubicBezTo>
                      <a:pt x="801" y="22483"/>
                      <a:pt x="1835" y="23017"/>
                      <a:pt x="2369" y="23184"/>
                    </a:cubicBezTo>
                    <a:cubicBezTo>
                      <a:pt x="3170" y="23484"/>
                      <a:pt x="4871" y="23551"/>
                      <a:pt x="5705" y="23651"/>
                    </a:cubicBezTo>
                    <a:cubicBezTo>
                      <a:pt x="6102" y="23676"/>
                      <a:pt x="6887" y="23867"/>
                      <a:pt x="7469" y="23867"/>
                    </a:cubicBezTo>
                    <a:cubicBezTo>
                      <a:pt x="7669" y="23867"/>
                      <a:pt x="7845" y="23844"/>
                      <a:pt x="7973" y="23784"/>
                    </a:cubicBezTo>
                    <a:cubicBezTo>
                      <a:pt x="8373" y="23517"/>
                      <a:pt x="8574" y="22517"/>
                      <a:pt x="8874" y="22150"/>
                    </a:cubicBezTo>
                    <a:cubicBezTo>
                      <a:pt x="9741" y="21016"/>
                      <a:pt x="11542" y="18480"/>
                      <a:pt x="12977" y="18180"/>
                    </a:cubicBezTo>
                    <a:cubicBezTo>
                      <a:pt x="13012" y="18172"/>
                      <a:pt x="13050" y="18168"/>
                      <a:pt x="13089" y="18168"/>
                    </a:cubicBezTo>
                    <a:cubicBezTo>
                      <a:pt x="13659" y="18168"/>
                      <a:pt x="14612" y="18984"/>
                      <a:pt x="15155" y="18984"/>
                    </a:cubicBezTo>
                    <a:cubicBezTo>
                      <a:pt x="15174" y="18984"/>
                      <a:pt x="15193" y="18983"/>
                      <a:pt x="15212" y="18981"/>
                    </a:cubicBezTo>
                    <a:cubicBezTo>
                      <a:pt x="15923" y="18888"/>
                      <a:pt x="16892" y="17248"/>
                      <a:pt x="17588" y="17248"/>
                    </a:cubicBezTo>
                    <a:cubicBezTo>
                      <a:pt x="17643" y="17248"/>
                      <a:pt x="17696" y="17258"/>
                      <a:pt x="17747" y="17280"/>
                    </a:cubicBezTo>
                    <a:cubicBezTo>
                      <a:pt x="18147" y="17446"/>
                      <a:pt x="17813" y="18514"/>
                      <a:pt x="17980" y="18881"/>
                    </a:cubicBezTo>
                    <a:cubicBezTo>
                      <a:pt x="18747" y="20348"/>
                      <a:pt x="23017" y="21683"/>
                      <a:pt x="23051" y="23351"/>
                    </a:cubicBezTo>
                    <a:cubicBezTo>
                      <a:pt x="23051" y="23617"/>
                      <a:pt x="22517" y="24051"/>
                      <a:pt x="22250" y="24151"/>
                    </a:cubicBezTo>
                    <a:cubicBezTo>
                      <a:pt x="22208" y="24163"/>
                      <a:pt x="22162" y="24168"/>
                      <a:pt x="22112" y="24168"/>
                    </a:cubicBezTo>
                    <a:cubicBezTo>
                      <a:pt x="21577" y="24168"/>
                      <a:pt x="20617" y="23556"/>
                      <a:pt x="20067" y="23556"/>
                    </a:cubicBezTo>
                    <a:cubicBezTo>
                      <a:pt x="19932" y="23556"/>
                      <a:pt x="19822" y="23593"/>
                      <a:pt x="19748" y="23684"/>
                    </a:cubicBezTo>
                    <a:cubicBezTo>
                      <a:pt x="19515" y="24018"/>
                      <a:pt x="20215" y="24885"/>
                      <a:pt x="20549" y="25152"/>
                    </a:cubicBezTo>
                    <a:cubicBezTo>
                      <a:pt x="20849" y="25385"/>
                      <a:pt x="21683" y="25686"/>
                      <a:pt x="22050" y="25686"/>
                    </a:cubicBezTo>
                    <a:cubicBezTo>
                      <a:pt x="22092" y="25688"/>
                      <a:pt x="22137" y="25690"/>
                      <a:pt x="22187" y="25690"/>
                    </a:cubicBezTo>
                    <a:cubicBezTo>
                      <a:pt x="22728" y="25690"/>
                      <a:pt x="23679" y="25522"/>
                      <a:pt x="23985" y="25185"/>
                    </a:cubicBezTo>
                    <a:cubicBezTo>
                      <a:pt x="24351" y="24785"/>
                      <a:pt x="23884" y="23484"/>
                      <a:pt x="24218" y="23050"/>
                    </a:cubicBezTo>
                    <a:cubicBezTo>
                      <a:pt x="24351" y="22884"/>
                      <a:pt x="25019" y="22984"/>
                      <a:pt x="25085" y="22784"/>
                    </a:cubicBezTo>
                    <a:cubicBezTo>
                      <a:pt x="25185" y="22550"/>
                      <a:pt x="24718" y="22183"/>
                      <a:pt x="24552" y="22016"/>
                    </a:cubicBezTo>
                    <a:cubicBezTo>
                      <a:pt x="23818" y="21282"/>
                      <a:pt x="21683" y="20348"/>
                      <a:pt x="21082" y="19481"/>
                    </a:cubicBezTo>
                    <a:cubicBezTo>
                      <a:pt x="20682" y="18847"/>
                      <a:pt x="19982" y="17180"/>
                      <a:pt x="20482" y="16646"/>
                    </a:cubicBezTo>
                    <a:cubicBezTo>
                      <a:pt x="20639" y="16489"/>
                      <a:pt x="20910" y="16427"/>
                      <a:pt x="21232" y="16427"/>
                    </a:cubicBezTo>
                    <a:cubicBezTo>
                      <a:pt x="22008" y="16427"/>
                      <a:pt x="23079" y="16787"/>
                      <a:pt x="23551" y="17046"/>
                    </a:cubicBezTo>
                    <a:cubicBezTo>
                      <a:pt x="23851" y="17213"/>
                      <a:pt x="24185" y="17880"/>
                      <a:pt x="24418" y="18147"/>
                    </a:cubicBezTo>
                    <a:cubicBezTo>
                      <a:pt x="25019" y="18814"/>
                      <a:pt x="26520" y="19948"/>
                      <a:pt x="26820" y="20782"/>
                    </a:cubicBezTo>
                    <a:cubicBezTo>
                      <a:pt x="27020" y="21449"/>
                      <a:pt x="26386" y="22850"/>
                      <a:pt x="26553" y="23517"/>
                    </a:cubicBezTo>
                    <a:cubicBezTo>
                      <a:pt x="26753" y="24285"/>
                      <a:pt x="27487" y="25819"/>
                      <a:pt x="28221" y="26486"/>
                    </a:cubicBezTo>
                    <a:cubicBezTo>
                      <a:pt x="28460" y="26666"/>
                      <a:pt x="28673" y="26792"/>
                      <a:pt x="28858" y="26792"/>
                    </a:cubicBezTo>
                    <a:cubicBezTo>
                      <a:pt x="28880" y="26792"/>
                      <a:pt x="28901" y="26790"/>
                      <a:pt x="28921" y="26786"/>
                    </a:cubicBezTo>
                    <a:cubicBezTo>
                      <a:pt x="29422" y="26720"/>
                      <a:pt x="29655" y="26019"/>
                      <a:pt x="29822" y="25219"/>
                    </a:cubicBezTo>
                    <a:cubicBezTo>
                      <a:pt x="29989" y="24351"/>
                      <a:pt x="30089" y="23351"/>
                      <a:pt x="30523" y="22984"/>
                    </a:cubicBezTo>
                    <a:cubicBezTo>
                      <a:pt x="30846" y="22660"/>
                      <a:pt x="31766" y="22148"/>
                      <a:pt x="32308" y="22148"/>
                    </a:cubicBezTo>
                    <a:cubicBezTo>
                      <a:pt x="32325" y="22148"/>
                      <a:pt x="32341" y="22149"/>
                      <a:pt x="32357" y="22150"/>
                    </a:cubicBezTo>
                    <a:cubicBezTo>
                      <a:pt x="29589" y="14111"/>
                      <a:pt x="25352" y="6539"/>
                      <a:pt x="1981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89"/>
              <p:cNvSpPr/>
              <p:nvPr/>
            </p:nvSpPr>
            <p:spPr>
              <a:xfrm>
                <a:off x="4761900" y="2204050"/>
                <a:ext cx="171825" cy="215200"/>
              </a:xfrm>
              <a:custGeom>
                <a:avLst/>
                <a:gdLst/>
                <a:ahLst/>
                <a:cxnLst/>
                <a:rect l="l" t="t" r="r" b="b"/>
                <a:pathLst>
                  <a:path w="6873" h="8608" extrusionOk="0">
                    <a:moveTo>
                      <a:pt x="2696" y="1"/>
                    </a:moveTo>
                    <a:cubicBezTo>
                      <a:pt x="2109" y="1"/>
                      <a:pt x="1407" y="183"/>
                      <a:pt x="1068" y="353"/>
                    </a:cubicBezTo>
                    <a:cubicBezTo>
                      <a:pt x="768" y="453"/>
                      <a:pt x="401" y="953"/>
                      <a:pt x="268" y="1220"/>
                    </a:cubicBezTo>
                    <a:cubicBezTo>
                      <a:pt x="167" y="1454"/>
                      <a:pt x="34" y="2054"/>
                      <a:pt x="101" y="2354"/>
                    </a:cubicBezTo>
                    <a:cubicBezTo>
                      <a:pt x="234" y="2688"/>
                      <a:pt x="868" y="3021"/>
                      <a:pt x="1168" y="3255"/>
                    </a:cubicBezTo>
                    <a:cubicBezTo>
                      <a:pt x="1535" y="3555"/>
                      <a:pt x="2436" y="4056"/>
                      <a:pt x="2669" y="4456"/>
                    </a:cubicBezTo>
                    <a:cubicBezTo>
                      <a:pt x="2769" y="4723"/>
                      <a:pt x="2869" y="5423"/>
                      <a:pt x="2669" y="5623"/>
                    </a:cubicBezTo>
                    <a:cubicBezTo>
                      <a:pt x="2587" y="5714"/>
                      <a:pt x="2443" y="5743"/>
                      <a:pt x="2270" y="5743"/>
                    </a:cubicBezTo>
                    <a:cubicBezTo>
                      <a:pt x="1969" y="5743"/>
                      <a:pt x="1582" y="5656"/>
                      <a:pt x="1281" y="5656"/>
                    </a:cubicBezTo>
                    <a:cubicBezTo>
                      <a:pt x="1121" y="5656"/>
                      <a:pt x="986" y="5681"/>
                      <a:pt x="901" y="5757"/>
                    </a:cubicBezTo>
                    <a:cubicBezTo>
                      <a:pt x="434" y="6124"/>
                      <a:pt x="1" y="7625"/>
                      <a:pt x="368" y="8125"/>
                    </a:cubicBezTo>
                    <a:cubicBezTo>
                      <a:pt x="484" y="8358"/>
                      <a:pt x="963" y="8399"/>
                      <a:pt x="1448" y="8399"/>
                    </a:cubicBezTo>
                    <a:cubicBezTo>
                      <a:pt x="1709" y="8399"/>
                      <a:pt x="1971" y="8387"/>
                      <a:pt x="2181" y="8387"/>
                    </a:cubicBezTo>
                    <a:cubicBezTo>
                      <a:pt x="2250" y="8387"/>
                      <a:pt x="2313" y="8388"/>
                      <a:pt x="2369" y="8392"/>
                    </a:cubicBezTo>
                    <a:cubicBezTo>
                      <a:pt x="2890" y="8417"/>
                      <a:pt x="3818" y="8608"/>
                      <a:pt x="4533" y="8608"/>
                    </a:cubicBezTo>
                    <a:cubicBezTo>
                      <a:pt x="4779" y="8608"/>
                      <a:pt x="5000" y="8585"/>
                      <a:pt x="5171" y="8525"/>
                    </a:cubicBezTo>
                    <a:cubicBezTo>
                      <a:pt x="5705" y="8359"/>
                      <a:pt x="6872" y="7591"/>
                      <a:pt x="6839" y="7058"/>
                    </a:cubicBezTo>
                    <a:cubicBezTo>
                      <a:pt x="6772" y="6624"/>
                      <a:pt x="5705" y="6557"/>
                      <a:pt x="5405" y="6257"/>
                    </a:cubicBezTo>
                    <a:cubicBezTo>
                      <a:pt x="5171" y="6057"/>
                      <a:pt x="4871" y="5457"/>
                      <a:pt x="4704" y="5223"/>
                    </a:cubicBezTo>
                    <a:cubicBezTo>
                      <a:pt x="4404" y="4723"/>
                      <a:pt x="3870" y="3622"/>
                      <a:pt x="3703" y="3088"/>
                    </a:cubicBezTo>
                    <a:cubicBezTo>
                      <a:pt x="3537" y="2388"/>
                      <a:pt x="4037" y="686"/>
                      <a:pt x="3503" y="219"/>
                    </a:cubicBezTo>
                    <a:cubicBezTo>
                      <a:pt x="3333" y="61"/>
                      <a:pt x="3033" y="1"/>
                      <a:pt x="26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89"/>
              <p:cNvSpPr/>
              <p:nvPr/>
            </p:nvSpPr>
            <p:spPr>
              <a:xfrm>
                <a:off x="5409875" y="2729900"/>
                <a:ext cx="40875" cy="106775"/>
              </a:xfrm>
              <a:custGeom>
                <a:avLst/>
                <a:gdLst/>
                <a:ahLst/>
                <a:cxnLst/>
                <a:rect l="l" t="t" r="r" b="b"/>
                <a:pathLst>
                  <a:path w="1635" h="4271" extrusionOk="0">
                    <a:moveTo>
                      <a:pt x="367" y="0"/>
                    </a:moveTo>
                    <a:cubicBezTo>
                      <a:pt x="300" y="734"/>
                      <a:pt x="0" y="1601"/>
                      <a:pt x="134" y="2068"/>
                    </a:cubicBezTo>
                    <a:cubicBezTo>
                      <a:pt x="334" y="2702"/>
                      <a:pt x="1034" y="3836"/>
                      <a:pt x="1635" y="4270"/>
                    </a:cubicBezTo>
                    <a:cubicBezTo>
                      <a:pt x="1268" y="2836"/>
                      <a:pt x="834" y="1401"/>
                      <a:pt x="367" y="0"/>
                    </a:cubicBezTo>
                    <a:close/>
                  </a:path>
                </a:pathLst>
              </a:custGeom>
              <a:solidFill>
                <a:srgbClr val="2D42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89"/>
              <p:cNvSpPr/>
              <p:nvPr/>
            </p:nvSpPr>
            <p:spPr>
              <a:xfrm>
                <a:off x="3613575" y="2365475"/>
                <a:ext cx="51750" cy="48625"/>
              </a:xfrm>
              <a:custGeom>
                <a:avLst/>
                <a:gdLst/>
                <a:ahLst/>
                <a:cxnLst/>
                <a:rect l="l" t="t" r="r" b="b"/>
                <a:pathLst>
                  <a:path w="2070" h="1945" extrusionOk="0">
                    <a:moveTo>
                      <a:pt x="1168" y="0"/>
                    </a:moveTo>
                    <a:cubicBezTo>
                      <a:pt x="902" y="0"/>
                      <a:pt x="568" y="501"/>
                      <a:pt x="401" y="734"/>
                    </a:cubicBezTo>
                    <a:cubicBezTo>
                      <a:pt x="268" y="934"/>
                      <a:pt x="1" y="1501"/>
                      <a:pt x="168" y="1735"/>
                    </a:cubicBezTo>
                    <a:cubicBezTo>
                      <a:pt x="311" y="1878"/>
                      <a:pt x="655" y="1944"/>
                      <a:pt x="985" y="1944"/>
                    </a:cubicBezTo>
                    <a:cubicBezTo>
                      <a:pt x="1270" y="1944"/>
                      <a:pt x="1545" y="1894"/>
                      <a:pt x="1669" y="1802"/>
                    </a:cubicBezTo>
                    <a:cubicBezTo>
                      <a:pt x="1902" y="1635"/>
                      <a:pt x="2069" y="1034"/>
                      <a:pt x="1969" y="801"/>
                    </a:cubicBezTo>
                    <a:cubicBezTo>
                      <a:pt x="1936" y="567"/>
                      <a:pt x="1469" y="0"/>
                      <a:pt x="1168" y="0"/>
                    </a:cubicBezTo>
                    <a:close/>
                  </a:path>
                </a:pathLst>
              </a:custGeom>
              <a:solidFill>
                <a:srgbClr val="2D42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89"/>
              <p:cNvSpPr/>
              <p:nvPr/>
            </p:nvSpPr>
            <p:spPr>
              <a:xfrm>
                <a:off x="2252625" y="1625775"/>
                <a:ext cx="1814650" cy="3227600"/>
              </a:xfrm>
              <a:custGeom>
                <a:avLst/>
                <a:gdLst/>
                <a:ahLst/>
                <a:cxnLst/>
                <a:rect l="l" t="t" r="r" b="b"/>
                <a:pathLst>
                  <a:path w="72586" h="129104" extrusionOk="0">
                    <a:moveTo>
                      <a:pt x="39095" y="0"/>
                    </a:moveTo>
                    <a:cubicBezTo>
                      <a:pt x="36860" y="734"/>
                      <a:pt x="34591" y="1635"/>
                      <a:pt x="32423" y="2636"/>
                    </a:cubicBezTo>
                    <a:cubicBezTo>
                      <a:pt x="32560" y="2832"/>
                      <a:pt x="32887" y="2889"/>
                      <a:pt x="33298" y="2889"/>
                    </a:cubicBezTo>
                    <a:cubicBezTo>
                      <a:pt x="33889" y="2889"/>
                      <a:pt x="34654" y="2769"/>
                      <a:pt x="35273" y="2769"/>
                    </a:cubicBezTo>
                    <a:cubicBezTo>
                      <a:pt x="35688" y="2769"/>
                      <a:pt x="36037" y="2823"/>
                      <a:pt x="36226" y="3003"/>
                    </a:cubicBezTo>
                    <a:cubicBezTo>
                      <a:pt x="36426" y="3203"/>
                      <a:pt x="36559" y="3870"/>
                      <a:pt x="36426" y="4170"/>
                    </a:cubicBezTo>
                    <a:cubicBezTo>
                      <a:pt x="36326" y="4504"/>
                      <a:pt x="35225" y="4637"/>
                      <a:pt x="35325" y="4971"/>
                    </a:cubicBezTo>
                    <a:cubicBezTo>
                      <a:pt x="35416" y="5373"/>
                      <a:pt x="35957" y="5462"/>
                      <a:pt x="36631" y="5462"/>
                    </a:cubicBezTo>
                    <a:cubicBezTo>
                      <a:pt x="37166" y="5462"/>
                      <a:pt x="37785" y="5406"/>
                      <a:pt x="38329" y="5406"/>
                    </a:cubicBezTo>
                    <a:cubicBezTo>
                      <a:pt x="38860" y="5406"/>
                      <a:pt x="39320" y="5460"/>
                      <a:pt x="39562" y="5671"/>
                    </a:cubicBezTo>
                    <a:cubicBezTo>
                      <a:pt x="39895" y="5971"/>
                      <a:pt x="40329" y="6972"/>
                      <a:pt x="40029" y="7239"/>
                    </a:cubicBezTo>
                    <a:cubicBezTo>
                      <a:pt x="39775" y="7513"/>
                      <a:pt x="39306" y="7626"/>
                      <a:pt x="38752" y="7626"/>
                    </a:cubicBezTo>
                    <a:cubicBezTo>
                      <a:pt x="37487" y="7626"/>
                      <a:pt x="35782" y="7032"/>
                      <a:pt x="35225" y="6405"/>
                    </a:cubicBezTo>
                    <a:cubicBezTo>
                      <a:pt x="35025" y="6171"/>
                      <a:pt x="35325" y="5471"/>
                      <a:pt x="35158" y="5204"/>
                    </a:cubicBezTo>
                    <a:cubicBezTo>
                      <a:pt x="34691" y="4570"/>
                      <a:pt x="32890" y="4504"/>
                      <a:pt x="32190" y="4137"/>
                    </a:cubicBezTo>
                    <a:cubicBezTo>
                      <a:pt x="31856" y="3970"/>
                      <a:pt x="31389" y="3503"/>
                      <a:pt x="31022" y="3236"/>
                    </a:cubicBezTo>
                    <a:cubicBezTo>
                      <a:pt x="18146" y="9474"/>
                      <a:pt x="7072" y="19748"/>
                      <a:pt x="0" y="33224"/>
                    </a:cubicBezTo>
                    <a:cubicBezTo>
                      <a:pt x="734" y="33524"/>
                      <a:pt x="1501" y="33825"/>
                      <a:pt x="1701" y="34225"/>
                    </a:cubicBezTo>
                    <a:cubicBezTo>
                      <a:pt x="2302" y="35526"/>
                      <a:pt x="801" y="38395"/>
                      <a:pt x="967" y="39762"/>
                    </a:cubicBezTo>
                    <a:cubicBezTo>
                      <a:pt x="1168" y="41163"/>
                      <a:pt x="2135" y="43999"/>
                      <a:pt x="3202" y="44933"/>
                    </a:cubicBezTo>
                    <a:cubicBezTo>
                      <a:pt x="3551" y="45254"/>
                      <a:pt x="4482" y="45684"/>
                      <a:pt x="5093" y="45684"/>
                    </a:cubicBezTo>
                    <a:cubicBezTo>
                      <a:pt x="5242" y="45684"/>
                      <a:pt x="5373" y="45659"/>
                      <a:pt x="5471" y="45600"/>
                    </a:cubicBezTo>
                    <a:cubicBezTo>
                      <a:pt x="5838" y="45433"/>
                      <a:pt x="6004" y="44432"/>
                      <a:pt x="5971" y="44032"/>
                    </a:cubicBezTo>
                    <a:cubicBezTo>
                      <a:pt x="5871" y="42764"/>
                      <a:pt x="4036" y="40730"/>
                      <a:pt x="3736" y="39529"/>
                    </a:cubicBezTo>
                    <a:cubicBezTo>
                      <a:pt x="3503" y="38528"/>
                      <a:pt x="2969" y="36093"/>
                      <a:pt x="3736" y="35426"/>
                    </a:cubicBezTo>
                    <a:cubicBezTo>
                      <a:pt x="3836" y="35348"/>
                      <a:pt x="4018" y="35315"/>
                      <a:pt x="4226" y="35315"/>
                    </a:cubicBezTo>
                    <a:cubicBezTo>
                      <a:pt x="4644" y="35315"/>
                      <a:pt x="5170" y="35448"/>
                      <a:pt x="5371" y="35626"/>
                    </a:cubicBezTo>
                    <a:cubicBezTo>
                      <a:pt x="6071" y="36426"/>
                      <a:pt x="5237" y="38862"/>
                      <a:pt x="5504" y="39862"/>
                    </a:cubicBezTo>
                    <a:cubicBezTo>
                      <a:pt x="5971" y="41530"/>
                      <a:pt x="8840" y="44299"/>
                      <a:pt x="8706" y="46067"/>
                    </a:cubicBezTo>
                    <a:cubicBezTo>
                      <a:pt x="8673" y="46600"/>
                      <a:pt x="7505" y="47234"/>
                      <a:pt x="7472" y="47735"/>
                    </a:cubicBezTo>
                    <a:cubicBezTo>
                      <a:pt x="7339" y="48869"/>
                      <a:pt x="8640" y="51070"/>
                      <a:pt x="9473" y="51804"/>
                    </a:cubicBezTo>
                    <a:cubicBezTo>
                      <a:pt x="10490" y="52736"/>
                      <a:pt x="13130" y="54384"/>
                      <a:pt x="14747" y="54384"/>
                    </a:cubicBezTo>
                    <a:cubicBezTo>
                      <a:pt x="15041" y="54384"/>
                      <a:pt x="15301" y="54329"/>
                      <a:pt x="15511" y="54206"/>
                    </a:cubicBezTo>
                    <a:cubicBezTo>
                      <a:pt x="15711" y="54072"/>
                      <a:pt x="15411" y="53372"/>
                      <a:pt x="15645" y="53205"/>
                    </a:cubicBezTo>
                    <a:cubicBezTo>
                      <a:pt x="15764" y="53130"/>
                      <a:pt x="15936" y="53098"/>
                      <a:pt x="16134" y="53098"/>
                    </a:cubicBezTo>
                    <a:cubicBezTo>
                      <a:pt x="16819" y="53098"/>
                      <a:pt x="17821" y="53492"/>
                      <a:pt x="18080" y="53906"/>
                    </a:cubicBezTo>
                    <a:cubicBezTo>
                      <a:pt x="18313" y="54273"/>
                      <a:pt x="17379" y="55240"/>
                      <a:pt x="17646" y="55607"/>
                    </a:cubicBezTo>
                    <a:cubicBezTo>
                      <a:pt x="17879" y="56074"/>
                      <a:pt x="19080" y="56074"/>
                      <a:pt x="19547" y="56241"/>
                    </a:cubicBezTo>
                    <a:cubicBezTo>
                      <a:pt x="20315" y="56541"/>
                      <a:pt x="21882" y="57008"/>
                      <a:pt x="22483" y="57508"/>
                    </a:cubicBezTo>
                    <a:cubicBezTo>
                      <a:pt x="23717" y="58542"/>
                      <a:pt x="24751" y="61945"/>
                      <a:pt x="26152" y="62879"/>
                    </a:cubicBezTo>
                    <a:cubicBezTo>
                      <a:pt x="27320" y="63613"/>
                      <a:pt x="30689" y="62945"/>
                      <a:pt x="31556" y="64046"/>
                    </a:cubicBezTo>
                    <a:cubicBezTo>
                      <a:pt x="32256" y="64914"/>
                      <a:pt x="32090" y="67549"/>
                      <a:pt x="31523" y="68449"/>
                    </a:cubicBezTo>
                    <a:cubicBezTo>
                      <a:pt x="30922" y="69417"/>
                      <a:pt x="28087" y="69584"/>
                      <a:pt x="27420" y="70518"/>
                    </a:cubicBezTo>
                    <a:cubicBezTo>
                      <a:pt x="26853" y="71285"/>
                      <a:pt x="26986" y="73420"/>
                      <a:pt x="26719" y="74387"/>
                    </a:cubicBezTo>
                    <a:cubicBezTo>
                      <a:pt x="26552" y="74954"/>
                      <a:pt x="25818" y="76088"/>
                      <a:pt x="25852" y="76689"/>
                    </a:cubicBezTo>
                    <a:cubicBezTo>
                      <a:pt x="26052" y="78490"/>
                      <a:pt x="28854" y="81192"/>
                      <a:pt x="30021" y="83227"/>
                    </a:cubicBezTo>
                    <a:cubicBezTo>
                      <a:pt x="30188" y="83527"/>
                      <a:pt x="30322" y="83794"/>
                      <a:pt x="30388" y="84061"/>
                    </a:cubicBezTo>
                    <a:cubicBezTo>
                      <a:pt x="30555" y="84594"/>
                      <a:pt x="30188" y="85895"/>
                      <a:pt x="30522" y="86396"/>
                    </a:cubicBezTo>
                    <a:cubicBezTo>
                      <a:pt x="30855" y="86863"/>
                      <a:pt x="32390" y="87196"/>
                      <a:pt x="32657" y="87230"/>
                    </a:cubicBezTo>
                    <a:cubicBezTo>
                      <a:pt x="32890" y="87263"/>
                      <a:pt x="36193" y="89631"/>
                      <a:pt x="36660" y="90932"/>
                    </a:cubicBezTo>
                    <a:cubicBezTo>
                      <a:pt x="37660" y="93801"/>
                      <a:pt x="33524" y="100272"/>
                      <a:pt x="35058" y="102907"/>
                    </a:cubicBezTo>
                    <a:cubicBezTo>
                      <a:pt x="35259" y="103241"/>
                      <a:pt x="36326" y="103141"/>
                      <a:pt x="36526" y="103541"/>
                    </a:cubicBezTo>
                    <a:cubicBezTo>
                      <a:pt x="37160" y="104809"/>
                      <a:pt x="34591" y="107477"/>
                      <a:pt x="34758" y="108912"/>
                    </a:cubicBezTo>
                    <a:cubicBezTo>
                      <a:pt x="34858" y="109946"/>
                      <a:pt x="36693" y="111480"/>
                      <a:pt x="36860" y="112481"/>
                    </a:cubicBezTo>
                    <a:cubicBezTo>
                      <a:pt x="36993" y="113148"/>
                      <a:pt x="36660" y="114215"/>
                      <a:pt x="36326" y="115216"/>
                    </a:cubicBezTo>
                    <a:cubicBezTo>
                      <a:pt x="36226" y="115416"/>
                      <a:pt x="36193" y="115583"/>
                      <a:pt x="36092" y="115783"/>
                    </a:cubicBezTo>
                    <a:cubicBezTo>
                      <a:pt x="35892" y="116350"/>
                      <a:pt x="35726" y="116951"/>
                      <a:pt x="35692" y="117451"/>
                    </a:cubicBezTo>
                    <a:cubicBezTo>
                      <a:pt x="35659" y="117618"/>
                      <a:pt x="35659" y="117785"/>
                      <a:pt x="35692" y="117918"/>
                    </a:cubicBezTo>
                    <a:cubicBezTo>
                      <a:pt x="35859" y="119519"/>
                      <a:pt x="37360" y="122622"/>
                      <a:pt x="38227" y="124056"/>
                    </a:cubicBezTo>
                    <a:cubicBezTo>
                      <a:pt x="38995" y="125257"/>
                      <a:pt x="40729" y="127592"/>
                      <a:pt x="41997" y="128259"/>
                    </a:cubicBezTo>
                    <a:cubicBezTo>
                      <a:pt x="42697" y="128634"/>
                      <a:pt x="44186" y="129103"/>
                      <a:pt x="45294" y="129103"/>
                    </a:cubicBezTo>
                    <a:cubicBezTo>
                      <a:pt x="45664" y="129103"/>
                      <a:pt x="45991" y="129051"/>
                      <a:pt x="46233" y="128926"/>
                    </a:cubicBezTo>
                    <a:cubicBezTo>
                      <a:pt x="46567" y="128759"/>
                      <a:pt x="46900" y="127959"/>
                      <a:pt x="46833" y="127625"/>
                    </a:cubicBezTo>
                    <a:cubicBezTo>
                      <a:pt x="46667" y="126624"/>
                      <a:pt x="44265" y="125590"/>
                      <a:pt x="44031" y="124623"/>
                    </a:cubicBezTo>
                    <a:cubicBezTo>
                      <a:pt x="43931" y="124323"/>
                      <a:pt x="44265" y="123656"/>
                      <a:pt x="44398" y="123389"/>
                    </a:cubicBezTo>
                    <a:cubicBezTo>
                      <a:pt x="44532" y="122988"/>
                      <a:pt x="45032" y="122288"/>
                      <a:pt x="45166" y="121888"/>
                    </a:cubicBezTo>
                    <a:cubicBezTo>
                      <a:pt x="45232" y="121654"/>
                      <a:pt x="45432" y="121254"/>
                      <a:pt x="45533" y="120887"/>
                    </a:cubicBezTo>
                    <a:cubicBezTo>
                      <a:pt x="45566" y="120653"/>
                      <a:pt x="45566" y="120420"/>
                      <a:pt x="45499" y="120287"/>
                    </a:cubicBezTo>
                    <a:cubicBezTo>
                      <a:pt x="45364" y="120106"/>
                      <a:pt x="45011" y="120082"/>
                      <a:pt x="44622" y="120082"/>
                    </a:cubicBezTo>
                    <a:cubicBezTo>
                      <a:pt x="44477" y="120082"/>
                      <a:pt x="44328" y="120085"/>
                      <a:pt x="44182" y="120085"/>
                    </a:cubicBezTo>
                    <a:cubicBezTo>
                      <a:pt x="43851" y="120085"/>
                      <a:pt x="43542" y="120067"/>
                      <a:pt x="43364" y="119953"/>
                    </a:cubicBezTo>
                    <a:cubicBezTo>
                      <a:pt x="42997" y="119719"/>
                      <a:pt x="42364" y="118919"/>
                      <a:pt x="42430" y="118485"/>
                    </a:cubicBezTo>
                    <a:cubicBezTo>
                      <a:pt x="42564" y="117918"/>
                      <a:pt x="44065" y="117585"/>
                      <a:pt x="44398" y="117084"/>
                    </a:cubicBezTo>
                    <a:cubicBezTo>
                      <a:pt x="44599" y="116817"/>
                      <a:pt x="44932" y="116150"/>
                      <a:pt x="44832" y="115883"/>
                    </a:cubicBezTo>
                    <a:cubicBezTo>
                      <a:pt x="44599" y="115416"/>
                      <a:pt x="43164" y="115483"/>
                      <a:pt x="42931" y="115049"/>
                    </a:cubicBezTo>
                    <a:cubicBezTo>
                      <a:pt x="42831" y="114749"/>
                      <a:pt x="42997" y="114082"/>
                      <a:pt x="43198" y="113882"/>
                    </a:cubicBezTo>
                    <a:cubicBezTo>
                      <a:pt x="43366" y="113745"/>
                      <a:pt x="43645" y="113701"/>
                      <a:pt x="43968" y="113701"/>
                    </a:cubicBezTo>
                    <a:cubicBezTo>
                      <a:pt x="44540" y="113701"/>
                      <a:pt x="45253" y="113839"/>
                      <a:pt x="45743" y="113839"/>
                    </a:cubicBezTo>
                    <a:cubicBezTo>
                      <a:pt x="45852" y="113839"/>
                      <a:pt x="45950" y="113832"/>
                      <a:pt x="46033" y="113815"/>
                    </a:cubicBezTo>
                    <a:cubicBezTo>
                      <a:pt x="47200" y="113648"/>
                      <a:pt x="49569" y="113081"/>
                      <a:pt x="50536" y="112414"/>
                    </a:cubicBezTo>
                    <a:cubicBezTo>
                      <a:pt x="50836" y="112214"/>
                      <a:pt x="51170" y="111714"/>
                      <a:pt x="51503" y="111247"/>
                    </a:cubicBezTo>
                    <a:cubicBezTo>
                      <a:pt x="51770" y="110780"/>
                      <a:pt x="52071" y="110313"/>
                      <a:pt x="52337" y="110046"/>
                    </a:cubicBezTo>
                    <a:cubicBezTo>
                      <a:pt x="53238" y="108978"/>
                      <a:pt x="55340" y="107144"/>
                      <a:pt x="56340" y="106210"/>
                    </a:cubicBezTo>
                    <a:cubicBezTo>
                      <a:pt x="56607" y="105910"/>
                      <a:pt x="57374" y="105443"/>
                      <a:pt x="57508" y="105076"/>
                    </a:cubicBezTo>
                    <a:cubicBezTo>
                      <a:pt x="57908" y="104042"/>
                      <a:pt x="57174" y="101707"/>
                      <a:pt x="57074" y="100572"/>
                    </a:cubicBezTo>
                    <a:cubicBezTo>
                      <a:pt x="57508" y="100039"/>
                      <a:pt x="58108" y="98704"/>
                      <a:pt x="58742" y="98438"/>
                    </a:cubicBezTo>
                    <a:cubicBezTo>
                      <a:pt x="58869" y="98390"/>
                      <a:pt x="59015" y="98369"/>
                      <a:pt x="59176" y="98369"/>
                    </a:cubicBezTo>
                    <a:cubicBezTo>
                      <a:pt x="60155" y="98369"/>
                      <a:pt x="61679" y="99127"/>
                      <a:pt x="62599" y="99127"/>
                    </a:cubicBezTo>
                    <a:cubicBezTo>
                      <a:pt x="62687" y="99127"/>
                      <a:pt x="62769" y="99120"/>
                      <a:pt x="62845" y="99105"/>
                    </a:cubicBezTo>
                    <a:cubicBezTo>
                      <a:pt x="63712" y="98938"/>
                      <a:pt x="65380" y="98071"/>
                      <a:pt x="65880" y="97370"/>
                    </a:cubicBezTo>
                    <a:cubicBezTo>
                      <a:pt x="67181" y="95636"/>
                      <a:pt x="66781" y="90899"/>
                      <a:pt x="67882" y="89064"/>
                    </a:cubicBezTo>
                    <a:cubicBezTo>
                      <a:pt x="68516" y="87963"/>
                      <a:pt x="70751" y="86696"/>
                      <a:pt x="71451" y="85695"/>
                    </a:cubicBezTo>
                    <a:cubicBezTo>
                      <a:pt x="71785" y="85128"/>
                      <a:pt x="72585" y="83894"/>
                      <a:pt x="72352" y="83293"/>
                    </a:cubicBezTo>
                    <a:cubicBezTo>
                      <a:pt x="72051" y="82626"/>
                      <a:pt x="70183" y="82560"/>
                      <a:pt x="69683" y="82059"/>
                    </a:cubicBezTo>
                    <a:cubicBezTo>
                      <a:pt x="69049" y="81425"/>
                      <a:pt x="68916" y="79357"/>
                      <a:pt x="68215" y="78857"/>
                    </a:cubicBezTo>
                    <a:cubicBezTo>
                      <a:pt x="66914" y="77889"/>
                      <a:pt x="63412" y="78423"/>
                      <a:pt x="61911" y="77923"/>
                    </a:cubicBezTo>
                    <a:cubicBezTo>
                      <a:pt x="61444" y="77756"/>
                      <a:pt x="60610" y="77256"/>
                      <a:pt x="60210" y="77022"/>
                    </a:cubicBezTo>
                    <a:cubicBezTo>
                      <a:pt x="59442" y="76589"/>
                      <a:pt x="57574" y="76088"/>
                      <a:pt x="57174" y="75388"/>
                    </a:cubicBezTo>
                    <a:cubicBezTo>
                      <a:pt x="56741" y="74587"/>
                      <a:pt x="57541" y="72719"/>
                      <a:pt x="57374" y="71885"/>
                    </a:cubicBezTo>
                    <a:cubicBezTo>
                      <a:pt x="57241" y="71051"/>
                      <a:pt x="56741" y="69283"/>
                      <a:pt x="56073" y="68783"/>
                    </a:cubicBezTo>
                    <a:cubicBezTo>
                      <a:pt x="55623" y="68433"/>
                      <a:pt x="54731" y="68433"/>
                      <a:pt x="53834" y="68433"/>
                    </a:cubicBezTo>
                    <a:cubicBezTo>
                      <a:pt x="52938" y="68433"/>
                      <a:pt x="52037" y="68433"/>
                      <a:pt x="51570" y="68082"/>
                    </a:cubicBezTo>
                    <a:cubicBezTo>
                      <a:pt x="50569" y="67349"/>
                      <a:pt x="50269" y="64613"/>
                      <a:pt x="49502" y="63713"/>
                    </a:cubicBezTo>
                    <a:cubicBezTo>
                      <a:pt x="49107" y="63257"/>
                      <a:pt x="48103" y="62248"/>
                      <a:pt x="47499" y="62248"/>
                    </a:cubicBezTo>
                    <a:cubicBezTo>
                      <a:pt x="47440" y="62248"/>
                      <a:pt x="47384" y="62257"/>
                      <a:pt x="47334" y="62278"/>
                    </a:cubicBezTo>
                    <a:cubicBezTo>
                      <a:pt x="47034" y="62412"/>
                      <a:pt x="47267" y="63346"/>
                      <a:pt x="47034" y="63513"/>
                    </a:cubicBezTo>
                    <a:cubicBezTo>
                      <a:pt x="46719" y="63730"/>
                      <a:pt x="46190" y="63821"/>
                      <a:pt x="45601" y="63821"/>
                    </a:cubicBezTo>
                    <a:cubicBezTo>
                      <a:pt x="44563" y="63821"/>
                      <a:pt x="43338" y="63541"/>
                      <a:pt x="42764" y="63179"/>
                    </a:cubicBezTo>
                    <a:cubicBezTo>
                      <a:pt x="42230" y="62779"/>
                      <a:pt x="42030" y="61278"/>
                      <a:pt x="41530" y="60844"/>
                    </a:cubicBezTo>
                    <a:cubicBezTo>
                      <a:pt x="40752" y="60156"/>
                      <a:pt x="38822" y="59307"/>
                      <a:pt x="37613" y="59307"/>
                    </a:cubicBezTo>
                    <a:cubicBezTo>
                      <a:pt x="37474" y="59307"/>
                      <a:pt x="37344" y="59319"/>
                      <a:pt x="37227" y="59343"/>
                    </a:cubicBezTo>
                    <a:cubicBezTo>
                      <a:pt x="35859" y="59576"/>
                      <a:pt x="34425" y="62679"/>
                      <a:pt x="33057" y="62912"/>
                    </a:cubicBezTo>
                    <a:cubicBezTo>
                      <a:pt x="32862" y="62954"/>
                      <a:pt x="32631" y="62974"/>
                      <a:pt x="32373" y="62974"/>
                    </a:cubicBezTo>
                    <a:cubicBezTo>
                      <a:pt x="30778" y="62974"/>
                      <a:pt x="28204" y="62212"/>
                      <a:pt x="27486" y="61178"/>
                    </a:cubicBezTo>
                    <a:cubicBezTo>
                      <a:pt x="26552" y="59843"/>
                      <a:pt x="28821" y="56107"/>
                      <a:pt x="27887" y="54773"/>
                    </a:cubicBezTo>
                    <a:cubicBezTo>
                      <a:pt x="27253" y="53906"/>
                      <a:pt x="24151" y="54506"/>
                      <a:pt x="23817" y="53539"/>
                    </a:cubicBezTo>
                    <a:cubicBezTo>
                      <a:pt x="23517" y="52705"/>
                      <a:pt x="25685" y="51537"/>
                      <a:pt x="25885" y="50703"/>
                    </a:cubicBezTo>
                    <a:cubicBezTo>
                      <a:pt x="26019" y="50236"/>
                      <a:pt x="26052" y="49069"/>
                      <a:pt x="25652" y="48869"/>
                    </a:cubicBezTo>
                    <a:cubicBezTo>
                      <a:pt x="25500" y="48786"/>
                      <a:pt x="25334" y="48749"/>
                      <a:pt x="25156" y="48749"/>
                    </a:cubicBezTo>
                    <a:cubicBezTo>
                      <a:pt x="23611" y="48749"/>
                      <a:pt x="21176" y="51555"/>
                      <a:pt x="19681" y="51704"/>
                    </a:cubicBezTo>
                    <a:cubicBezTo>
                      <a:pt x="19613" y="51709"/>
                      <a:pt x="19538" y="51712"/>
                      <a:pt x="19458" y="51712"/>
                    </a:cubicBezTo>
                    <a:cubicBezTo>
                      <a:pt x="18523" y="51712"/>
                      <a:pt x="16865" y="51359"/>
                      <a:pt x="16312" y="50837"/>
                    </a:cubicBezTo>
                    <a:cubicBezTo>
                      <a:pt x="15745" y="50336"/>
                      <a:pt x="15378" y="48735"/>
                      <a:pt x="15411" y="48035"/>
                    </a:cubicBezTo>
                    <a:cubicBezTo>
                      <a:pt x="15478" y="47334"/>
                      <a:pt x="16178" y="46033"/>
                      <a:pt x="16545" y="45400"/>
                    </a:cubicBezTo>
                    <a:cubicBezTo>
                      <a:pt x="17046" y="44532"/>
                      <a:pt x="18080" y="42831"/>
                      <a:pt x="18880" y="42231"/>
                    </a:cubicBezTo>
                    <a:cubicBezTo>
                      <a:pt x="19881" y="41530"/>
                      <a:pt x="22316" y="40763"/>
                      <a:pt x="23550" y="40696"/>
                    </a:cubicBezTo>
                    <a:cubicBezTo>
                      <a:pt x="24326" y="40624"/>
                      <a:pt x="25484" y="40538"/>
                      <a:pt x="26707" y="40538"/>
                    </a:cubicBezTo>
                    <a:cubicBezTo>
                      <a:pt x="28851" y="40538"/>
                      <a:pt x="31194" y="40802"/>
                      <a:pt x="32023" y="41864"/>
                    </a:cubicBezTo>
                    <a:cubicBezTo>
                      <a:pt x="32390" y="42364"/>
                      <a:pt x="31389" y="43765"/>
                      <a:pt x="31689" y="44365"/>
                    </a:cubicBezTo>
                    <a:cubicBezTo>
                      <a:pt x="31986" y="45018"/>
                      <a:pt x="33392" y="46226"/>
                      <a:pt x="34239" y="46226"/>
                    </a:cubicBezTo>
                    <a:cubicBezTo>
                      <a:pt x="34344" y="46226"/>
                      <a:pt x="34440" y="46207"/>
                      <a:pt x="34525" y="46167"/>
                    </a:cubicBezTo>
                    <a:cubicBezTo>
                      <a:pt x="35392" y="45733"/>
                      <a:pt x="34525" y="43331"/>
                      <a:pt x="34725" y="42164"/>
                    </a:cubicBezTo>
                    <a:cubicBezTo>
                      <a:pt x="34725" y="42030"/>
                      <a:pt x="34758" y="41930"/>
                      <a:pt x="34825" y="41830"/>
                    </a:cubicBezTo>
                    <a:cubicBezTo>
                      <a:pt x="35192" y="41163"/>
                      <a:pt x="36593" y="40363"/>
                      <a:pt x="37260" y="39996"/>
                    </a:cubicBezTo>
                    <a:cubicBezTo>
                      <a:pt x="38394" y="39329"/>
                      <a:pt x="41196" y="38761"/>
                      <a:pt x="42063" y="37761"/>
                    </a:cubicBezTo>
                    <a:cubicBezTo>
                      <a:pt x="42397" y="37394"/>
                      <a:pt x="42364" y="36226"/>
                      <a:pt x="42597" y="35826"/>
                    </a:cubicBezTo>
                    <a:cubicBezTo>
                      <a:pt x="43498" y="34525"/>
                      <a:pt x="46233" y="32724"/>
                      <a:pt x="47601" y="31923"/>
                    </a:cubicBezTo>
                    <a:cubicBezTo>
                      <a:pt x="48768" y="31323"/>
                      <a:pt x="52337" y="31356"/>
                      <a:pt x="52604" y="30055"/>
                    </a:cubicBezTo>
                    <a:cubicBezTo>
                      <a:pt x="52671" y="29922"/>
                      <a:pt x="52237" y="29822"/>
                      <a:pt x="52237" y="29688"/>
                    </a:cubicBezTo>
                    <a:cubicBezTo>
                      <a:pt x="52337" y="28654"/>
                      <a:pt x="54706" y="27320"/>
                      <a:pt x="55773" y="27220"/>
                    </a:cubicBezTo>
                    <a:cubicBezTo>
                      <a:pt x="55789" y="27218"/>
                      <a:pt x="55805" y="27217"/>
                      <a:pt x="55822" y="27217"/>
                    </a:cubicBezTo>
                    <a:cubicBezTo>
                      <a:pt x="56135" y="27217"/>
                      <a:pt x="56686" y="27497"/>
                      <a:pt x="56907" y="27687"/>
                    </a:cubicBezTo>
                    <a:cubicBezTo>
                      <a:pt x="57074" y="27820"/>
                      <a:pt x="57174" y="28387"/>
                      <a:pt x="57374" y="28387"/>
                    </a:cubicBezTo>
                    <a:cubicBezTo>
                      <a:pt x="57396" y="28392"/>
                      <a:pt x="57419" y="28394"/>
                      <a:pt x="57441" y="28394"/>
                    </a:cubicBezTo>
                    <a:cubicBezTo>
                      <a:pt x="57888" y="28394"/>
                      <a:pt x="58361" y="27476"/>
                      <a:pt x="58742" y="27253"/>
                    </a:cubicBezTo>
                    <a:cubicBezTo>
                      <a:pt x="58842" y="27220"/>
                      <a:pt x="59042" y="27253"/>
                      <a:pt x="59076" y="27187"/>
                    </a:cubicBezTo>
                    <a:cubicBezTo>
                      <a:pt x="59076" y="26853"/>
                      <a:pt x="58075" y="26920"/>
                      <a:pt x="57775" y="26820"/>
                    </a:cubicBezTo>
                    <a:cubicBezTo>
                      <a:pt x="57441" y="26686"/>
                      <a:pt x="56674" y="26519"/>
                      <a:pt x="56507" y="26186"/>
                    </a:cubicBezTo>
                    <a:cubicBezTo>
                      <a:pt x="56340" y="25886"/>
                      <a:pt x="56507" y="25185"/>
                      <a:pt x="56674" y="24918"/>
                    </a:cubicBezTo>
                    <a:cubicBezTo>
                      <a:pt x="56774" y="24718"/>
                      <a:pt x="57241" y="24518"/>
                      <a:pt x="57441" y="24485"/>
                    </a:cubicBezTo>
                    <a:cubicBezTo>
                      <a:pt x="57526" y="24463"/>
                      <a:pt x="57631" y="24454"/>
                      <a:pt x="57747" y="24454"/>
                    </a:cubicBezTo>
                    <a:cubicBezTo>
                      <a:pt x="58175" y="24454"/>
                      <a:pt x="58753" y="24580"/>
                      <a:pt x="59042" y="24685"/>
                    </a:cubicBezTo>
                    <a:cubicBezTo>
                      <a:pt x="59242" y="24718"/>
                      <a:pt x="59576" y="24918"/>
                      <a:pt x="59709" y="25085"/>
                    </a:cubicBezTo>
                    <a:cubicBezTo>
                      <a:pt x="59909" y="25385"/>
                      <a:pt x="59876" y="26219"/>
                      <a:pt x="60176" y="26386"/>
                    </a:cubicBezTo>
                    <a:cubicBezTo>
                      <a:pt x="60260" y="26453"/>
                      <a:pt x="60410" y="26486"/>
                      <a:pt x="60560" y="26486"/>
                    </a:cubicBezTo>
                    <a:cubicBezTo>
                      <a:pt x="60710" y="26486"/>
                      <a:pt x="60860" y="26453"/>
                      <a:pt x="60944" y="26386"/>
                    </a:cubicBezTo>
                    <a:lnTo>
                      <a:pt x="60944" y="26319"/>
                    </a:lnTo>
                    <a:cubicBezTo>
                      <a:pt x="60957" y="26306"/>
                      <a:pt x="60972" y="26301"/>
                      <a:pt x="60987" y="26301"/>
                    </a:cubicBezTo>
                    <a:cubicBezTo>
                      <a:pt x="61049" y="26301"/>
                      <a:pt x="61124" y="26386"/>
                      <a:pt x="61177" y="26386"/>
                    </a:cubicBezTo>
                    <a:cubicBezTo>
                      <a:pt x="61473" y="26460"/>
                      <a:pt x="61974" y="26534"/>
                      <a:pt x="62448" y="26534"/>
                    </a:cubicBezTo>
                    <a:cubicBezTo>
                      <a:pt x="62827" y="26534"/>
                      <a:pt x="63189" y="26486"/>
                      <a:pt x="63412" y="26353"/>
                    </a:cubicBezTo>
                    <a:cubicBezTo>
                      <a:pt x="63679" y="26186"/>
                      <a:pt x="63612" y="25419"/>
                      <a:pt x="63879" y="25352"/>
                    </a:cubicBezTo>
                    <a:cubicBezTo>
                      <a:pt x="63926" y="25331"/>
                      <a:pt x="63984" y="25322"/>
                      <a:pt x="64048" y="25322"/>
                    </a:cubicBezTo>
                    <a:cubicBezTo>
                      <a:pt x="64396" y="25322"/>
                      <a:pt x="64939" y="25594"/>
                      <a:pt x="65080" y="25819"/>
                    </a:cubicBezTo>
                    <a:cubicBezTo>
                      <a:pt x="65247" y="26052"/>
                      <a:pt x="65080" y="26720"/>
                      <a:pt x="64913" y="26920"/>
                    </a:cubicBezTo>
                    <a:cubicBezTo>
                      <a:pt x="64713" y="27220"/>
                      <a:pt x="63579" y="27220"/>
                      <a:pt x="63679" y="27553"/>
                    </a:cubicBezTo>
                    <a:cubicBezTo>
                      <a:pt x="63879" y="27820"/>
                      <a:pt x="63512" y="28554"/>
                      <a:pt x="63679" y="28854"/>
                    </a:cubicBezTo>
                    <a:cubicBezTo>
                      <a:pt x="64079" y="29488"/>
                      <a:pt x="65747" y="29822"/>
                      <a:pt x="66414" y="30089"/>
                    </a:cubicBezTo>
                    <a:cubicBezTo>
                      <a:pt x="66681" y="30222"/>
                      <a:pt x="67281" y="30355"/>
                      <a:pt x="67448" y="30589"/>
                    </a:cubicBezTo>
                    <a:cubicBezTo>
                      <a:pt x="67448" y="30589"/>
                      <a:pt x="67415" y="30656"/>
                      <a:pt x="67448" y="30656"/>
                    </a:cubicBezTo>
                    <a:cubicBezTo>
                      <a:pt x="67540" y="30747"/>
                      <a:pt x="67762" y="30799"/>
                      <a:pt x="67972" y="30799"/>
                    </a:cubicBezTo>
                    <a:cubicBezTo>
                      <a:pt x="68144" y="30799"/>
                      <a:pt x="68307" y="30764"/>
                      <a:pt x="68382" y="30689"/>
                    </a:cubicBezTo>
                    <a:cubicBezTo>
                      <a:pt x="68716" y="30422"/>
                      <a:pt x="68849" y="29388"/>
                      <a:pt x="68682" y="29021"/>
                    </a:cubicBezTo>
                    <a:cubicBezTo>
                      <a:pt x="68416" y="28521"/>
                      <a:pt x="67215" y="28087"/>
                      <a:pt x="66714" y="27820"/>
                    </a:cubicBezTo>
                    <a:cubicBezTo>
                      <a:pt x="66447" y="27654"/>
                      <a:pt x="65847" y="27420"/>
                      <a:pt x="65714" y="27187"/>
                    </a:cubicBezTo>
                    <a:cubicBezTo>
                      <a:pt x="65580" y="27020"/>
                      <a:pt x="65513" y="26519"/>
                      <a:pt x="65614" y="26353"/>
                    </a:cubicBezTo>
                    <a:cubicBezTo>
                      <a:pt x="65847" y="26086"/>
                      <a:pt x="66581" y="26186"/>
                      <a:pt x="66914" y="26086"/>
                    </a:cubicBezTo>
                    <a:cubicBezTo>
                      <a:pt x="67281" y="26019"/>
                      <a:pt x="68082" y="26086"/>
                      <a:pt x="68349" y="25819"/>
                    </a:cubicBezTo>
                    <a:cubicBezTo>
                      <a:pt x="68782" y="25352"/>
                      <a:pt x="69016" y="23984"/>
                      <a:pt x="68749" y="23384"/>
                    </a:cubicBezTo>
                    <a:cubicBezTo>
                      <a:pt x="68582" y="22984"/>
                      <a:pt x="67748" y="22550"/>
                      <a:pt x="67381" y="22316"/>
                    </a:cubicBezTo>
                    <a:cubicBezTo>
                      <a:pt x="67081" y="22083"/>
                      <a:pt x="66381" y="21716"/>
                      <a:pt x="66214" y="21382"/>
                    </a:cubicBezTo>
                    <a:cubicBezTo>
                      <a:pt x="65780" y="20415"/>
                      <a:pt x="67415" y="17880"/>
                      <a:pt x="66581" y="17246"/>
                    </a:cubicBezTo>
                    <a:cubicBezTo>
                      <a:pt x="66453" y="17144"/>
                      <a:pt x="66297" y="17101"/>
                      <a:pt x="66119" y="17101"/>
                    </a:cubicBezTo>
                    <a:cubicBezTo>
                      <a:pt x="65138" y="17101"/>
                      <a:pt x="63516" y="18434"/>
                      <a:pt x="62611" y="18547"/>
                    </a:cubicBezTo>
                    <a:cubicBezTo>
                      <a:pt x="62483" y="18560"/>
                      <a:pt x="62282" y="18578"/>
                      <a:pt x="62070" y="18578"/>
                    </a:cubicBezTo>
                    <a:cubicBezTo>
                      <a:pt x="61731" y="18578"/>
                      <a:pt x="61367" y="18532"/>
                      <a:pt x="61244" y="18347"/>
                    </a:cubicBezTo>
                    <a:cubicBezTo>
                      <a:pt x="60777" y="17680"/>
                      <a:pt x="62411" y="15979"/>
                      <a:pt x="62044" y="15245"/>
                    </a:cubicBezTo>
                    <a:cubicBezTo>
                      <a:pt x="61436" y="14124"/>
                      <a:pt x="58647" y="13373"/>
                      <a:pt x="57244" y="13373"/>
                    </a:cubicBezTo>
                    <a:cubicBezTo>
                      <a:pt x="57185" y="13373"/>
                      <a:pt x="57128" y="13374"/>
                      <a:pt x="57074" y="13377"/>
                    </a:cubicBezTo>
                    <a:cubicBezTo>
                      <a:pt x="56407" y="13410"/>
                      <a:pt x="55173" y="14077"/>
                      <a:pt x="54772" y="14644"/>
                    </a:cubicBezTo>
                    <a:cubicBezTo>
                      <a:pt x="54105" y="15645"/>
                      <a:pt x="55006" y="18514"/>
                      <a:pt x="54172" y="19381"/>
                    </a:cubicBezTo>
                    <a:cubicBezTo>
                      <a:pt x="53438" y="20081"/>
                      <a:pt x="51036" y="19514"/>
                      <a:pt x="50203" y="20048"/>
                    </a:cubicBezTo>
                    <a:cubicBezTo>
                      <a:pt x="49435" y="20515"/>
                      <a:pt x="49035" y="22517"/>
                      <a:pt x="48268" y="22917"/>
                    </a:cubicBezTo>
                    <a:cubicBezTo>
                      <a:pt x="48055" y="23052"/>
                      <a:pt x="47617" y="23143"/>
                      <a:pt x="47235" y="23143"/>
                    </a:cubicBezTo>
                    <a:cubicBezTo>
                      <a:pt x="46959" y="23143"/>
                      <a:pt x="46712" y="23096"/>
                      <a:pt x="46600" y="22984"/>
                    </a:cubicBezTo>
                    <a:cubicBezTo>
                      <a:pt x="45899" y="22216"/>
                      <a:pt x="47701" y="19848"/>
                      <a:pt x="47167" y="19014"/>
                    </a:cubicBezTo>
                    <a:cubicBezTo>
                      <a:pt x="46667" y="18247"/>
                      <a:pt x="44432" y="18480"/>
                      <a:pt x="43665" y="18047"/>
                    </a:cubicBezTo>
                    <a:cubicBezTo>
                      <a:pt x="43198" y="17813"/>
                      <a:pt x="42264" y="17146"/>
                      <a:pt x="42030" y="16679"/>
                    </a:cubicBezTo>
                    <a:cubicBezTo>
                      <a:pt x="41696" y="16079"/>
                      <a:pt x="41330" y="14578"/>
                      <a:pt x="41663" y="14010"/>
                    </a:cubicBezTo>
                    <a:cubicBezTo>
                      <a:pt x="42564" y="12409"/>
                      <a:pt x="46733" y="11709"/>
                      <a:pt x="48501" y="11242"/>
                    </a:cubicBezTo>
                    <a:cubicBezTo>
                      <a:pt x="49091" y="11088"/>
                      <a:pt x="50311" y="10579"/>
                      <a:pt x="51132" y="10579"/>
                    </a:cubicBezTo>
                    <a:cubicBezTo>
                      <a:pt x="51379" y="10579"/>
                      <a:pt x="51590" y="10626"/>
                      <a:pt x="51737" y="10741"/>
                    </a:cubicBezTo>
                    <a:cubicBezTo>
                      <a:pt x="52171" y="11075"/>
                      <a:pt x="51403" y="12476"/>
                      <a:pt x="51770" y="12843"/>
                    </a:cubicBezTo>
                    <a:cubicBezTo>
                      <a:pt x="51949" y="13041"/>
                      <a:pt x="52411" y="13134"/>
                      <a:pt x="52833" y="13134"/>
                    </a:cubicBezTo>
                    <a:cubicBezTo>
                      <a:pt x="53121" y="13134"/>
                      <a:pt x="53390" y="13091"/>
                      <a:pt x="53538" y="13010"/>
                    </a:cubicBezTo>
                    <a:cubicBezTo>
                      <a:pt x="53738" y="12843"/>
                      <a:pt x="53572" y="12176"/>
                      <a:pt x="53838" y="12009"/>
                    </a:cubicBezTo>
                    <a:cubicBezTo>
                      <a:pt x="53916" y="11946"/>
                      <a:pt x="54028" y="11922"/>
                      <a:pt x="54159" y="11922"/>
                    </a:cubicBezTo>
                    <a:cubicBezTo>
                      <a:pt x="54518" y="11922"/>
                      <a:pt x="55022" y="12096"/>
                      <a:pt x="55369" y="12096"/>
                    </a:cubicBezTo>
                    <a:cubicBezTo>
                      <a:pt x="55496" y="12096"/>
                      <a:pt x="55603" y="12072"/>
                      <a:pt x="55673" y="12009"/>
                    </a:cubicBezTo>
                    <a:cubicBezTo>
                      <a:pt x="55740" y="11976"/>
                      <a:pt x="55773" y="11709"/>
                      <a:pt x="55740" y="11642"/>
                    </a:cubicBezTo>
                    <a:cubicBezTo>
                      <a:pt x="55673" y="11409"/>
                      <a:pt x="55106" y="11375"/>
                      <a:pt x="55006" y="11208"/>
                    </a:cubicBezTo>
                    <a:cubicBezTo>
                      <a:pt x="54873" y="10975"/>
                      <a:pt x="54739" y="10308"/>
                      <a:pt x="54939" y="10074"/>
                    </a:cubicBezTo>
                    <a:cubicBezTo>
                      <a:pt x="55035" y="9993"/>
                      <a:pt x="55174" y="9962"/>
                      <a:pt x="55338" y="9962"/>
                    </a:cubicBezTo>
                    <a:cubicBezTo>
                      <a:pt x="55828" y="9962"/>
                      <a:pt x="56539" y="10235"/>
                      <a:pt x="56996" y="10235"/>
                    </a:cubicBezTo>
                    <a:cubicBezTo>
                      <a:pt x="57075" y="10235"/>
                      <a:pt x="57146" y="10227"/>
                      <a:pt x="57208" y="10208"/>
                    </a:cubicBezTo>
                    <a:cubicBezTo>
                      <a:pt x="57675" y="10074"/>
                      <a:pt x="58375" y="9340"/>
                      <a:pt x="58742" y="9040"/>
                    </a:cubicBezTo>
                    <a:cubicBezTo>
                      <a:pt x="58775" y="9007"/>
                      <a:pt x="58775" y="8973"/>
                      <a:pt x="58842" y="8973"/>
                    </a:cubicBezTo>
                    <a:cubicBezTo>
                      <a:pt x="59009" y="8973"/>
                      <a:pt x="59176" y="8640"/>
                      <a:pt x="59276" y="8573"/>
                    </a:cubicBezTo>
                    <a:cubicBezTo>
                      <a:pt x="59821" y="8397"/>
                      <a:pt x="60690" y="8298"/>
                      <a:pt x="61571" y="8298"/>
                    </a:cubicBezTo>
                    <a:cubicBezTo>
                      <a:pt x="62523" y="8298"/>
                      <a:pt x="63490" y="8413"/>
                      <a:pt x="64079" y="8673"/>
                    </a:cubicBezTo>
                    <a:cubicBezTo>
                      <a:pt x="64713" y="8973"/>
                      <a:pt x="66081" y="10041"/>
                      <a:pt x="65914" y="10675"/>
                    </a:cubicBezTo>
                    <a:cubicBezTo>
                      <a:pt x="65547" y="12142"/>
                      <a:pt x="60076" y="11208"/>
                      <a:pt x="60076" y="12743"/>
                    </a:cubicBezTo>
                    <a:cubicBezTo>
                      <a:pt x="60076" y="14239"/>
                      <a:pt x="63684" y="15473"/>
                      <a:pt x="65804" y="15473"/>
                    </a:cubicBezTo>
                    <a:cubicBezTo>
                      <a:pt x="66189" y="15473"/>
                      <a:pt x="66525" y="15432"/>
                      <a:pt x="66781" y="15345"/>
                    </a:cubicBezTo>
                    <a:cubicBezTo>
                      <a:pt x="67381" y="15145"/>
                      <a:pt x="67415" y="13477"/>
                      <a:pt x="68015" y="13210"/>
                    </a:cubicBezTo>
                    <a:cubicBezTo>
                      <a:pt x="68032" y="13199"/>
                      <a:pt x="68055" y="13194"/>
                      <a:pt x="68083" y="13194"/>
                    </a:cubicBezTo>
                    <a:cubicBezTo>
                      <a:pt x="68221" y="13194"/>
                      <a:pt x="68471" y="13310"/>
                      <a:pt x="68582" y="13310"/>
                    </a:cubicBezTo>
                    <a:cubicBezTo>
                      <a:pt x="69098" y="13364"/>
                      <a:pt x="70010" y="13705"/>
                      <a:pt x="70638" y="13705"/>
                    </a:cubicBezTo>
                    <a:cubicBezTo>
                      <a:pt x="70782" y="13705"/>
                      <a:pt x="70911" y="13687"/>
                      <a:pt x="71017" y="13644"/>
                    </a:cubicBezTo>
                    <a:cubicBezTo>
                      <a:pt x="71551" y="13410"/>
                      <a:pt x="72518" y="12343"/>
                      <a:pt x="72352" y="11809"/>
                    </a:cubicBezTo>
                    <a:cubicBezTo>
                      <a:pt x="72185" y="11242"/>
                      <a:pt x="70550" y="11475"/>
                      <a:pt x="70250" y="10975"/>
                    </a:cubicBezTo>
                    <a:cubicBezTo>
                      <a:pt x="69917" y="10408"/>
                      <a:pt x="70884" y="9040"/>
                      <a:pt x="70584" y="8473"/>
                    </a:cubicBezTo>
                    <a:cubicBezTo>
                      <a:pt x="70417" y="8140"/>
                      <a:pt x="69616" y="7873"/>
                      <a:pt x="69283" y="7673"/>
                    </a:cubicBezTo>
                    <a:cubicBezTo>
                      <a:pt x="68049" y="6905"/>
                      <a:pt x="65680" y="5037"/>
                      <a:pt x="64246" y="4637"/>
                    </a:cubicBezTo>
                    <a:cubicBezTo>
                      <a:pt x="63621" y="4453"/>
                      <a:pt x="62610" y="4381"/>
                      <a:pt x="61634" y="4381"/>
                    </a:cubicBezTo>
                    <a:cubicBezTo>
                      <a:pt x="60839" y="4381"/>
                      <a:pt x="60066" y="4429"/>
                      <a:pt x="59543" y="4504"/>
                    </a:cubicBezTo>
                    <a:cubicBezTo>
                      <a:pt x="58775" y="4637"/>
                      <a:pt x="57208" y="4871"/>
                      <a:pt x="56741" y="5471"/>
                    </a:cubicBezTo>
                    <a:cubicBezTo>
                      <a:pt x="56240" y="6138"/>
                      <a:pt x="57208" y="8306"/>
                      <a:pt x="56507" y="8740"/>
                    </a:cubicBezTo>
                    <a:cubicBezTo>
                      <a:pt x="56375" y="8828"/>
                      <a:pt x="56191" y="8866"/>
                      <a:pt x="55980" y="8866"/>
                    </a:cubicBezTo>
                    <a:cubicBezTo>
                      <a:pt x="55234" y="8866"/>
                      <a:pt x="54151" y="8389"/>
                      <a:pt x="53838" y="7973"/>
                    </a:cubicBezTo>
                    <a:cubicBezTo>
                      <a:pt x="53538" y="7572"/>
                      <a:pt x="53438" y="6505"/>
                      <a:pt x="53672" y="6071"/>
                    </a:cubicBezTo>
                    <a:cubicBezTo>
                      <a:pt x="54039" y="5304"/>
                      <a:pt x="56774" y="5004"/>
                      <a:pt x="56574" y="4137"/>
                    </a:cubicBezTo>
                    <a:cubicBezTo>
                      <a:pt x="56414" y="3335"/>
                      <a:pt x="54808" y="3210"/>
                      <a:pt x="53439" y="3210"/>
                    </a:cubicBezTo>
                    <a:cubicBezTo>
                      <a:pt x="52813" y="3210"/>
                      <a:pt x="52237" y="3236"/>
                      <a:pt x="51870" y="3236"/>
                    </a:cubicBezTo>
                    <a:cubicBezTo>
                      <a:pt x="51503" y="3236"/>
                      <a:pt x="50736" y="3236"/>
                      <a:pt x="50436" y="3470"/>
                    </a:cubicBezTo>
                    <a:cubicBezTo>
                      <a:pt x="50102" y="3703"/>
                      <a:pt x="49502" y="4537"/>
                      <a:pt x="49669" y="4971"/>
                    </a:cubicBezTo>
                    <a:cubicBezTo>
                      <a:pt x="49836" y="5371"/>
                      <a:pt x="51203" y="5071"/>
                      <a:pt x="51403" y="5504"/>
                    </a:cubicBezTo>
                    <a:cubicBezTo>
                      <a:pt x="51604" y="5905"/>
                      <a:pt x="51203" y="6972"/>
                      <a:pt x="50836" y="7206"/>
                    </a:cubicBezTo>
                    <a:cubicBezTo>
                      <a:pt x="50720" y="7285"/>
                      <a:pt x="50565" y="7316"/>
                      <a:pt x="50386" y="7316"/>
                    </a:cubicBezTo>
                    <a:cubicBezTo>
                      <a:pt x="49734" y="7316"/>
                      <a:pt x="48758" y="6903"/>
                      <a:pt x="48128" y="6903"/>
                    </a:cubicBezTo>
                    <a:cubicBezTo>
                      <a:pt x="47988" y="6903"/>
                      <a:pt x="47866" y="6923"/>
                      <a:pt x="47767" y="6972"/>
                    </a:cubicBezTo>
                    <a:cubicBezTo>
                      <a:pt x="47501" y="7139"/>
                      <a:pt x="47434" y="7906"/>
                      <a:pt x="47167" y="8039"/>
                    </a:cubicBezTo>
                    <a:cubicBezTo>
                      <a:pt x="46804" y="8227"/>
                      <a:pt x="46188" y="8321"/>
                      <a:pt x="45523" y="8321"/>
                    </a:cubicBezTo>
                    <a:cubicBezTo>
                      <a:pt x="44414" y="8321"/>
                      <a:pt x="43168" y="8060"/>
                      <a:pt x="42731" y="7539"/>
                    </a:cubicBezTo>
                    <a:cubicBezTo>
                      <a:pt x="42364" y="7072"/>
                      <a:pt x="42897" y="5237"/>
                      <a:pt x="42764" y="5071"/>
                    </a:cubicBezTo>
                    <a:lnTo>
                      <a:pt x="42764" y="5071"/>
                    </a:lnTo>
                    <a:cubicBezTo>
                      <a:pt x="43017" y="5155"/>
                      <a:pt x="44745" y="5549"/>
                      <a:pt x="45739" y="5549"/>
                    </a:cubicBezTo>
                    <a:cubicBezTo>
                      <a:pt x="45922" y="5549"/>
                      <a:pt x="46080" y="5535"/>
                      <a:pt x="46200" y="5504"/>
                    </a:cubicBezTo>
                    <a:cubicBezTo>
                      <a:pt x="47067" y="5304"/>
                      <a:pt x="49168" y="4237"/>
                      <a:pt x="49168" y="3369"/>
                    </a:cubicBezTo>
                    <a:cubicBezTo>
                      <a:pt x="49168" y="3003"/>
                      <a:pt x="48234" y="2469"/>
                      <a:pt x="47834" y="2469"/>
                    </a:cubicBezTo>
                    <a:cubicBezTo>
                      <a:pt x="47167" y="2469"/>
                      <a:pt x="46366" y="3870"/>
                      <a:pt x="45699" y="4003"/>
                    </a:cubicBezTo>
                    <a:cubicBezTo>
                      <a:pt x="45548" y="4035"/>
                      <a:pt x="45365" y="4050"/>
                      <a:pt x="45163" y="4050"/>
                    </a:cubicBezTo>
                    <a:cubicBezTo>
                      <a:pt x="44295" y="4050"/>
                      <a:pt x="43078" y="3775"/>
                      <a:pt x="42564" y="3369"/>
                    </a:cubicBezTo>
                    <a:cubicBezTo>
                      <a:pt x="41897" y="2902"/>
                      <a:pt x="41696" y="1001"/>
                      <a:pt x="41029" y="534"/>
                    </a:cubicBezTo>
                    <a:cubicBezTo>
                      <a:pt x="40596" y="234"/>
                      <a:pt x="39862" y="67"/>
                      <a:pt x="3909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89"/>
              <p:cNvSpPr/>
              <p:nvPr/>
            </p:nvSpPr>
            <p:spPr>
              <a:xfrm>
                <a:off x="4296575" y="2742525"/>
                <a:ext cx="1235075" cy="1752825"/>
              </a:xfrm>
              <a:custGeom>
                <a:avLst/>
                <a:gdLst/>
                <a:ahLst/>
                <a:cxnLst/>
                <a:rect l="l" t="t" r="r" b="b"/>
                <a:pathLst>
                  <a:path w="49403" h="70113" extrusionOk="0">
                    <a:moveTo>
                      <a:pt x="26578" y="0"/>
                    </a:moveTo>
                    <a:cubicBezTo>
                      <a:pt x="24870" y="0"/>
                      <a:pt x="22989" y="287"/>
                      <a:pt x="21883" y="429"/>
                    </a:cubicBezTo>
                    <a:cubicBezTo>
                      <a:pt x="21182" y="529"/>
                      <a:pt x="19948" y="1330"/>
                      <a:pt x="19214" y="1397"/>
                    </a:cubicBezTo>
                    <a:cubicBezTo>
                      <a:pt x="19131" y="1408"/>
                      <a:pt x="19037" y="1413"/>
                      <a:pt x="18936" y="1413"/>
                    </a:cubicBezTo>
                    <a:cubicBezTo>
                      <a:pt x="18102" y="1413"/>
                      <a:pt x="16729" y="1078"/>
                      <a:pt x="16045" y="930"/>
                    </a:cubicBezTo>
                    <a:cubicBezTo>
                      <a:pt x="15645" y="863"/>
                      <a:pt x="14878" y="563"/>
                      <a:pt x="14511" y="563"/>
                    </a:cubicBezTo>
                    <a:cubicBezTo>
                      <a:pt x="13377" y="663"/>
                      <a:pt x="11042" y="1263"/>
                      <a:pt x="10341" y="2164"/>
                    </a:cubicBezTo>
                    <a:cubicBezTo>
                      <a:pt x="9707" y="2931"/>
                      <a:pt x="10374" y="5266"/>
                      <a:pt x="9807" y="6100"/>
                    </a:cubicBezTo>
                    <a:cubicBezTo>
                      <a:pt x="8440" y="8068"/>
                      <a:pt x="2235" y="8435"/>
                      <a:pt x="1168" y="10570"/>
                    </a:cubicBezTo>
                    <a:cubicBezTo>
                      <a:pt x="868" y="11104"/>
                      <a:pt x="1034" y="12605"/>
                      <a:pt x="1501" y="13038"/>
                    </a:cubicBezTo>
                    <a:cubicBezTo>
                      <a:pt x="1589" y="13126"/>
                      <a:pt x="1742" y="13151"/>
                      <a:pt x="1920" y="13151"/>
                    </a:cubicBezTo>
                    <a:cubicBezTo>
                      <a:pt x="2161" y="13151"/>
                      <a:pt x="2450" y="13105"/>
                      <a:pt x="2686" y="13105"/>
                    </a:cubicBezTo>
                    <a:cubicBezTo>
                      <a:pt x="2874" y="13105"/>
                      <a:pt x="3029" y="13134"/>
                      <a:pt x="3103" y="13239"/>
                    </a:cubicBezTo>
                    <a:cubicBezTo>
                      <a:pt x="3303" y="13539"/>
                      <a:pt x="3136" y="14206"/>
                      <a:pt x="2869" y="14740"/>
                    </a:cubicBezTo>
                    <a:cubicBezTo>
                      <a:pt x="2769" y="15040"/>
                      <a:pt x="2536" y="15340"/>
                      <a:pt x="2369" y="15440"/>
                    </a:cubicBezTo>
                    <a:cubicBezTo>
                      <a:pt x="2135" y="15674"/>
                      <a:pt x="1368" y="15507"/>
                      <a:pt x="1168" y="15707"/>
                    </a:cubicBezTo>
                    <a:cubicBezTo>
                      <a:pt x="134" y="16774"/>
                      <a:pt x="0" y="20177"/>
                      <a:pt x="334" y="21611"/>
                    </a:cubicBezTo>
                    <a:cubicBezTo>
                      <a:pt x="934" y="24113"/>
                      <a:pt x="3970" y="28783"/>
                      <a:pt x="6171" y="30184"/>
                    </a:cubicBezTo>
                    <a:cubicBezTo>
                      <a:pt x="6630" y="30450"/>
                      <a:pt x="7631" y="30715"/>
                      <a:pt x="8401" y="30715"/>
                    </a:cubicBezTo>
                    <a:cubicBezTo>
                      <a:pt x="8695" y="30715"/>
                      <a:pt x="8956" y="30676"/>
                      <a:pt x="9140" y="30584"/>
                    </a:cubicBezTo>
                    <a:cubicBezTo>
                      <a:pt x="9274" y="30551"/>
                      <a:pt x="9274" y="30217"/>
                      <a:pt x="9374" y="30117"/>
                    </a:cubicBezTo>
                    <a:cubicBezTo>
                      <a:pt x="9559" y="30032"/>
                      <a:pt x="9780" y="29997"/>
                      <a:pt x="10026" y="29997"/>
                    </a:cubicBezTo>
                    <a:cubicBezTo>
                      <a:pt x="11284" y="29997"/>
                      <a:pt x="13206" y="30922"/>
                      <a:pt x="14405" y="30922"/>
                    </a:cubicBezTo>
                    <a:cubicBezTo>
                      <a:pt x="14539" y="30922"/>
                      <a:pt x="14664" y="30910"/>
                      <a:pt x="14778" y="30884"/>
                    </a:cubicBezTo>
                    <a:cubicBezTo>
                      <a:pt x="15278" y="30751"/>
                      <a:pt x="15978" y="29784"/>
                      <a:pt x="16479" y="29684"/>
                    </a:cubicBezTo>
                    <a:cubicBezTo>
                      <a:pt x="16657" y="29643"/>
                      <a:pt x="16890" y="29624"/>
                      <a:pt x="17148" y="29624"/>
                    </a:cubicBezTo>
                    <a:cubicBezTo>
                      <a:pt x="17951" y="29624"/>
                      <a:pt x="19010" y="29806"/>
                      <a:pt x="19514" y="30084"/>
                    </a:cubicBezTo>
                    <a:cubicBezTo>
                      <a:pt x="20015" y="30384"/>
                      <a:pt x="20482" y="31618"/>
                      <a:pt x="20982" y="31952"/>
                    </a:cubicBezTo>
                    <a:cubicBezTo>
                      <a:pt x="21949" y="32586"/>
                      <a:pt x="24818" y="32085"/>
                      <a:pt x="25452" y="33053"/>
                    </a:cubicBezTo>
                    <a:cubicBezTo>
                      <a:pt x="26219" y="34287"/>
                      <a:pt x="23951" y="37356"/>
                      <a:pt x="24051" y="38857"/>
                    </a:cubicBezTo>
                    <a:cubicBezTo>
                      <a:pt x="24284" y="41359"/>
                      <a:pt x="28221" y="45728"/>
                      <a:pt x="27954" y="48230"/>
                    </a:cubicBezTo>
                    <a:cubicBezTo>
                      <a:pt x="27787" y="49631"/>
                      <a:pt x="25118" y="51466"/>
                      <a:pt x="24651" y="52800"/>
                    </a:cubicBezTo>
                    <a:cubicBezTo>
                      <a:pt x="24451" y="53367"/>
                      <a:pt x="24351" y="54601"/>
                      <a:pt x="24518" y="55135"/>
                    </a:cubicBezTo>
                    <a:cubicBezTo>
                      <a:pt x="24685" y="55602"/>
                      <a:pt x="25352" y="56203"/>
                      <a:pt x="25852" y="56736"/>
                    </a:cubicBezTo>
                    <a:cubicBezTo>
                      <a:pt x="26119" y="56970"/>
                      <a:pt x="26286" y="57237"/>
                      <a:pt x="26353" y="57470"/>
                    </a:cubicBezTo>
                    <a:cubicBezTo>
                      <a:pt x="26719" y="58871"/>
                      <a:pt x="25352" y="61707"/>
                      <a:pt x="25619" y="63074"/>
                    </a:cubicBezTo>
                    <a:cubicBezTo>
                      <a:pt x="25652" y="63308"/>
                      <a:pt x="25785" y="63608"/>
                      <a:pt x="25952" y="63908"/>
                    </a:cubicBezTo>
                    <a:cubicBezTo>
                      <a:pt x="26519" y="64942"/>
                      <a:pt x="27687" y="66210"/>
                      <a:pt x="27854" y="67044"/>
                    </a:cubicBezTo>
                    <a:cubicBezTo>
                      <a:pt x="27987" y="67744"/>
                      <a:pt x="27453" y="69045"/>
                      <a:pt x="27186" y="70113"/>
                    </a:cubicBezTo>
                    <a:cubicBezTo>
                      <a:pt x="33458" y="64108"/>
                      <a:pt x="38628" y="56803"/>
                      <a:pt x="42364" y="48397"/>
                    </a:cubicBezTo>
                    <a:cubicBezTo>
                      <a:pt x="47868" y="36055"/>
                      <a:pt x="49402" y="22845"/>
                      <a:pt x="47501" y="10336"/>
                    </a:cubicBezTo>
                    <a:cubicBezTo>
                      <a:pt x="46534" y="10170"/>
                      <a:pt x="45666" y="9903"/>
                      <a:pt x="45066" y="9603"/>
                    </a:cubicBezTo>
                    <a:cubicBezTo>
                      <a:pt x="44065" y="9169"/>
                      <a:pt x="42931" y="7034"/>
                      <a:pt x="41897" y="6600"/>
                    </a:cubicBezTo>
                    <a:cubicBezTo>
                      <a:pt x="41374" y="6370"/>
                      <a:pt x="40327" y="6140"/>
                      <a:pt x="39446" y="6140"/>
                    </a:cubicBezTo>
                    <a:cubicBezTo>
                      <a:pt x="38922" y="6140"/>
                      <a:pt x="38456" y="6222"/>
                      <a:pt x="38194" y="6434"/>
                    </a:cubicBezTo>
                    <a:cubicBezTo>
                      <a:pt x="37794" y="6767"/>
                      <a:pt x="38361" y="8335"/>
                      <a:pt x="37894" y="8602"/>
                    </a:cubicBezTo>
                    <a:cubicBezTo>
                      <a:pt x="37831" y="8647"/>
                      <a:pt x="37739" y="8665"/>
                      <a:pt x="37631" y="8665"/>
                    </a:cubicBezTo>
                    <a:cubicBezTo>
                      <a:pt x="37342" y="8665"/>
                      <a:pt x="36946" y="8532"/>
                      <a:pt x="36727" y="8435"/>
                    </a:cubicBezTo>
                    <a:cubicBezTo>
                      <a:pt x="36393" y="8268"/>
                      <a:pt x="35959" y="7601"/>
                      <a:pt x="35626" y="7401"/>
                    </a:cubicBezTo>
                    <a:cubicBezTo>
                      <a:pt x="35192" y="7168"/>
                      <a:pt x="34625" y="6934"/>
                      <a:pt x="33958" y="6767"/>
                    </a:cubicBezTo>
                    <a:cubicBezTo>
                      <a:pt x="32223" y="6334"/>
                      <a:pt x="30055" y="5933"/>
                      <a:pt x="29488" y="4933"/>
                    </a:cubicBezTo>
                    <a:cubicBezTo>
                      <a:pt x="28954" y="4065"/>
                      <a:pt x="30689" y="1730"/>
                      <a:pt x="30022" y="930"/>
                    </a:cubicBezTo>
                    <a:cubicBezTo>
                      <a:pt x="29417" y="216"/>
                      <a:pt x="28063" y="0"/>
                      <a:pt x="2657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89"/>
              <p:cNvSpPr/>
              <p:nvPr/>
            </p:nvSpPr>
            <p:spPr>
              <a:xfrm>
                <a:off x="3687800" y="2354550"/>
                <a:ext cx="119275" cy="62975"/>
              </a:xfrm>
              <a:custGeom>
                <a:avLst/>
                <a:gdLst/>
                <a:ahLst/>
                <a:cxnLst/>
                <a:rect l="l" t="t" r="r" b="b"/>
                <a:pathLst>
                  <a:path w="4771" h="2519" extrusionOk="0">
                    <a:moveTo>
                      <a:pt x="3130" y="0"/>
                    </a:moveTo>
                    <a:cubicBezTo>
                      <a:pt x="3056" y="0"/>
                      <a:pt x="2989" y="11"/>
                      <a:pt x="2936" y="37"/>
                    </a:cubicBezTo>
                    <a:cubicBezTo>
                      <a:pt x="2669" y="137"/>
                      <a:pt x="2636" y="904"/>
                      <a:pt x="2336" y="1038"/>
                    </a:cubicBezTo>
                    <a:cubicBezTo>
                      <a:pt x="2283" y="1060"/>
                      <a:pt x="2221" y="1070"/>
                      <a:pt x="2152" y="1070"/>
                    </a:cubicBezTo>
                    <a:cubicBezTo>
                      <a:pt x="1711" y="1070"/>
                      <a:pt x="990" y="669"/>
                      <a:pt x="548" y="669"/>
                    </a:cubicBezTo>
                    <a:cubicBezTo>
                      <a:pt x="450" y="669"/>
                      <a:pt x="365" y="689"/>
                      <a:pt x="301" y="737"/>
                    </a:cubicBezTo>
                    <a:cubicBezTo>
                      <a:pt x="101" y="904"/>
                      <a:pt x="1" y="1571"/>
                      <a:pt x="167" y="1772"/>
                    </a:cubicBezTo>
                    <a:cubicBezTo>
                      <a:pt x="201" y="1805"/>
                      <a:pt x="260" y="1812"/>
                      <a:pt x="327" y="1812"/>
                    </a:cubicBezTo>
                    <a:cubicBezTo>
                      <a:pt x="380" y="1812"/>
                      <a:pt x="438" y="1808"/>
                      <a:pt x="492" y="1808"/>
                    </a:cubicBezTo>
                    <a:cubicBezTo>
                      <a:pt x="572" y="1808"/>
                      <a:pt x="641" y="1818"/>
                      <a:pt x="668" y="1872"/>
                    </a:cubicBezTo>
                    <a:cubicBezTo>
                      <a:pt x="801" y="1938"/>
                      <a:pt x="501" y="2172"/>
                      <a:pt x="701" y="2372"/>
                    </a:cubicBezTo>
                    <a:cubicBezTo>
                      <a:pt x="812" y="2482"/>
                      <a:pt x="1034" y="2518"/>
                      <a:pt x="1270" y="2518"/>
                    </a:cubicBezTo>
                    <a:cubicBezTo>
                      <a:pt x="1532" y="2518"/>
                      <a:pt x="1811" y="2474"/>
                      <a:pt x="1969" y="2439"/>
                    </a:cubicBezTo>
                    <a:cubicBezTo>
                      <a:pt x="2202" y="2405"/>
                      <a:pt x="2669" y="2239"/>
                      <a:pt x="2803" y="2072"/>
                    </a:cubicBezTo>
                    <a:cubicBezTo>
                      <a:pt x="2969" y="1905"/>
                      <a:pt x="2936" y="1271"/>
                      <a:pt x="3136" y="1171"/>
                    </a:cubicBezTo>
                    <a:cubicBezTo>
                      <a:pt x="3174" y="1146"/>
                      <a:pt x="3227" y="1136"/>
                      <a:pt x="3288" y="1136"/>
                    </a:cubicBezTo>
                    <a:cubicBezTo>
                      <a:pt x="3490" y="1136"/>
                      <a:pt x="3789" y="1240"/>
                      <a:pt x="4003" y="1240"/>
                    </a:cubicBezTo>
                    <a:cubicBezTo>
                      <a:pt x="4068" y="1240"/>
                      <a:pt x="4126" y="1230"/>
                      <a:pt x="4170" y="1204"/>
                    </a:cubicBezTo>
                    <a:cubicBezTo>
                      <a:pt x="4370" y="1071"/>
                      <a:pt x="4771" y="637"/>
                      <a:pt x="4671" y="437"/>
                    </a:cubicBezTo>
                    <a:cubicBezTo>
                      <a:pt x="4604" y="237"/>
                      <a:pt x="4004" y="204"/>
                      <a:pt x="3770" y="104"/>
                    </a:cubicBezTo>
                    <a:cubicBezTo>
                      <a:pt x="3598" y="79"/>
                      <a:pt x="3336" y="0"/>
                      <a:pt x="3130" y="0"/>
                    </a:cubicBezTo>
                    <a:close/>
                  </a:path>
                </a:pathLst>
              </a:custGeom>
              <a:solidFill>
                <a:srgbClr val="2D42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89"/>
              <p:cNvSpPr/>
              <p:nvPr/>
            </p:nvSpPr>
            <p:spPr>
              <a:xfrm>
                <a:off x="2391875" y="1676150"/>
                <a:ext cx="2229950" cy="2839700"/>
              </a:xfrm>
              <a:custGeom>
                <a:avLst/>
                <a:gdLst/>
                <a:ahLst/>
                <a:cxnLst/>
                <a:rect l="l" t="t" r="r" b="b"/>
                <a:pathLst>
                  <a:path w="89198" h="113588" extrusionOk="0">
                    <a:moveTo>
                      <a:pt x="74814" y="1"/>
                    </a:moveTo>
                    <a:cubicBezTo>
                      <a:pt x="74717" y="1"/>
                      <a:pt x="74619" y="7"/>
                      <a:pt x="74521" y="20"/>
                    </a:cubicBezTo>
                    <a:lnTo>
                      <a:pt x="2169" y="8660"/>
                    </a:lnTo>
                    <a:cubicBezTo>
                      <a:pt x="935" y="8826"/>
                      <a:pt x="1" y="9927"/>
                      <a:pt x="167" y="11195"/>
                    </a:cubicBezTo>
                    <a:lnTo>
                      <a:pt x="12143" y="111567"/>
                    </a:lnTo>
                    <a:cubicBezTo>
                      <a:pt x="12296" y="112705"/>
                      <a:pt x="13273" y="113587"/>
                      <a:pt x="14391" y="113587"/>
                    </a:cubicBezTo>
                    <a:cubicBezTo>
                      <a:pt x="14486" y="113587"/>
                      <a:pt x="14582" y="113581"/>
                      <a:pt x="14678" y="113568"/>
                    </a:cubicBezTo>
                    <a:lnTo>
                      <a:pt x="87029" y="104929"/>
                    </a:lnTo>
                    <a:cubicBezTo>
                      <a:pt x="88297" y="104762"/>
                      <a:pt x="89198" y="103628"/>
                      <a:pt x="89031" y="102393"/>
                    </a:cubicBezTo>
                    <a:lnTo>
                      <a:pt x="77056" y="2022"/>
                    </a:lnTo>
                    <a:cubicBezTo>
                      <a:pt x="76902" y="884"/>
                      <a:pt x="75954" y="1"/>
                      <a:pt x="748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89"/>
              <p:cNvSpPr/>
              <p:nvPr/>
            </p:nvSpPr>
            <p:spPr>
              <a:xfrm>
                <a:off x="2546150" y="1790050"/>
                <a:ext cx="1993950" cy="2526000"/>
              </a:xfrm>
              <a:custGeom>
                <a:avLst/>
                <a:gdLst/>
                <a:ahLst/>
                <a:cxnLst/>
                <a:rect l="l" t="t" r="r" b="b"/>
                <a:pathLst>
                  <a:path w="79758" h="101040" extrusionOk="0">
                    <a:moveTo>
                      <a:pt x="67215" y="1"/>
                    </a:moveTo>
                    <a:lnTo>
                      <a:pt x="62679" y="468"/>
                    </a:lnTo>
                    <a:lnTo>
                      <a:pt x="1" y="6906"/>
                    </a:lnTo>
                    <a:lnTo>
                      <a:pt x="9574" y="85796"/>
                    </a:lnTo>
                    <a:lnTo>
                      <a:pt x="11409" y="101040"/>
                    </a:lnTo>
                    <a:lnTo>
                      <a:pt x="79758" y="91633"/>
                    </a:lnTo>
                    <a:lnTo>
                      <a:pt x="6721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89"/>
              <p:cNvSpPr/>
              <p:nvPr/>
            </p:nvSpPr>
            <p:spPr>
              <a:xfrm>
                <a:off x="2756300" y="2105375"/>
                <a:ext cx="156800" cy="177550"/>
              </a:xfrm>
              <a:custGeom>
                <a:avLst/>
                <a:gdLst/>
                <a:ahLst/>
                <a:cxnLst/>
                <a:rect l="l" t="t" r="r" b="b"/>
                <a:pathLst>
                  <a:path w="6272" h="7102" extrusionOk="0">
                    <a:moveTo>
                      <a:pt x="2688" y="765"/>
                    </a:moveTo>
                    <a:cubicBezTo>
                      <a:pt x="3361" y="765"/>
                      <a:pt x="3877" y="909"/>
                      <a:pt x="4270" y="1198"/>
                    </a:cubicBezTo>
                    <a:cubicBezTo>
                      <a:pt x="4737" y="1565"/>
                      <a:pt x="5038" y="2198"/>
                      <a:pt x="5171" y="3132"/>
                    </a:cubicBezTo>
                    <a:cubicBezTo>
                      <a:pt x="5271" y="4033"/>
                      <a:pt x="5138" y="4734"/>
                      <a:pt x="4737" y="5234"/>
                    </a:cubicBezTo>
                    <a:cubicBezTo>
                      <a:pt x="4371" y="5701"/>
                      <a:pt x="3703" y="6001"/>
                      <a:pt x="2736" y="6101"/>
                    </a:cubicBezTo>
                    <a:lnTo>
                      <a:pt x="1635" y="6235"/>
                    </a:lnTo>
                    <a:lnTo>
                      <a:pt x="1001" y="931"/>
                    </a:lnTo>
                    <a:lnTo>
                      <a:pt x="2102" y="797"/>
                    </a:lnTo>
                    <a:cubicBezTo>
                      <a:pt x="2310" y="776"/>
                      <a:pt x="2505" y="765"/>
                      <a:pt x="2688" y="765"/>
                    </a:cubicBezTo>
                    <a:close/>
                    <a:moveTo>
                      <a:pt x="2833" y="0"/>
                    </a:moveTo>
                    <a:cubicBezTo>
                      <a:pt x="2542" y="0"/>
                      <a:pt x="2231" y="21"/>
                      <a:pt x="1902" y="64"/>
                    </a:cubicBezTo>
                    <a:lnTo>
                      <a:pt x="1" y="297"/>
                    </a:lnTo>
                    <a:lnTo>
                      <a:pt x="801" y="7102"/>
                    </a:lnTo>
                    <a:lnTo>
                      <a:pt x="2703" y="6868"/>
                    </a:lnTo>
                    <a:cubicBezTo>
                      <a:pt x="4004" y="6735"/>
                      <a:pt x="4938" y="6335"/>
                      <a:pt x="5505" y="5701"/>
                    </a:cubicBezTo>
                    <a:cubicBezTo>
                      <a:pt x="6072" y="5067"/>
                      <a:pt x="6272" y="4166"/>
                      <a:pt x="6138" y="2999"/>
                    </a:cubicBezTo>
                    <a:cubicBezTo>
                      <a:pt x="6005" y="1831"/>
                      <a:pt x="5571" y="1031"/>
                      <a:pt x="4904" y="531"/>
                    </a:cubicBezTo>
                    <a:cubicBezTo>
                      <a:pt x="4381" y="182"/>
                      <a:pt x="3691" y="0"/>
                      <a:pt x="28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89"/>
              <p:cNvSpPr/>
              <p:nvPr/>
            </p:nvSpPr>
            <p:spPr>
              <a:xfrm>
                <a:off x="2946450" y="2086925"/>
                <a:ext cx="43375" cy="173500"/>
              </a:xfrm>
              <a:custGeom>
                <a:avLst/>
                <a:gdLst/>
                <a:ahLst/>
                <a:cxnLst/>
                <a:rect l="l" t="t" r="r" b="b"/>
                <a:pathLst>
                  <a:path w="1735" h="6940" extrusionOk="0">
                    <a:moveTo>
                      <a:pt x="934" y="1"/>
                    </a:moveTo>
                    <a:lnTo>
                      <a:pt x="0" y="134"/>
                    </a:lnTo>
                    <a:lnTo>
                      <a:pt x="801" y="6939"/>
                    </a:lnTo>
                    <a:lnTo>
                      <a:pt x="1735" y="6839"/>
                    </a:lnTo>
                    <a:lnTo>
                      <a:pt x="9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89"/>
              <p:cNvSpPr/>
              <p:nvPr/>
            </p:nvSpPr>
            <p:spPr>
              <a:xfrm>
                <a:off x="3024825" y="2071925"/>
                <a:ext cx="156800" cy="181825"/>
              </a:xfrm>
              <a:custGeom>
                <a:avLst/>
                <a:gdLst/>
                <a:ahLst/>
                <a:cxnLst/>
                <a:rect l="l" t="t" r="r" b="b"/>
                <a:pathLst>
                  <a:path w="6272" h="7273" extrusionOk="0">
                    <a:moveTo>
                      <a:pt x="2436" y="968"/>
                    </a:moveTo>
                    <a:lnTo>
                      <a:pt x="4104" y="4237"/>
                    </a:lnTo>
                    <a:lnTo>
                      <a:pt x="1569" y="4504"/>
                    </a:lnTo>
                    <a:lnTo>
                      <a:pt x="2436" y="968"/>
                    </a:lnTo>
                    <a:close/>
                    <a:moveTo>
                      <a:pt x="2836" y="1"/>
                    </a:moveTo>
                    <a:lnTo>
                      <a:pt x="1802" y="134"/>
                    </a:lnTo>
                    <a:lnTo>
                      <a:pt x="1" y="7272"/>
                    </a:lnTo>
                    <a:lnTo>
                      <a:pt x="968" y="7139"/>
                    </a:lnTo>
                    <a:lnTo>
                      <a:pt x="1402" y="5304"/>
                    </a:lnTo>
                    <a:lnTo>
                      <a:pt x="4471" y="4937"/>
                    </a:lnTo>
                    <a:lnTo>
                      <a:pt x="5305" y="6639"/>
                    </a:lnTo>
                    <a:lnTo>
                      <a:pt x="6272" y="6505"/>
                    </a:lnTo>
                    <a:lnTo>
                      <a:pt x="28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89"/>
              <p:cNvSpPr/>
              <p:nvPr/>
            </p:nvSpPr>
            <p:spPr>
              <a:xfrm>
                <a:off x="3195775" y="2052150"/>
                <a:ext cx="137625" cy="178250"/>
              </a:xfrm>
              <a:custGeom>
                <a:avLst/>
                <a:gdLst/>
                <a:ahLst/>
                <a:cxnLst/>
                <a:rect l="l" t="t" r="r" b="b"/>
                <a:pathLst>
                  <a:path w="5505" h="7130" extrusionOk="0">
                    <a:moveTo>
                      <a:pt x="2698" y="779"/>
                    </a:moveTo>
                    <a:cubicBezTo>
                      <a:pt x="3002" y="779"/>
                      <a:pt x="3258" y="823"/>
                      <a:pt x="3437" y="925"/>
                    </a:cubicBezTo>
                    <a:cubicBezTo>
                      <a:pt x="3670" y="1092"/>
                      <a:pt x="3804" y="1325"/>
                      <a:pt x="3837" y="1659"/>
                    </a:cubicBezTo>
                    <a:cubicBezTo>
                      <a:pt x="3904" y="2026"/>
                      <a:pt x="3804" y="2293"/>
                      <a:pt x="3604" y="2493"/>
                    </a:cubicBezTo>
                    <a:cubicBezTo>
                      <a:pt x="3403" y="2693"/>
                      <a:pt x="3103" y="2793"/>
                      <a:pt x="2636" y="2860"/>
                    </a:cubicBezTo>
                    <a:lnTo>
                      <a:pt x="1269" y="3026"/>
                    </a:lnTo>
                    <a:lnTo>
                      <a:pt x="1035" y="958"/>
                    </a:lnTo>
                    <a:lnTo>
                      <a:pt x="2403" y="792"/>
                    </a:lnTo>
                    <a:cubicBezTo>
                      <a:pt x="2505" y="784"/>
                      <a:pt x="2604" y="779"/>
                      <a:pt x="2698" y="779"/>
                    </a:cubicBezTo>
                    <a:close/>
                    <a:moveTo>
                      <a:pt x="3198" y="3568"/>
                    </a:moveTo>
                    <a:cubicBezTo>
                      <a:pt x="3520" y="3568"/>
                      <a:pt x="3773" y="3637"/>
                      <a:pt x="3970" y="3760"/>
                    </a:cubicBezTo>
                    <a:cubicBezTo>
                      <a:pt x="4237" y="3927"/>
                      <a:pt x="4404" y="4227"/>
                      <a:pt x="4437" y="4661"/>
                    </a:cubicBezTo>
                    <a:cubicBezTo>
                      <a:pt x="4504" y="5095"/>
                      <a:pt x="4404" y="5428"/>
                      <a:pt x="4204" y="5662"/>
                    </a:cubicBezTo>
                    <a:cubicBezTo>
                      <a:pt x="4004" y="5895"/>
                      <a:pt x="3637" y="6029"/>
                      <a:pt x="3137" y="6095"/>
                    </a:cubicBezTo>
                    <a:lnTo>
                      <a:pt x="1669" y="6262"/>
                    </a:lnTo>
                    <a:lnTo>
                      <a:pt x="1369" y="3760"/>
                    </a:lnTo>
                    <a:lnTo>
                      <a:pt x="2836" y="3594"/>
                    </a:lnTo>
                    <a:cubicBezTo>
                      <a:pt x="2966" y="3576"/>
                      <a:pt x="3086" y="3568"/>
                      <a:pt x="3198" y="3568"/>
                    </a:cubicBezTo>
                    <a:close/>
                    <a:moveTo>
                      <a:pt x="2843" y="0"/>
                    </a:moveTo>
                    <a:cubicBezTo>
                      <a:pt x="2693" y="0"/>
                      <a:pt x="2535" y="9"/>
                      <a:pt x="2369" y="24"/>
                    </a:cubicBezTo>
                    <a:lnTo>
                      <a:pt x="1" y="325"/>
                    </a:lnTo>
                    <a:lnTo>
                      <a:pt x="835" y="7129"/>
                    </a:lnTo>
                    <a:lnTo>
                      <a:pt x="3270" y="6829"/>
                    </a:lnTo>
                    <a:cubicBezTo>
                      <a:pt x="4037" y="6762"/>
                      <a:pt x="4604" y="6529"/>
                      <a:pt x="4971" y="6129"/>
                    </a:cubicBezTo>
                    <a:cubicBezTo>
                      <a:pt x="5371" y="5762"/>
                      <a:pt x="5505" y="5261"/>
                      <a:pt x="5438" y="4661"/>
                    </a:cubicBezTo>
                    <a:cubicBezTo>
                      <a:pt x="5371" y="4194"/>
                      <a:pt x="5205" y="3827"/>
                      <a:pt x="4904" y="3527"/>
                    </a:cubicBezTo>
                    <a:cubicBezTo>
                      <a:pt x="4638" y="3260"/>
                      <a:pt x="4271" y="3093"/>
                      <a:pt x="3804" y="3060"/>
                    </a:cubicBezTo>
                    <a:cubicBezTo>
                      <a:pt x="4171" y="2960"/>
                      <a:pt x="4437" y="2760"/>
                      <a:pt x="4604" y="2493"/>
                    </a:cubicBezTo>
                    <a:cubicBezTo>
                      <a:pt x="4771" y="2226"/>
                      <a:pt x="4804" y="1892"/>
                      <a:pt x="4771" y="1459"/>
                    </a:cubicBezTo>
                    <a:cubicBezTo>
                      <a:pt x="4704" y="925"/>
                      <a:pt x="4471" y="525"/>
                      <a:pt x="4037" y="291"/>
                    </a:cubicBezTo>
                    <a:cubicBezTo>
                      <a:pt x="3731" y="87"/>
                      <a:pt x="3328" y="0"/>
                      <a:pt x="2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89"/>
              <p:cNvSpPr/>
              <p:nvPr/>
            </p:nvSpPr>
            <p:spPr>
              <a:xfrm>
                <a:off x="3366750" y="2026900"/>
                <a:ext cx="130100" cy="183475"/>
              </a:xfrm>
              <a:custGeom>
                <a:avLst/>
                <a:gdLst/>
                <a:ahLst/>
                <a:cxnLst/>
                <a:rect l="l" t="t" r="r" b="b"/>
                <a:pathLst>
                  <a:path w="5204" h="7339" extrusionOk="0">
                    <a:moveTo>
                      <a:pt x="4303" y="0"/>
                    </a:moveTo>
                    <a:lnTo>
                      <a:pt x="0" y="501"/>
                    </a:lnTo>
                    <a:lnTo>
                      <a:pt x="834" y="7339"/>
                    </a:lnTo>
                    <a:lnTo>
                      <a:pt x="5204" y="6805"/>
                    </a:lnTo>
                    <a:lnTo>
                      <a:pt x="5137" y="6038"/>
                    </a:lnTo>
                    <a:lnTo>
                      <a:pt x="1635" y="6438"/>
                    </a:lnTo>
                    <a:lnTo>
                      <a:pt x="1368" y="3970"/>
                    </a:lnTo>
                    <a:lnTo>
                      <a:pt x="4603" y="3603"/>
                    </a:lnTo>
                    <a:lnTo>
                      <a:pt x="4503" y="2802"/>
                    </a:lnTo>
                    <a:lnTo>
                      <a:pt x="1268" y="3203"/>
                    </a:lnTo>
                    <a:lnTo>
                      <a:pt x="1034" y="1168"/>
                    </a:lnTo>
                    <a:lnTo>
                      <a:pt x="4403" y="767"/>
                    </a:lnTo>
                    <a:lnTo>
                      <a:pt x="43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89"/>
              <p:cNvSpPr/>
              <p:nvPr/>
            </p:nvSpPr>
            <p:spPr>
              <a:xfrm>
                <a:off x="3501000" y="2006875"/>
                <a:ext cx="146800" cy="180150"/>
              </a:xfrm>
              <a:custGeom>
                <a:avLst/>
                <a:gdLst/>
                <a:ahLst/>
                <a:cxnLst/>
                <a:rect l="l" t="t" r="r" b="b"/>
                <a:pathLst>
                  <a:path w="5872" h="7206" extrusionOk="0">
                    <a:moveTo>
                      <a:pt x="5771" y="1"/>
                    </a:moveTo>
                    <a:lnTo>
                      <a:pt x="1" y="668"/>
                    </a:lnTo>
                    <a:lnTo>
                      <a:pt x="101" y="1435"/>
                    </a:lnTo>
                    <a:lnTo>
                      <a:pt x="2536" y="1168"/>
                    </a:lnTo>
                    <a:lnTo>
                      <a:pt x="3236" y="7206"/>
                    </a:lnTo>
                    <a:lnTo>
                      <a:pt x="4170" y="7106"/>
                    </a:lnTo>
                    <a:lnTo>
                      <a:pt x="3470" y="1035"/>
                    </a:lnTo>
                    <a:lnTo>
                      <a:pt x="5872" y="768"/>
                    </a:lnTo>
                    <a:lnTo>
                      <a:pt x="57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89"/>
              <p:cNvSpPr/>
              <p:nvPr/>
            </p:nvSpPr>
            <p:spPr>
              <a:xfrm>
                <a:off x="3677800" y="1989375"/>
                <a:ext cx="130950" cy="183475"/>
              </a:xfrm>
              <a:custGeom>
                <a:avLst/>
                <a:gdLst/>
                <a:ahLst/>
                <a:cxnLst/>
                <a:rect l="l" t="t" r="r" b="b"/>
                <a:pathLst>
                  <a:path w="5238" h="7339" extrusionOk="0">
                    <a:moveTo>
                      <a:pt x="4337" y="0"/>
                    </a:moveTo>
                    <a:lnTo>
                      <a:pt x="0" y="534"/>
                    </a:lnTo>
                    <a:lnTo>
                      <a:pt x="834" y="7339"/>
                    </a:lnTo>
                    <a:lnTo>
                      <a:pt x="5237" y="6838"/>
                    </a:lnTo>
                    <a:lnTo>
                      <a:pt x="5137" y="6038"/>
                    </a:lnTo>
                    <a:lnTo>
                      <a:pt x="1668" y="6471"/>
                    </a:lnTo>
                    <a:lnTo>
                      <a:pt x="1368" y="4003"/>
                    </a:lnTo>
                    <a:lnTo>
                      <a:pt x="4604" y="3603"/>
                    </a:lnTo>
                    <a:lnTo>
                      <a:pt x="4504" y="2836"/>
                    </a:lnTo>
                    <a:lnTo>
                      <a:pt x="1268" y="3202"/>
                    </a:lnTo>
                    <a:lnTo>
                      <a:pt x="1034" y="1201"/>
                    </a:lnTo>
                    <a:lnTo>
                      <a:pt x="4404" y="801"/>
                    </a:lnTo>
                    <a:lnTo>
                      <a:pt x="43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89"/>
              <p:cNvSpPr/>
              <p:nvPr/>
            </p:nvSpPr>
            <p:spPr>
              <a:xfrm>
                <a:off x="3832075" y="1973525"/>
                <a:ext cx="133450" cy="179100"/>
              </a:xfrm>
              <a:custGeom>
                <a:avLst/>
                <a:gdLst/>
                <a:ahLst/>
                <a:cxnLst/>
                <a:rect l="l" t="t" r="r" b="b"/>
                <a:pathLst>
                  <a:path w="5338" h="7164" extrusionOk="0">
                    <a:moveTo>
                      <a:pt x="3236" y="0"/>
                    </a:moveTo>
                    <a:cubicBezTo>
                      <a:pt x="2903" y="0"/>
                      <a:pt x="2569" y="0"/>
                      <a:pt x="2235" y="34"/>
                    </a:cubicBezTo>
                    <a:cubicBezTo>
                      <a:pt x="1502" y="134"/>
                      <a:pt x="934" y="367"/>
                      <a:pt x="534" y="768"/>
                    </a:cubicBezTo>
                    <a:cubicBezTo>
                      <a:pt x="167" y="1168"/>
                      <a:pt x="0" y="1668"/>
                      <a:pt x="101" y="2269"/>
                    </a:cubicBezTo>
                    <a:cubicBezTo>
                      <a:pt x="134" y="2802"/>
                      <a:pt x="334" y="3169"/>
                      <a:pt x="701" y="3436"/>
                    </a:cubicBezTo>
                    <a:cubicBezTo>
                      <a:pt x="1035" y="3703"/>
                      <a:pt x="1568" y="3836"/>
                      <a:pt x="2269" y="3903"/>
                    </a:cubicBezTo>
                    <a:lnTo>
                      <a:pt x="2836" y="3937"/>
                    </a:lnTo>
                    <a:cubicBezTo>
                      <a:pt x="3303" y="3970"/>
                      <a:pt x="3670" y="4070"/>
                      <a:pt x="3903" y="4237"/>
                    </a:cubicBezTo>
                    <a:cubicBezTo>
                      <a:pt x="4137" y="4404"/>
                      <a:pt x="4270" y="4670"/>
                      <a:pt x="4304" y="5004"/>
                    </a:cubicBezTo>
                    <a:cubicBezTo>
                      <a:pt x="4337" y="5371"/>
                      <a:pt x="4237" y="5704"/>
                      <a:pt x="3970" y="5938"/>
                    </a:cubicBezTo>
                    <a:cubicBezTo>
                      <a:pt x="3703" y="6171"/>
                      <a:pt x="3336" y="6338"/>
                      <a:pt x="2802" y="6372"/>
                    </a:cubicBezTo>
                    <a:cubicBezTo>
                      <a:pt x="2662" y="6397"/>
                      <a:pt x="2527" y="6408"/>
                      <a:pt x="2391" y="6408"/>
                    </a:cubicBezTo>
                    <a:cubicBezTo>
                      <a:pt x="2171" y="6408"/>
                      <a:pt x="1949" y="6379"/>
                      <a:pt x="1702" y="6338"/>
                    </a:cubicBezTo>
                    <a:cubicBezTo>
                      <a:pt x="1335" y="6305"/>
                      <a:pt x="968" y="6171"/>
                      <a:pt x="568" y="6005"/>
                    </a:cubicBezTo>
                    <a:lnTo>
                      <a:pt x="568" y="6005"/>
                    </a:lnTo>
                    <a:lnTo>
                      <a:pt x="668" y="6972"/>
                    </a:lnTo>
                    <a:cubicBezTo>
                      <a:pt x="1068" y="7072"/>
                      <a:pt x="1468" y="7105"/>
                      <a:pt x="1835" y="7139"/>
                    </a:cubicBezTo>
                    <a:cubicBezTo>
                      <a:pt x="2019" y="7155"/>
                      <a:pt x="2202" y="7164"/>
                      <a:pt x="2377" y="7164"/>
                    </a:cubicBezTo>
                    <a:cubicBezTo>
                      <a:pt x="2552" y="7164"/>
                      <a:pt x="2719" y="7155"/>
                      <a:pt x="2869" y="7139"/>
                    </a:cubicBezTo>
                    <a:cubicBezTo>
                      <a:pt x="3736" y="7039"/>
                      <a:pt x="4370" y="6772"/>
                      <a:pt x="4771" y="6405"/>
                    </a:cubicBezTo>
                    <a:cubicBezTo>
                      <a:pt x="5171" y="6005"/>
                      <a:pt x="5338" y="5471"/>
                      <a:pt x="5271" y="4804"/>
                    </a:cubicBezTo>
                    <a:cubicBezTo>
                      <a:pt x="5204" y="4270"/>
                      <a:pt x="4971" y="3836"/>
                      <a:pt x="4604" y="3536"/>
                    </a:cubicBezTo>
                    <a:cubicBezTo>
                      <a:pt x="4237" y="3236"/>
                      <a:pt x="3703" y="3069"/>
                      <a:pt x="3003" y="3036"/>
                    </a:cubicBezTo>
                    <a:lnTo>
                      <a:pt x="2436" y="2969"/>
                    </a:lnTo>
                    <a:cubicBezTo>
                      <a:pt x="1902" y="2936"/>
                      <a:pt x="1568" y="2869"/>
                      <a:pt x="1368" y="2736"/>
                    </a:cubicBezTo>
                    <a:cubicBezTo>
                      <a:pt x="1168" y="2602"/>
                      <a:pt x="1035" y="2402"/>
                      <a:pt x="1001" y="2069"/>
                    </a:cubicBezTo>
                    <a:cubicBezTo>
                      <a:pt x="968" y="1735"/>
                      <a:pt x="1068" y="1435"/>
                      <a:pt x="1301" y="1201"/>
                    </a:cubicBezTo>
                    <a:cubicBezTo>
                      <a:pt x="1568" y="968"/>
                      <a:pt x="1935" y="834"/>
                      <a:pt x="2436" y="768"/>
                    </a:cubicBezTo>
                    <a:cubicBezTo>
                      <a:pt x="2560" y="754"/>
                      <a:pt x="2684" y="746"/>
                      <a:pt x="2811" y="746"/>
                    </a:cubicBezTo>
                    <a:cubicBezTo>
                      <a:pt x="2990" y="746"/>
                      <a:pt x="3174" y="762"/>
                      <a:pt x="3370" y="801"/>
                    </a:cubicBezTo>
                    <a:cubicBezTo>
                      <a:pt x="3670" y="834"/>
                      <a:pt x="4037" y="934"/>
                      <a:pt x="4404" y="1034"/>
                    </a:cubicBezTo>
                    <a:lnTo>
                      <a:pt x="4270" y="134"/>
                    </a:lnTo>
                    <a:cubicBezTo>
                      <a:pt x="3937" y="67"/>
                      <a:pt x="3570" y="34"/>
                      <a:pt x="32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89"/>
              <p:cNvSpPr/>
              <p:nvPr/>
            </p:nvSpPr>
            <p:spPr>
              <a:xfrm>
                <a:off x="2761300" y="2227875"/>
                <a:ext cx="1389350" cy="182650"/>
              </a:xfrm>
              <a:custGeom>
                <a:avLst/>
                <a:gdLst/>
                <a:ahLst/>
                <a:cxnLst/>
                <a:rect l="l" t="t" r="r" b="b"/>
                <a:pathLst>
                  <a:path w="55574" h="7306" extrusionOk="0">
                    <a:moveTo>
                      <a:pt x="55507" y="0"/>
                    </a:moveTo>
                    <a:lnTo>
                      <a:pt x="1" y="6605"/>
                    </a:lnTo>
                    <a:lnTo>
                      <a:pt x="101" y="7306"/>
                    </a:lnTo>
                    <a:lnTo>
                      <a:pt x="55574" y="701"/>
                    </a:lnTo>
                    <a:lnTo>
                      <a:pt x="55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89"/>
              <p:cNvSpPr/>
              <p:nvPr/>
            </p:nvSpPr>
            <p:spPr>
              <a:xfrm>
                <a:off x="2778000" y="2586075"/>
                <a:ext cx="161800" cy="152725"/>
              </a:xfrm>
              <a:custGeom>
                <a:avLst/>
                <a:gdLst/>
                <a:ahLst/>
                <a:cxnLst/>
                <a:rect l="l" t="t" r="r" b="b"/>
                <a:pathLst>
                  <a:path w="6472" h="6109" extrusionOk="0">
                    <a:moveTo>
                      <a:pt x="3185" y="0"/>
                    </a:moveTo>
                    <a:cubicBezTo>
                      <a:pt x="3081" y="0"/>
                      <a:pt x="2975" y="5"/>
                      <a:pt x="2869" y="16"/>
                    </a:cubicBezTo>
                    <a:cubicBezTo>
                      <a:pt x="1201" y="249"/>
                      <a:pt x="0" y="1717"/>
                      <a:pt x="200" y="3385"/>
                    </a:cubicBezTo>
                    <a:cubicBezTo>
                      <a:pt x="386" y="4934"/>
                      <a:pt x="1693" y="6108"/>
                      <a:pt x="3214" y="6108"/>
                    </a:cubicBezTo>
                    <a:cubicBezTo>
                      <a:pt x="3331" y="6108"/>
                      <a:pt x="3450" y="6101"/>
                      <a:pt x="3569" y="6087"/>
                    </a:cubicBezTo>
                    <a:cubicBezTo>
                      <a:pt x="5237" y="5853"/>
                      <a:pt x="6471" y="4352"/>
                      <a:pt x="6238" y="2684"/>
                    </a:cubicBezTo>
                    <a:cubicBezTo>
                      <a:pt x="6050" y="1123"/>
                      <a:pt x="4723" y="0"/>
                      <a:pt x="31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89"/>
              <p:cNvSpPr/>
              <p:nvPr/>
            </p:nvSpPr>
            <p:spPr>
              <a:xfrm>
                <a:off x="3029825" y="2471375"/>
                <a:ext cx="1207575" cy="196825"/>
              </a:xfrm>
              <a:custGeom>
                <a:avLst/>
                <a:gdLst/>
                <a:ahLst/>
                <a:cxnLst/>
                <a:rect l="l" t="t" r="r" b="b"/>
                <a:pathLst>
                  <a:path w="48303" h="7873" extrusionOk="0">
                    <a:moveTo>
                      <a:pt x="48035" y="1"/>
                    </a:moveTo>
                    <a:lnTo>
                      <a:pt x="1" y="5738"/>
                    </a:lnTo>
                    <a:lnTo>
                      <a:pt x="268" y="7873"/>
                    </a:lnTo>
                    <a:lnTo>
                      <a:pt x="48302" y="2169"/>
                    </a:lnTo>
                    <a:lnTo>
                      <a:pt x="480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89"/>
              <p:cNvSpPr/>
              <p:nvPr/>
            </p:nvSpPr>
            <p:spPr>
              <a:xfrm>
                <a:off x="2811350" y="2871275"/>
                <a:ext cx="161800" cy="151900"/>
              </a:xfrm>
              <a:custGeom>
                <a:avLst/>
                <a:gdLst/>
                <a:ahLst/>
                <a:cxnLst/>
                <a:rect l="l" t="t" r="r" b="b"/>
                <a:pathLst>
                  <a:path w="6472" h="6076" extrusionOk="0">
                    <a:moveTo>
                      <a:pt x="3186" y="0"/>
                    </a:moveTo>
                    <a:cubicBezTo>
                      <a:pt x="3081" y="0"/>
                      <a:pt x="2975" y="5"/>
                      <a:pt x="2869" y="16"/>
                    </a:cubicBezTo>
                    <a:cubicBezTo>
                      <a:pt x="1201" y="216"/>
                      <a:pt x="0" y="1717"/>
                      <a:pt x="200" y="3385"/>
                    </a:cubicBezTo>
                    <a:cubicBezTo>
                      <a:pt x="386" y="4931"/>
                      <a:pt x="1689" y="6076"/>
                      <a:pt x="3206" y="6076"/>
                    </a:cubicBezTo>
                    <a:cubicBezTo>
                      <a:pt x="3326" y="6076"/>
                      <a:pt x="3447" y="6068"/>
                      <a:pt x="3570" y="6054"/>
                    </a:cubicBezTo>
                    <a:cubicBezTo>
                      <a:pt x="5237" y="5854"/>
                      <a:pt x="6472" y="4353"/>
                      <a:pt x="6238" y="2685"/>
                    </a:cubicBezTo>
                    <a:cubicBezTo>
                      <a:pt x="6051" y="1123"/>
                      <a:pt x="4723" y="0"/>
                      <a:pt x="3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89"/>
              <p:cNvSpPr/>
              <p:nvPr/>
            </p:nvSpPr>
            <p:spPr>
              <a:xfrm>
                <a:off x="3063200" y="2756575"/>
                <a:ext cx="1207550" cy="196850"/>
              </a:xfrm>
              <a:custGeom>
                <a:avLst/>
                <a:gdLst/>
                <a:ahLst/>
                <a:cxnLst/>
                <a:rect l="l" t="t" r="r" b="b"/>
                <a:pathLst>
                  <a:path w="48302" h="7874" extrusionOk="0">
                    <a:moveTo>
                      <a:pt x="48034" y="1"/>
                    </a:moveTo>
                    <a:lnTo>
                      <a:pt x="0" y="5705"/>
                    </a:lnTo>
                    <a:lnTo>
                      <a:pt x="267" y="7873"/>
                    </a:lnTo>
                    <a:lnTo>
                      <a:pt x="48301" y="2136"/>
                    </a:lnTo>
                    <a:lnTo>
                      <a:pt x="4803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89"/>
              <p:cNvSpPr/>
              <p:nvPr/>
            </p:nvSpPr>
            <p:spPr>
              <a:xfrm>
                <a:off x="2845525" y="3155650"/>
                <a:ext cx="161825" cy="151900"/>
              </a:xfrm>
              <a:custGeom>
                <a:avLst/>
                <a:gdLst/>
                <a:ahLst/>
                <a:cxnLst/>
                <a:rect l="l" t="t" r="r" b="b"/>
                <a:pathLst>
                  <a:path w="6473" h="6076" extrusionOk="0">
                    <a:moveTo>
                      <a:pt x="3186" y="0"/>
                    </a:moveTo>
                    <a:cubicBezTo>
                      <a:pt x="3082" y="0"/>
                      <a:pt x="2976" y="5"/>
                      <a:pt x="2870" y="16"/>
                    </a:cubicBezTo>
                    <a:cubicBezTo>
                      <a:pt x="1202" y="216"/>
                      <a:pt x="1" y="1717"/>
                      <a:pt x="201" y="3385"/>
                    </a:cubicBezTo>
                    <a:cubicBezTo>
                      <a:pt x="418" y="4931"/>
                      <a:pt x="1723" y="6075"/>
                      <a:pt x="3240" y="6075"/>
                    </a:cubicBezTo>
                    <a:cubicBezTo>
                      <a:pt x="3360" y="6075"/>
                      <a:pt x="3481" y="6068"/>
                      <a:pt x="3604" y="6054"/>
                    </a:cubicBezTo>
                    <a:cubicBezTo>
                      <a:pt x="5271" y="5853"/>
                      <a:pt x="6472" y="4352"/>
                      <a:pt x="6272" y="2684"/>
                    </a:cubicBezTo>
                    <a:cubicBezTo>
                      <a:pt x="6053" y="1123"/>
                      <a:pt x="4724" y="0"/>
                      <a:pt x="31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89"/>
              <p:cNvSpPr/>
              <p:nvPr/>
            </p:nvSpPr>
            <p:spPr>
              <a:xfrm>
                <a:off x="3098225" y="3040950"/>
                <a:ext cx="1206700" cy="196825"/>
              </a:xfrm>
              <a:custGeom>
                <a:avLst/>
                <a:gdLst/>
                <a:ahLst/>
                <a:cxnLst/>
                <a:rect l="l" t="t" r="r" b="b"/>
                <a:pathLst>
                  <a:path w="48268" h="7873" extrusionOk="0">
                    <a:moveTo>
                      <a:pt x="48001" y="1"/>
                    </a:moveTo>
                    <a:lnTo>
                      <a:pt x="0" y="5705"/>
                    </a:lnTo>
                    <a:lnTo>
                      <a:pt x="234" y="7873"/>
                    </a:lnTo>
                    <a:lnTo>
                      <a:pt x="48268" y="2135"/>
                    </a:lnTo>
                    <a:lnTo>
                      <a:pt x="48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89"/>
              <p:cNvSpPr/>
              <p:nvPr/>
            </p:nvSpPr>
            <p:spPr>
              <a:xfrm>
                <a:off x="2878900" y="3440000"/>
                <a:ext cx="161800" cy="152075"/>
              </a:xfrm>
              <a:custGeom>
                <a:avLst/>
                <a:gdLst/>
                <a:ahLst/>
                <a:cxnLst/>
                <a:rect l="l" t="t" r="r" b="b"/>
                <a:pathLst>
                  <a:path w="6472" h="6083" extrusionOk="0">
                    <a:moveTo>
                      <a:pt x="3186" y="1"/>
                    </a:moveTo>
                    <a:cubicBezTo>
                      <a:pt x="3081" y="1"/>
                      <a:pt x="2975" y="6"/>
                      <a:pt x="2869" y="17"/>
                    </a:cubicBezTo>
                    <a:cubicBezTo>
                      <a:pt x="1201" y="217"/>
                      <a:pt x="0" y="1718"/>
                      <a:pt x="200" y="3386"/>
                    </a:cubicBezTo>
                    <a:cubicBezTo>
                      <a:pt x="415" y="4917"/>
                      <a:pt x="1698" y="6083"/>
                      <a:pt x="3197" y="6083"/>
                    </a:cubicBezTo>
                    <a:cubicBezTo>
                      <a:pt x="3331" y="6083"/>
                      <a:pt x="3466" y="6073"/>
                      <a:pt x="3603" y="6054"/>
                    </a:cubicBezTo>
                    <a:cubicBezTo>
                      <a:pt x="5271" y="5854"/>
                      <a:pt x="6472" y="4353"/>
                      <a:pt x="6271" y="2685"/>
                    </a:cubicBezTo>
                    <a:cubicBezTo>
                      <a:pt x="6053" y="1124"/>
                      <a:pt x="4723" y="1"/>
                      <a:pt x="31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89"/>
              <p:cNvSpPr/>
              <p:nvPr/>
            </p:nvSpPr>
            <p:spPr>
              <a:xfrm>
                <a:off x="3131575" y="3325325"/>
                <a:ext cx="1206725" cy="196825"/>
              </a:xfrm>
              <a:custGeom>
                <a:avLst/>
                <a:gdLst/>
                <a:ahLst/>
                <a:cxnLst/>
                <a:rect l="l" t="t" r="r" b="b"/>
                <a:pathLst>
                  <a:path w="48269" h="7873" extrusionOk="0">
                    <a:moveTo>
                      <a:pt x="48001" y="0"/>
                    </a:moveTo>
                    <a:lnTo>
                      <a:pt x="0" y="5738"/>
                    </a:lnTo>
                    <a:lnTo>
                      <a:pt x="234" y="7873"/>
                    </a:lnTo>
                    <a:lnTo>
                      <a:pt x="48268" y="2169"/>
                    </a:lnTo>
                    <a:lnTo>
                      <a:pt x="480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89"/>
              <p:cNvSpPr/>
              <p:nvPr/>
            </p:nvSpPr>
            <p:spPr>
              <a:xfrm>
                <a:off x="2913075" y="3724375"/>
                <a:ext cx="161825" cy="152750"/>
              </a:xfrm>
              <a:custGeom>
                <a:avLst/>
                <a:gdLst/>
                <a:ahLst/>
                <a:cxnLst/>
                <a:rect l="l" t="t" r="r" b="b"/>
                <a:pathLst>
                  <a:path w="6473" h="6110" extrusionOk="0">
                    <a:moveTo>
                      <a:pt x="3220" y="1"/>
                    </a:moveTo>
                    <a:cubicBezTo>
                      <a:pt x="3115" y="1"/>
                      <a:pt x="3009" y="6"/>
                      <a:pt x="2903" y="17"/>
                    </a:cubicBezTo>
                    <a:cubicBezTo>
                      <a:pt x="1235" y="250"/>
                      <a:pt x="1" y="1751"/>
                      <a:pt x="234" y="3419"/>
                    </a:cubicBezTo>
                    <a:cubicBezTo>
                      <a:pt x="420" y="4965"/>
                      <a:pt x="1723" y="6109"/>
                      <a:pt x="3240" y="6109"/>
                    </a:cubicBezTo>
                    <a:cubicBezTo>
                      <a:pt x="3360" y="6109"/>
                      <a:pt x="3481" y="6102"/>
                      <a:pt x="3603" y="6088"/>
                    </a:cubicBezTo>
                    <a:cubicBezTo>
                      <a:pt x="5271" y="5854"/>
                      <a:pt x="6472" y="4353"/>
                      <a:pt x="6272" y="2685"/>
                    </a:cubicBezTo>
                    <a:cubicBezTo>
                      <a:pt x="6085" y="1124"/>
                      <a:pt x="4757" y="1"/>
                      <a:pt x="32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89"/>
              <p:cNvSpPr/>
              <p:nvPr/>
            </p:nvSpPr>
            <p:spPr>
              <a:xfrm>
                <a:off x="3165775" y="3609700"/>
                <a:ext cx="1206700" cy="196825"/>
              </a:xfrm>
              <a:custGeom>
                <a:avLst/>
                <a:gdLst/>
                <a:ahLst/>
                <a:cxnLst/>
                <a:rect l="l" t="t" r="r" b="b"/>
                <a:pathLst>
                  <a:path w="48268" h="7873" extrusionOk="0">
                    <a:moveTo>
                      <a:pt x="48034" y="0"/>
                    </a:moveTo>
                    <a:lnTo>
                      <a:pt x="0" y="5738"/>
                    </a:lnTo>
                    <a:lnTo>
                      <a:pt x="234" y="7873"/>
                    </a:lnTo>
                    <a:lnTo>
                      <a:pt x="48268" y="2168"/>
                    </a:lnTo>
                    <a:lnTo>
                      <a:pt x="480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89"/>
              <p:cNvSpPr/>
              <p:nvPr/>
            </p:nvSpPr>
            <p:spPr>
              <a:xfrm>
                <a:off x="2820525" y="1530975"/>
                <a:ext cx="1079950" cy="442575"/>
              </a:xfrm>
              <a:custGeom>
                <a:avLst/>
                <a:gdLst/>
                <a:ahLst/>
                <a:cxnLst/>
                <a:rect l="l" t="t" r="r" b="b"/>
                <a:pathLst>
                  <a:path w="43198" h="17703" extrusionOk="0">
                    <a:moveTo>
                      <a:pt x="20367" y="1347"/>
                    </a:moveTo>
                    <a:cubicBezTo>
                      <a:pt x="21223" y="1347"/>
                      <a:pt x="21956" y="1985"/>
                      <a:pt x="22049" y="2825"/>
                    </a:cubicBezTo>
                    <a:cubicBezTo>
                      <a:pt x="22183" y="3759"/>
                      <a:pt x="21516" y="4626"/>
                      <a:pt x="20615" y="4693"/>
                    </a:cubicBezTo>
                    <a:cubicBezTo>
                      <a:pt x="20535" y="4705"/>
                      <a:pt x="20455" y="4710"/>
                      <a:pt x="20377" y="4710"/>
                    </a:cubicBezTo>
                    <a:cubicBezTo>
                      <a:pt x="19543" y="4710"/>
                      <a:pt x="18836" y="4082"/>
                      <a:pt x="18714" y="3259"/>
                    </a:cubicBezTo>
                    <a:cubicBezTo>
                      <a:pt x="18614" y="2291"/>
                      <a:pt x="19214" y="1457"/>
                      <a:pt x="20181" y="1357"/>
                    </a:cubicBezTo>
                    <a:cubicBezTo>
                      <a:pt x="20244" y="1351"/>
                      <a:pt x="20306" y="1347"/>
                      <a:pt x="20367" y="1347"/>
                    </a:cubicBezTo>
                    <a:close/>
                    <a:moveTo>
                      <a:pt x="20491" y="1"/>
                    </a:moveTo>
                    <a:cubicBezTo>
                      <a:pt x="20345" y="1"/>
                      <a:pt x="20197" y="8"/>
                      <a:pt x="20048" y="23"/>
                    </a:cubicBezTo>
                    <a:cubicBezTo>
                      <a:pt x="17713" y="323"/>
                      <a:pt x="16045" y="2391"/>
                      <a:pt x="16345" y="4760"/>
                    </a:cubicBezTo>
                    <a:cubicBezTo>
                      <a:pt x="16379" y="4993"/>
                      <a:pt x="16412" y="5193"/>
                      <a:pt x="16479" y="5427"/>
                    </a:cubicBezTo>
                    <a:lnTo>
                      <a:pt x="16145" y="5460"/>
                    </a:lnTo>
                    <a:cubicBezTo>
                      <a:pt x="14844" y="5627"/>
                      <a:pt x="13877" y="6795"/>
                      <a:pt x="14044" y="8095"/>
                    </a:cubicBezTo>
                    <a:lnTo>
                      <a:pt x="14177" y="9163"/>
                    </a:lnTo>
                    <a:lnTo>
                      <a:pt x="2902" y="10497"/>
                    </a:lnTo>
                    <a:cubicBezTo>
                      <a:pt x="2035" y="10564"/>
                      <a:pt x="1335" y="11031"/>
                      <a:pt x="834" y="11631"/>
                    </a:cubicBezTo>
                    <a:cubicBezTo>
                      <a:pt x="300" y="12298"/>
                      <a:pt x="0" y="13166"/>
                      <a:pt x="67" y="14066"/>
                    </a:cubicBezTo>
                    <a:lnTo>
                      <a:pt x="501" y="17702"/>
                    </a:lnTo>
                    <a:lnTo>
                      <a:pt x="43198" y="12632"/>
                    </a:lnTo>
                    <a:lnTo>
                      <a:pt x="42731" y="9096"/>
                    </a:lnTo>
                    <a:cubicBezTo>
                      <a:pt x="42597" y="8129"/>
                      <a:pt x="42097" y="7328"/>
                      <a:pt x="41396" y="6828"/>
                    </a:cubicBezTo>
                    <a:cubicBezTo>
                      <a:pt x="40909" y="6449"/>
                      <a:pt x="40268" y="6224"/>
                      <a:pt x="39598" y="6224"/>
                    </a:cubicBezTo>
                    <a:cubicBezTo>
                      <a:pt x="39442" y="6224"/>
                      <a:pt x="39285" y="6236"/>
                      <a:pt x="39128" y="6261"/>
                    </a:cubicBezTo>
                    <a:lnTo>
                      <a:pt x="27853" y="7562"/>
                    </a:lnTo>
                    <a:lnTo>
                      <a:pt x="27720" y="6494"/>
                    </a:lnTo>
                    <a:cubicBezTo>
                      <a:pt x="27653" y="5961"/>
                      <a:pt x="27386" y="5460"/>
                      <a:pt x="27020" y="5060"/>
                    </a:cubicBezTo>
                    <a:lnTo>
                      <a:pt x="27020" y="5027"/>
                    </a:lnTo>
                    <a:cubicBezTo>
                      <a:pt x="26986" y="4993"/>
                      <a:pt x="26953" y="4960"/>
                      <a:pt x="26853" y="4893"/>
                    </a:cubicBezTo>
                    <a:cubicBezTo>
                      <a:pt x="26486" y="4626"/>
                      <a:pt x="26052" y="4460"/>
                      <a:pt x="25619" y="4426"/>
                    </a:cubicBezTo>
                    <a:lnTo>
                      <a:pt x="25118" y="4426"/>
                    </a:lnTo>
                    <a:lnTo>
                      <a:pt x="24785" y="4460"/>
                    </a:lnTo>
                    <a:lnTo>
                      <a:pt x="24785" y="3759"/>
                    </a:lnTo>
                    <a:cubicBezTo>
                      <a:pt x="24504" y="1573"/>
                      <a:pt x="22644" y="1"/>
                      <a:pt x="204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89"/>
              <p:cNvSpPr/>
              <p:nvPr/>
            </p:nvSpPr>
            <p:spPr>
              <a:xfrm>
                <a:off x="2818025" y="1702500"/>
                <a:ext cx="1081625" cy="274375"/>
              </a:xfrm>
              <a:custGeom>
                <a:avLst/>
                <a:gdLst/>
                <a:ahLst/>
                <a:cxnLst/>
                <a:rect l="l" t="t" r="r" b="b"/>
                <a:pathLst>
                  <a:path w="43265" h="10975" extrusionOk="0">
                    <a:moveTo>
                      <a:pt x="41496" y="0"/>
                    </a:moveTo>
                    <a:lnTo>
                      <a:pt x="42297" y="5037"/>
                    </a:lnTo>
                    <a:lnTo>
                      <a:pt x="1468" y="9974"/>
                    </a:lnTo>
                    <a:lnTo>
                      <a:pt x="901" y="4870"/>
                    </a:lnTo>
                    <a:cubicBezTo>
                      <a:pt x="300" y="5538"/>
                      <a:pt x="0" y="6438"/>
                      <a:pt x="134" y="7339"/>
                    </a:cubicBezTo>
                    <a:lnTo>
                      <a:pt x="567" y="10975"/>
                    </a:lnTo>
                    <a:lnTo>
                      <a:pt x="43264" y="5904"/>
                    </a:lnTo>
                    <a:lnTo>
                      <a:pt x="42831" y="2269"/>
                    </a:lnTo>
                    <a:cubicBezTo>
                      <a:pt x="42731" y="1335"/>
                      <a:pt x="42230" y="501"/>
                      <a:pt x="414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89"/>
              <p:cNvSpPr/>
              <p:nvPr/>
            </p:nvSpPr>
            <p:spPr>
              <a:xfrm>
                <a:off x="3291700" y="1601600"/>
                <a:ext cx="86750" cy="59650"/>
              </a:xfrm>
              <a:custGeom>
                <a:avLst/>
                <a:gdLst/>
                <a:ahLst/>
                <a:cxnLst/>
                <a:rect l="l" t="t" r="r" b="b"/>
                <a:pathLst>
                  <a:path w="3470" h="2386" extrusionOk="0">
                    <a:moveTo>
                      <a:pt x="3202" y="0"/>
                    </a:moveTo>
                    <a:cubicBezTo>
                      <a:pt x="3336" y="934"/>
                      <a:pt x="2669" y="1768"/>
                      <a:pt x="1768" y="1868"/>
                    </a:cubicBezTo>
                    <a:cubicBezTo>
                      <a:pt x="1694" y="1878"/>
                      <a:pt x="1621" y="1882"/>
                      <a:pt x="1548" y="1882"/>
                    </a:cubicBezTo>
                    <a:cubicBezTo>
                      <a:pt x="869" y="1882"/>
                      <a:pt x="271" y="1470"/>
                      <a:pt x="0" y="867"/>
                    </a:cubicBezTo>
                    <a:lnTo>
                      <a:pt x="0" y="867"/>
                    </a:lnTo>
                    <a:cubicBezTo>
                      <a:pt x="92" y="1752"/>
                      <a:pt x="797" y="2385"/>
                      <a:pt x="1631" y="2385"/>
                    </a:cubicBezTo>
                    <a:cubicBezTo>
                      <a:pt x="1709" y="2385"/>
                      <a:pt x="1788" y="2380"/>
                      <a:pt x="1868" y="2368"/>
                    </a:cubicBezTo>
                    <a:cubicBezTo>
                      <a:pt x="2802" y="2235"/>
                      <a:pt x="3469" y="1401"/>
                      <a:pt x="3336" y="500"/>
                    </a:cubicBezTo>
                    <a:lnTo>
                      <a:pt x="3202" y="0"/>
                    </a:lnTo>
                    <a:close/>
                  </a:path>
                </a:pathLst>
              </a:custGeom>
              <a:solidFill>
                <a:srgbClr val="806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89"/>
              <p:cNvSpPr/>
              <p:nvPr/>
            </p:nvSpPr>
            <p:spPr>
              <a:xfrm>
                <a:off x="3520175" y="1686550"/>
                <a:ext cx="368625" cy="65175"/>
              </a:xfrm>
              <a:custGeom>
                <a:avLst/>
                <a:gdLst/>
                <a:ahLst/>
                <a:cxnLst/>
                <a:rect l="l" t="t" r="r" b="b"/>
                <a:pathLst>
                  <a:path w="14745" h="2607" extrusionOk="0">
                    <a:moveTo>
                      <a:pt x="11645" y="1"/>
                    </a:moveTo>
                    <a:cubicBezTo>
                      <a:pt x="11490" y="1"/>
                      <a:pt x="11333" y="13"/>
                      <a:pt x="11176" y="38"/>
                    </a:cubicBezTo>
                    <a:lnTo>
                      <a:pt x="1" y="1339"/>
                    </a:lnTo>
                    <a:lnTo>
                      <a:pt x="34" y="1872"/>
                    </a:lnTo>
                    <a:lnTo>
                      <a:pt x="11309" y="538"/>
                    </a:lnTo>
                    <a:cubicBezTo>
                      <a:pt x="11449" y="521"/>
                      <a:pt x="11588" y="513"/>
                      <a:pt x="11724" y="513"/>
                    </a:cubicBezTo>
                    <a:cubicBezTo>
                      <a:pt x="12398" y="513"/>
                      <a:pt x="13022" y="717"/>
                      <a:pt x="13577" y="1105"/>
                    </a:cubicBezTo>
                    <a:cubicBezTo>
                      <a:pt x="14078" y="1472"/>
                      <a:pt x="14511" y="1973"/>
                      <a:pt x="14745" y="2606"/>
                    </a:cubicBezTo>
                    <a:cubicBezTo>
                      <a:pt x="14578" y="1772"/>
                      <a:pt x="14144" y="1072"/>
                      <a:pt x="13477" y="605"/>
                    </a:cubicBezTo>
                    <a:cubicBezTo>
                      <a:pt x="12963" y="226"/>
                      <a:pt x="12316" y="1"/>
                      <a:pt x="1164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89"/>
              <p:cNvSpPr/>
              <p:nvPr/>
            </p:nvSpPr>
            <p:spPr>
              <a:xfrm>
                <a:off x="3442625" y="1641625"/>
                <a:ext cx="70075" cy="48375"/>
              </a:xfrm>
              <a:custGeom>
                <a:avLst/>
                <a:gdLst/>
                <a:ahLst/>
                <a:cxnLst/>
                <a:rect l="l" t="t" r="r" b="b"/>
                <a:pathLst>
                  <a:path w="2803" h="1935" extrusionOk="0">
                    <a:moveTo>
                      <a:pt x="234" y="0"/>
                    </a:moveTo>
                    <a:lnTo>
                      <a:pt x="1" y="34"/>
                    </a:lnTo>
                    <a:lnTo>
                      <a:pt x="1" y="534"/>
                    </a:lnTo>
                    <a:lnTo>
                      <a:pt x="334" y="501"/>
                    </a:lnTo>
                    <a:cubicBezTo>
                      <a:pt x="445" y="501"/>
                      <a:pt x="557" y="471"/>
                      <a:pt x="668" y="471"/>
                    </a:cubicBezTo>
                    <a:cubicBezTo>
                      <a:pt x="723" y="471"/>
                      <a:pt x="779" y="478"/>
                      <a:pt x="835" y="501"/>
                    </a:cubicBezTo>
                    <a:cubicBezTo>
                      <a:pt x="1302" y="534"/>
                      <a:pt x="1769" y="701"/>
                      <a:pt x="2102" y="1001"/>
                    </a:cubicBezTo>
                    <a:cubicBezTo>
                      <a:pt x="2136" y="1034"/>
                      <a:pt x="2236" y="1068"/>
                      <a:pt x="2269" y="1101"/>
                    </a:cubicBezTo>
                    <a:lnTo>
                      <a:pt x="2269" y="1168"/>
                    </a:lnTo>
                    <a:cubicBezTo>
                      <a:pt x="2469" y="1368"/>
                      <a:pt x="2669" y="1668"/>
                      <a:pt x="2803" y="1935"/>
                    </a:cubicBezTo>
                    <a:cubicBezTo>
                      <a:pt x="2736" y="1435"/>
                      <a:pt x="2469" y="1001"/>
                      <a:pt x="2136" y="667"/>
                    </a:cubicBezTo>
                    <a:lnTo>
                      <a:pt x="2136" y="601"/>
                    </a:lnTo>
                    <a:cubicBezTo>
                      <a:pt x="2102" y="567"/>
                      <a:pt x="2069" y="534"/>
                      <a:pt x="1969" y="501"/>
                    </a:cubicBezTo>
                    <a:cubicBezTo>
                      <a:pt x="1602" y="200"/>
                      <a:pt x="1168" y="34"/>
                      <a:pt x="735" y="0"/>
                    </a:cubicBezTo>
                    <a:close/>
                  </a:path>
                </a:pathLst>
              </a:custGeom>
              <a:solidFill>
                <a:srgbClr val="8061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89"/>
              <p:cNvSpPr/>
              <p:nvPr/>
            </p:nvSpPr>
            <p:spPr>
              <a:xfrm>
                <a:off x="2820525" y="1534250"/>
                <a:ext cx="617125" cy="442625"/>
              </a:xfrm>
              <a:custGeom>
                <a:avLst/>
                <a:gdLst/>
                <a:ahLst/>
                <a:cxnLst/>
                <a:rect l="l" t="t" r="r" b="b"/>
                <a:pathLst>
                  <a:path w="24685" h="17705" extrusionOk="0">
                    <a:moveTo>
                      <a:pt x="20510" y="1"/>
                    </a:moveTo>
                    <a:cubicBezTo>
                      <a:pt x="20357" y="1"/>
                      <a:pt x="20203" y="9"/>
                      <a:pt x="20048" y="25"/>
                    </a:cubicBezTo>
                    <a:cubicBezTo>
                      <a:pt x="17713" y="326"/>
                      <a:pt x="16045" y="2394"/>
                      <a:pt x="16345" y="4729"/>
                    </a:cubicBezTo>
                    <a:cubicBezTo>
                      <a:pt x="16379" y="4996"/>
                      <a:pt x="16445" y="5196"/>
                      <a:pt x="16479" y="5396"/>
                    </a:cubicBezTo>
                    <a:lnTo>
                      <a:pt x="16145" y="5463"/>
                    </a:lnTo>
                    <a:cubicBezTo>
                      <a:pt x="14844" y="5629"/>
                      <a:pt x="13877" y="6797"/>
                      <a:pt x="14044" y="8065"/>
                    </a:cubicBezTo>
                    <a:lnTo>
                      <a:pt x="14177" y="9165"/>
                    </a:lnTo>
                    <a:lnTo>
                      <a:pt x="2936" y="10500"/>
                    </a:lnTo>
                    <a:cubicBezTo>
                      <a:pt x="2035" y="10566"/>
                      <a:pt x="1335" y="11033"/>
                      <a:pt x="834" y="11634"/>
                    </a:cubicBezTo>
                    <a:cubicBezTo>
                      <a:pt x="300" y="12301"/>
                      <a:pt x="0" y="13168"/>
                      <a:pt x="100" y="14069"/>
                    </a:cubicBezTo>
                    <a:lnTo>
                      <a:pt x="501" y="17705"/>
                    </a:lnTo>
                    <a:lnTo>
                      <a:pt x="601" y="17705"/>
                    </a:lnTo>
                    <a:lnTo>
                      <a:pt x="200" y="14569"/>
                    </a:lnTo>
                    <a:cubicBezTo>
                      <a:pt x="100" y="13669"/>
                      <a:pt x="367" y="12801"/>
                      <a:pt x="968" y="12134"/>
                    </a:cubicBezTo>
                    <a:cubicBezTo>
                      <a:pt x="1468" y="11500"/>
                      <a:pt x="2202" y="11067"/>
                      <a:pt x="3036" y="11000"/>
                    </a:cubicBezTo>
                    <a:lnTo>
                      <a:pt x="14310" y="9666"/>
                    </a:lnTo>
                    <a:lnTo>
                      <a:pt x="14177" y="8565"/>
                    </a:lnTo>
                    <a:cubicBezTo>
                      <a:pt x="14010" y="7297"/>
                      <a:pt x="14978" y="6063"/>
                      <a:pt x="16279" y="5963"/>
                    </a:cubicBezTo>
                    <a:lnTo>
                      <a:pt x="16612" y="5896"/>
                    </a:lnTo>
                    <a:cubicBezTo>
                      <a:pt x="16545" y="5696"/>
                      <a:pt x="16479" y="5463"/>
                      <a:pt x="16479" y="5229"/>
                    </a:cubicBezTo>
                    <a:cubicBezTo>
                      <a:pt x="16178" y="2894"/>
                      <a:pt x="17846" y="826"/>
                      <a:pt x="20181" y="526"/>
                    </a:cubicBezTo>
                    <a:cubicBezTo>
                      <a:pt x="20348" y="506"/>
                      <a:pt x="20514" y="497"/>
                      <a:pt x="20678" y="497"/>
                    </a:cubicBezTo>
                    <a:cubicBezTo>
                      <a:pt x="22480" y="497"/>
                      <a:pt x="24073" y="1646"/>
                      <a:pt x="24685" y="3328"/>
                    </a:cubicBezTo>
                    <a:cubicBezTo>
                      <a:pt x="24251" y="1377"/>
                      <a:pt x="22495" y="1"/>
                      <a:pt x="205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89"/>
              <p:cNvSpPr/>
              <p:nvPr/>
            </p:nvSpPr>
            <p:spPr>
              <a:xfrm>
                <a:off x="1703900" y="3248600"/>
                <a:ext cx="1426025" cy="1615125"/>
              </a:xfrm>
              <a:custGeom>
                <a:avLst/>
                <a:gdLst/>
                <a:ahLst/>
                <a:cxnLst/>
                <a:rect l="l" t="t" r="r" b="b"/>
                <a:pathLst>
                  <a:path w="57041" h="64605" extrusionOk="0">
                    <a:moveTo>
                      <a:pt x="25318" y="1"/>
                    </a:moveTo>
                    <a:lnTo>
                      <a:pt x="4203" y="9574"/>
                    </a:lnTo>
                    <a:cubicBezTo>
                      <a:pt x="4203" y="9574"/>
                      <a:pt x="4970" y="10675"/>
                      <a:pt x="5537" y="12076"/>
                    </a:cubicBezTo>
                    <a:cubicBezTo>
                      <a:pt x="5537" y="12176"/>
                      <a:pt x="5604" y="12276"/>
                      <a:pt x="5637" y="12343"/>
                    </a:cubicBezTo>
                    <a:cubicBezTo>
                      <a:pt x="6271" y="13977"/>
                      <a:pt x="6538" y="15879"/>
                      <a:pt x="5304" y="17180"/>
                    </a:cubicBezTo>
                    <a:cubicBezTo>
                      <a:pt x="0" y="22717"/>
                      <a:pt x="2368" y="27954"/>
                      <a:pt x="2835" y="28788"/>
                    </a:cubicBezTo>
                    <a:cubicBezTo>
                      <a:pt x="2869" y="28855"/>
                      <a:pt x="2935" y="28888"/>
                      <a:pt x="2935" y="28888"/>
                    </a:cubicBezTo>
                    <a:cubicBezTo>
                      <a:pt x="2935" y="28888"/>
                      <a:pt x="3636" y="30522"/>
                      <a:pt x="4803" y="33058"/>
                    </a:cubicBezTo>
                    <a:cubicBezTo>
                      <a:pt x="6938" y="37861"/>
                      <a:pt x="10541" y="45900"/>
                      <a:pt x="13676" y="52805"/>
                    </a:cubicBezTo>
                    <a:cubicBezTo>
                      <a:pt x="15111" y="55974"/>
                      <a:pt x="16478" y="58876"/>
                      <a:pt x="17513" y="61144"/>
                    </a:cubicBezTo>
                    <a:cubicBezTo>
                      <a:pt x="17980" y="62078"/>
                      <a:pt x="18480" y="62745"/>
                      <a:pt x="19147" y="63313"/>
                    </a:cubicBezTo>
                    <a:cubicBezTo>
                      <a:pt x="20342" y="64292"/>
                      <a:pt x="21931" y="64605"/>
                      <a:pt x="23975" y="64605"/>
                    </a:cubicBezTo>
                    <a:cubicBezTo>
                      <a:pt x="24784" y="64605"/>
                      <a:pt x="25664" y="64556"/>
                      <a:pt x="26619" y="64480"/>
                    </a:cubicBezTo>
                    <a:cubicBezTo>
                      <a:pt x="35959" y="63313"/>
                      <a:pt x="44365" y="59243"/>
                      <a:pt x="52037" y="52872"/>
                    </a:cubicBezTo>
                    <a:cubicBezTo>
                      <a:pt x="55473" y="49403"/>
                      <a:pt x="57041" y="47234"/>
                      <a:pt x="55506" y="43865"/>
                    </a:cubicBezTo>
                    <a:cubicBezTo>
                      <a:pt x="54506" y="41630"/>
                      <a:pt x="53205" y="38695"/>
                      <a:pt x="51737" y="35526"/>
                    </a:cubicBezTo>
                    <a:cubicBezTo>
                      <a:pt x="48635" y="28588"/>
                      <a:pt x="44865" y="20549"/>
                      <a:pt x="42664" y="15812"/>
                    </a:cubicBezTo>
                    <a:cubicBezTo>
                      <a:pt x="41496" y="13243"/>
                      <a:pt x="40729" y="11642"/>
                      <a:pt x="40729" y="11642"/>
                    </a:cubicBezTo>
                    <a:cubicBezTo>
                      <a:pt x="40729" y="11642"/>
                      <a:pt x="40729" y="11575"/>
                      <a:pt x="40696" y="11509"/>
                    </a:cubicBezTo>
                    <a:cubicBezTo>
                      <a:pt x="40362" y="10708"/>
                      <a:pt x="38194" y="5805"/>
                      <a:pt x="31189" y="5738"/>
                    </a:cubicBezTo>
                    <a:lnTo>
                      <a:pt x="30322" y="5738"/>
                    </a:lnTo>
                    <a:cubicBezTo>
                      <a:pt x="30264" y="5741"/>
                      <a:pt x="30208" y="5743"/>
                      <a:pt x="30151" y="5743"/>
                    </a:cubicBezTo>
                    <a:cubicBezTo>
                      <a:pt x="28472" y="5743"/>
                      <a:pt x="27260" y="4322"/>
                      <a:pt x="26486" y="2869"/>
                    </a:cubicBezTo>
                    <a:cubicBezTo>
                      <a:pt x="26452" y="2836"/>
                      <a:pt x="26386" y="2736"/>
                      <a:pt x="26352" y="2669"/>
                    </a:cubicBezTo>
                    <a:cubicBezTo>
                      <a:pt x="25652" y="1335"/>
                      <a:pt x="25318" y="1"/>
                      <a:pt x="253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89"/>
              <p:cNvSpPr/>
              <p:nvPr/>
            </p:nvSpPr>
            <p:spPr>
              <a:xfrm>
                <a:off x="1809800" y="3246100"/>
                <a:ext cx="552925" cy="302750"/>
              </a:xfrm>
              <a:custGeom>
                <a:avLst/>
                <a:gdLst/>
                <a:ahLst/>
                <a:cxnLst/>
                <a:rect l="l" t="t" r="r" b="b"/>
                <a:pathLst>
                  <a:path w="22117" h="12110" extrusionOk="0">
                    <a:moveTo>
                      <a:pt x="21082" y="0"/>
                    </a:moveTo>
                    <a:lnTo>
                      <a:pt x="0" y="9607"/>
                    </a:lnTo>
                    <a:cubicBezTo>
                      <a:pt x="0" y="9607"/>
                      <a:pt x="734" y="10708"/>
                      <a:pt x="1335" y="12109"/>
                    </a:cubicBezTo>
                    <a:cubicBezTo>
                      <a:pt x="2202" y="11809"/>
                      <a:pt x="3169" y="11475"/>
                      <a:pt x="4170" y="11108"/>
                    </a:cubicBezTo>
                    <a:cubicBezTo>
                      <a:pt x="4437" y="10975"/>
                      <a:pt x="4770" y="10875"/>
                      <a:pt x="5104" y="10741"/>
                    </a:cubicBezTo>
                    <a:cubicBezTo>
                      <a:pt x="6005" y="10408"/>
                      <a:pt x="6905" y="10041"/>
                      <a:pt x="7873" y="9607"/>
                    </a:cubicBezTo>
                    <a:cubicBezTo>
                      <a:pt x="8206" y="9441"/>
                      <a:pt x="8506" y="9307"/>
                      <a:pt x="8807" y="9207"/>
                    </a:cubicBezTo>
                    <a:cubicBezTo>
                      <a:pt x="9741" y="8807"/>
                      <a:pt x="10641" y="8406"/>
                      <a:pt x="11575" y="7973"/>
                    </a:cubicBezTo>
                    <a:cubicBezTo>
                      <a:pt x="11876" y="7873"/>
                      <a:pt x="12209" y="7706"/>
                      <a:pt x="12509" y="7573"/>
                    </a:cubicBezTo>
                    <a:cubicBezTo>
                      <a:pt x="13410" y="7139"/>
                      <a:pt x="14344" y="6739"/>
                      <a:pt x="15211" y="6305"/>
                    </a:cubicBezTo>
                    <a:cubicBezTo>
                      <a:pt x="15511" y="6138"/>
                      <a:pt x="15845" y="6038"/>
                      <a:pt x="16112" y="5871"/>
                    </a:cubicBezTo>
                    <a:cubicBezTo>
                      <a:pt x="17046" y="5404"/>
                      <a:pt x="17947" y="4971"/>
                      <a:pt x="18780" y="4537"/>
                    </a:cubicBezTo>
                    <a:cubicBezTo>
                      <a:pt x="19114" y="4404"/>
                      <a:pt x="19414" y="4237"/>
                      <a:pt x="19714" y="4070"/>
                    </a:cubicBezTo>
                    <a:cubicBezTo>
                      <a:pt x="20582" y="3603"/>
                      <a:pt x="21382" y="3136"/>
                      <a:pt x="22116" y="2736"/>
                    </a:cubicBezTo>
                    <a:cubicBezTo>
                      <a:pt x="21416" y="1368"/>
                      <a:pt x="21082" y="67"/>
                      <a:pt x="210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89"/>
              <p:cNvSpPr/>
              <p:nvPr/>
            </p:nvSpPr>
            <p:spPr>
              <a:xfrm>
                <a:off x="1609650" y="2957725"/>
                <a:ext cx="817275" cy="571200"/>
              </a:xfrm>
              <a:custGeom>
                <a:avLst/>
                <a:gdLst/>
                <a:ahLst/>
                <a:cxnLst/>
                <a:rect l="l" t="t" r="r" b="b"/>
                <a:pathLst>
                  <a:path w="32691" h="22848" extrusionOk="0">
                    <a:moveTo>
                      <a:pt x="26286" y="0"/>
                    </a:moveTo>
                    <a:cubicBezTo>
                      <a:pt x="25939" y="0"/>
                      <a:pt x="25588" y="63"/>
                      <a:pt x="25252" y="194"/>
                    </a:cubicBezTo>
                    <a:lnTo>
                      <a:pt x="1935" y="10835"/>
                    </a:lnTo>
                    <a:cubicBezTo>
                      <a:pt x="568" y="11435"/>
                      <a:pt x="1" y="13037"/>
                      <a:pt x="601" y="14371"/>
                    </a:cubicBezTo>
                    <a:lnTo>
                      <a:pt x="4437" y="22844"/>
                    </a:lnTo>
                    <a:cubicBezTo>
                      <a:pt x="4478" y="22846"/>
                      <a:pt x="4521" y="22847"/>
                      <a:pt x="4566" y="22847"/>
                    </a:cubicBezTo>
                    <a:cubicBezTo>
                      <a:pt x="5154" y="22847"/>
                      <a:pt x="6136" y="22648"/>
                      <a:pt x="7406" y="22276"/>
                    </a:cubicBezTo>
                    <a:cubicBezTo>
                      <a:pt x="7740" y="22176"/>
                      <a:pt x="8073" y="22110"/>
                      <a:pt x="8407" y="21976"/>
                    </a:cubicBezTo>
                    <a:cubicBezTo>
                      <a:pt x="9274" y="21676"/>
                      <a:pt x="10241" y="21342"/>
                      <a:pt x="11242" y="20976"/>
                    </a:cubicBezTo>
                    <a:cubicBezTo>
                      <a:pt x="11576" y="20842"/>
                      <a:pt x="11876" y="20742"/>
                      <a:pt x="12209" y="20609"/>
                    </a:cubicBezTo>
                    <a:cubicBezTo>
                      <a:pt x="13077" y="20275"/>
                      <a:pt x="14011" y="19908"/>
                      <a:pt x="14945" y="19474"/>
                    </a:cubicBezTo>
                    <a:cubicBezTo>
                      <a:pt x="15278" y="19308"/>
                      <a:pt x="15578" y="19174"/>
                      <a:pt x="15912" y="19074"/>
                    </a:cubicBezTo>
                    <a:cubicBezTo>
                      <a:pt x="16813" y="18674"/>
                      <a:pt x="17747" y="18274"/>
                      <a:pt x="18681" y="17840"/>
                    </a:cubicBezTo>
                    <a:cubicBezTo>
                      <a:pt x="18948" y="17740"/>
                      <a:pt x="19281" y="17573"/>
                      <a:pt x="19581" y="17440"/>
                    </a:cubicBezTo>
                    <a:cubicBezTo>
                      <a:pt x="20515" y="17006"/>
                      <a:pt x="21416" y="16606"/>
                      <a:pt x="22283" y="16172"/>
                    </a:cubicBezTo>
                    <a:cubicBezTo>
                      <a:pt x="22583" y="16005"/>
                      <a:pt x="22917" y="15905"/>
                      <a:pt x="23217" y="15738"/>
                    </a:cubicBezTo>
                    <a:cubicBezTo>
                      <a:pt x="24118" y="15271"/>
                      <a:pt x="25052" y="14838"/>
                      <a:pt x="25886" y="14404"/>
                    </a:cubicBezTo>
                    <a:cubicBezTo>
                      <a:pt x="26219" y="14271"/>
                      <a:pt x="26520" y="14104"/>
                      <a:pt x="26786" y="13937"/>
                    </a:cubicBezTo>
                    <a:cubicBezTo>
                      <a:pt x="27754" y="13437"/>
                      <a:pt x="28621" y="12936"/>
                      <a:pt x="29422" y="12469"/>
                    </a:cubicBezTo>
                    <a:cubicBezTo>
                      <a:pt x="29722" y="12269"/>
                      <a:pt x="30022" y="12103"/>
                      <a:pt x="30289" y="11936"/>
                    </a:cubicBezTo>
                    <a:cubicBezTo>
                      <a:pt x="31523" y="11169"/>
                      <a:pt x="32390" y="10501"/>
                      <a:pt x="32691" y="10068"/>
                    </a:cubicBezTo>
                    <a:lnTo>
                      <a:pt x="28855" y="1595"/>
                    </a:lnTo>
                    <a:cubicBezTo>
                      <a:pt x="28377" y="589"/>
                      <a:pt x="27349" y="0"/>
                      <a:pt x="2628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89"/>
              <p:cNvSpPr/>
              <p:nvPr/>
            </p:nvSpPr>
            <p:spPr>
              <a:xfrm>
                <a:off x="1687200" y="3263750"/>
                <a:ext cx="119275" cy="221700"/>
              </a:xfrm>
              <a:custGeom>
                <a:avLst/>
                <a:gdLst/>
                <a:ahLst/>
                <a:cxnLst/>
                <a:rect l="l" t="t" r="r" b="b"/>
                <a:pathLst>
                  <a:path w="4771" h="8868" extrusionOk="0">
                    <a:moveTo>
                      <a:pt x="610" y="1"/>
                    </a:moveTo>
                    <a:cubicBezTo>
                      <a:pt x="537" y="1"/>
                      <a:pt x="464" y="20"/>
                      <a:pt x="401" y="62"/>
                    </a:cubicBezTo>
                    <a:cubicBezTo>
                      <a:pt x="101" y="195"/>
                      <a:pt x="1" y="462"/>
                      <a:pt x="101" y="695"/>
                    </a:cubicBezTo>
                    <a:lnTo>
                      <a:pt x="3804" y="8868"/>
                    </a:lnTo>
                    <a:cubicBezTo>
                      <a:pt x="4104" y="8735"/>
                      <a:pt x="4437" y="8668"/>
                      <a:pt x="4771" y="8534"/>
                    </a:cubicBezTo>
                    <a:lnTo>
                      <a:pt x="1002" y="228"/>
                    </a:lnTo>
                    <a:cubicBezTo>
                      <a:pt x="933" y="91"/>
                      <a:pt x="770" y="1"/>
                      <a:pt x="6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89"/>
              <p:cNvSpPr/>
              <p:nvPr/>
            </p:nvSpPr>
            <p:spPr>
              <a:xfrm>
                <a:off x="1777275" y="3221775"/>
                <a:ext cx="122600" cy="227825"/>
              </a:xfrm>
              <a:custGeom>
                <a:avLst/>
                <a:gdLst/>
                <a:ahLst/>
                <a:cxnLst/>
                <a:rect l="l" t="t" r="r" b="b"/>
                <a:pathLst>
                  <a:path w="4904" h="9113" extrusionOk="0">
                    <a:moveTo>
                      <a:pt x="604" y="0"/>
                    </a:moveTo>
                    <a:cubicBezTo>
                      <a:pt x="528" y="0"/>
                      <a:pt x="448" y="13"/>
                      <a:pt x="367" y="39"/>
                    </a:cubicBezTo>
                    <a:cubicBezTo>
                      <a:pt x="67" y="140"/>
                      <a:pt x="0" y="440"/>
                      <a:pt x="67" y="640"/>
                    </a:cubicBezTo>
                    <a:lnTo>
                      <a:pt x="3970" y="9113"/>
                    </a:lnTo>
                    <a:cubicBezTo>
                      <a:pt x="4270" y="9013"/>
                      <a:pt x="4570" y="8879"/>
                      <a:pt x="4904" y="8746"/>
                    </a:cubicBezTo>
                    <a:lnTo>
                      <a:pt x="1035" y="240"/>
                    </a:lnTo>
                    <a:cubicBezTo>
                      <a:pt x="986" y="93"/>
                      <a:pt x="812" y="0"/>
                      <a:pt x="6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89"/>
              <p:cNvSpPr/>
              <p:nvPr/>
            </p:nvSpPr>
            <p:spPr>
              <a:xfrm>
                <a:off x="1869000" y="3180400"/>
                <a:ext cx="124275" cy="232500"/>
              </a:xfrm>
              <a:custGeom>
                <a:avLst/>
                <a:gdLst/>
                <a:ahLst/>
                <a:cxnLst/>
                <a:rect l="l" t="t" r="r" b="b"/>
                <a:pathLst>
                  <a:path w="4971" h="9300" extrusionOk="0">
                    <a:moveTo>
                      <a:pt x="609" y="0"/>
                    </a:moveTo>
                    <a:cubicBezTo>
                      <a:pt x="531" y="0"/>
                      <a:pt x="449" y="19"/>
                      <a:pt x="368" y="60"/>
                    </a:cubicBezTo>
                    <a:cubicBezTo>
                      <a:pt x="101" y="193"/>
                      <a:pt x="1" y="460"/>
                      <a:pt x="67" y="694"/>
                    </a:cubicBezTo>
                    <a:lnTo>
                      <a:pt x="4004" y="9300"/>
                    </a:lnTo>
                    <a:cubicBezTo>
                      <a:pt x="4337" y="9166"/>
                      <a:pt x="4637" y="9033"/>
                      <a:pt x="4971" y="8900"/>
                    </a:cubicBezTo>
                    <a:lnTo>
                      <a:pt x="1035" y="260"/>
                    </a:lnTo>
                    <a:cubicBezTo>
                      <a:pt x="942" y="98"/>
                      <a:pt x="785" y="0"/>
                      <a:pt x="6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89"/>
              <p:cNvSpPr/>
              <p:nvPr/>
            </p:nvSpPr>
            <p:spPr>
              <a:xfrm>
                <a:off x="1960750" y="3138700"/>
                <a:ext cx="124275" cy="234175"/>
              </a:xfrm>
              <a:custGeom>
                <a:avLst/>
                <a:gdLst/>
                <a:ahLst/>
                <a:cxnLst/>
                <a:rect l="l" t="t" r="r" b="b"/>
                <a:pathLst>
                  <a:path w="4971" h="9367" extrusionOk="0">
                    <a:moveTo>
                      <a:pt x="607" y="0"/>
                    </a:moveTo>
                    <a:cubicBezTo>
                      <a:pt x="530" y="0"/>
                      <a:pt x="449" y="19"/>
                      <a:pt x="367" y="60"/>
                    </a:cubicBezTo>
                    <a:cubicBezTo>
                      <a:pt x="67" y="194"/>
                      <a:pt x="0" y="460"/>
                      <a:pt x="67" y="694"/>
                    </a:cubicBezTo>
                    <a:lnTo>
                      <a:pt x="4036" y="9367"/>
                    </a:lnTo>
                    <a:cubicBezTo>
                      <a:pt x="4336" y="9233"/>
                      <a:pt x="4670" y="9067"/>
                      <a:pt x="4970" y="8933"/>
                    </a:cubicBezTo>
                    <a:lnTo>
                      <a:pt x="1001" y="260"/>
                    </a:lnTo>
                    <a:cubicBezTo>
                      <a:pt x="931" y="98"/>
                      <a:pt x="781" y="0"/>
                      <a:pt x="6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89"/>
              <p:cNvSpPr/>
              <p:nvPr/>
            </p:nvSpPr>
            <p:spPr>
              <a:xfrm>
                <a:off x="2051625" y="3097000"/>
                <a:ext cx="123450" cy="234175"/>
              </a:xfrm>
              <a:custGeom>
                <a:avLst/>
                <a:gdLst/>
                <a:ahLst/>
                <a:cxnLst/>
                <a:rect l="l" t="t" r="r" b="b"/>
                <a:pathLst>
                  <a:path w="4938" h="9367" extrusionOk="0">
                    <a:moveTo>
                      <a:pt x="601" y="0"/>
                    </a:moveTo>
                    <a:cubicBezTo>
                      <a:pt x="520" y="0"/>
                      <a:pt x="439" y="19"/>
                      <a:pt x="368" y="60"/>
                    </a:cubicBezTo>
                    <a:cubicBezTo>
                      <a:pt x="68" y="194"/>
                      <a:pt x="1" y="461"/>
                      <a:pt x="68" y="694"/>
                    </a:cubicBezTo>
                    <a:lnTo>
                      <a:pt x="4037" y="9367"/>
                    </a:lnTo>
                    <a:cubicBezTo>
                      <a:pt x="4337" y="9200"/>
                      <a:pt x="4671" y="9067"/>
                      <a:pt x="4938" y="8900"/>
                    </a:cubicBezTo>
                    <a:lnTo>
                      <a:pt x="1035" y="260"/>
                    </a:lnTo>
                    <a:cubicBezTo>
                      <a:pt x="966" y="98"/>
                      <a:pt x="784" y="0"/>
                      <a:pt x="6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89"/>
              <p:cNvSpPr/>
              <p:nvPr/>
            </p:nvSpPr>
            <p:spPr>
              <a:xfrm>
                <a:off x="2144200" y="3055450"/>
                <a:ext cx="121775" cy="230700"/>
              </a:xfrm>
              <a:custGeom>
                <a:avLst/>
                <a:gdLst/>
                <a:ahLst/>
                <a:cxnLst/>
                <a:rect l="l" t="t" r="r" b="b"/>
                <a:pathLst>
                  <a:path w="4871" h="9228" extrusionOk="0">
                    <a:moveTo>
                      <a:pt x="553" y="1"/>
                    </a:moveTo>
                    <a:cubicBezTo>
                      <a:pt x="487" y="1"/>
                      <a:pt x="423" y="17"/>
                      <a:pt x="368" y="54"/>
                    </a:cubicBezTo>
                    <a:cubicBezTo>
                      <a:pt x="134" y="188"/>
                      <a:pt x="1" y="455"/>
                      <a:pt x="67" y="688"/>
                    </a:cubicBezTo>
                    <a:lnTo>
                      <a:pt x="3970" y="9228"/>
                    </a:lnTo>
                    <a:cubicBezTo>
                      <a:pt x="4304" y="9061"/>
                      <a:pt x="4571" y="8927"/>
                      <a:pt x="4871" y="8761"/>
                    </a:cubicBezTo>
                    <a:lnTo>
                      <a:pt x="1001" y="255"/>
                    </a:lnTo>
                    <a:cubicBezTo>
                      <a:pt x="905" y="110"/>
                      <a:pt x="722" y="1"/>
                      <a:pt x="5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89"/>
              <p:cNvSpPr/>
              <p:nvPr/>
            </p:nvSpPr>
            <p:spPr>
              <a:xfrm>
                <a:off x="2235100" y="3014775"/>
                <a:ext cx="118450" cy="224675"/>
              </a:xfrm>
              <a:custGeom>
                <a:avLst/>
                <a:gdLst/>
                <a:ahLst/>
                <a:cxnLst/>
                <a:rect l="l" t="t" r="r" b="b"/>
                <a:pathLst>
                  <a:path w="4738" h="8987" extrusionOk="0">
                    <a:moveTo>
                      <a:pt x="625" y="1"/>
                    </a:moveTo>
                    <a:cubicBezTo>
                      <a:pt x="547" y="1"/>
                      <a:pt x="460" y="16"/>
                      <a:pt x="367" y="47"/>
                    </a:cubicBezTo>
                    <a:cubicBezTo>
                      <a:pt x="67" y="180"/>
                      <a:pt x="1" y="481"/>
                      <a:pt x="67" y="681"/>
                    </a:cubicBezTo>
                    <a:lnTo>
                      <a:pt x="3870" y="8987"/>
                    </a:lnTo>
                    <a:cubicBezTo>
                      <a:pt x="4137" y="8753"/>
                      <a:pt x="4437" y="8586"/>
                      <a:pt x="4737" y="8420"/>
                    </a:cubicBezTo>
                    <a:lnTo>
                      <a:pt x="1001" y="214"/>
                    </a:lnTo>
                    <a:cubicBezTo>
                      <a:pt x="932" y="75"/>
                      <a:pt x="799" y="1"/>
                      <a:pt x="6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89"/>
              <p:cNvSpPr/>
              <p:nvPr/>
            </p:nvSpPr>
            <p:spPr>
              <a:xfrm>
                <a:off x="1819800" y="3538800"/>
                <a:ext cx="1233400" cy="1249425"/>
              </a:xfrm>
              <a:custGeom>
                <a:avLst/>
                <a:gdLst/>
                <a:ahLst/>
                <a:cxnLst/>
                <a:rect l="l" t="t" r="r" b="b"/>
                <a:pathLst>
                  <a:path w="49336" h="49977" extrusionOk="0">
                    <a:moveTo>
                      <a:pt x="33458" y="1"/>
                    </a:moveTo>
                    <a:cubicBezTo>
                      <a:pt x="33391" y="1"/>
                      <a:pt x="33324" y="34"/>
                      <a:pt x="33224" y="34"/>
                    </a:cubicBezTo>
                    <a:cubicBezTo>
                      <a:pt x="21082" y="2102"/>
                      <a:pt x="10175" y="7540"/>
                      <a:pt x="1" y="15245"/>
                    </a:cubicBezTo>
                    <a:cubicBezTo>
                      <a:pt x="1" y="15345"/>
                      <a:pt x="2169" y="19848"/>
                      <a:pt x="3170" y="22083"/>
                    </a:cubicBezTo>
                    <a:cubicBezTo>
                      <a:pt x="5038" y="26286"/>
                      <a:pt x="8240" y="33425"/>
                      <a:pt x="11009" y="39529"/>
                    </a:cubicBezTo>
                    <a:cubicBezTo>
                      <a:pt x="12309" y="42298"/>
                      <a:pt x="13510" y="44900"/>
                      <a:pt x="14411" y="46901"/>
                    </a:cubicBezTo>
                    <a:cubicBezTo>
                      <a:pt x="14845" y="47735"/>
                      <a:pt x="15312" y="48369"/>
                      <a:pt x="15879" y="48802"/>
                    </a:cubicBezTo>
                    <a:cubicBezTo>
                      <a:pt x="16963" y="49694"/>
                      <a:pt x="18378" y="49976"/>
                      <a:pt x="20200" y="49976"/>
                    </a:cubicBezTo>
                    <a:cubicBezTo>
                      <a:pt x="20899" y="49976"/>
                      <a:pt x="21659" y="49935"/>
                      <a:pt x="22483" y="49870"/>
                    </a:cubicBezTo>
                    <a:cubicBezTo>
                      <a:pt x="30723" y="48802"/>
                      <a:pt x="38195" y="45233"/>
                      <a:pt x="44966" y="39596"/>
                    </a:cubicBezTo>
                    <a:cubicBezTo>
                      <a:pt x="47968" y="36560"/>
                      <a:pt x="49336" y="34626"/>
                      <a:pt x="48002" y="31557"/>
                    </a:cubicBezTo>
                    <a:cubicBezTo>
                      <a:pt x="47134" y="29589"/>
                      <a:pt x="46000" y="27020"/>
                      <a:pt x="44699" y="24218"/>
                    </a:cubicBezTo>
                    <a:cubicBezTo>
                      <a:pt x="41897" y="18114"/>
                      <a:pt x="38595" y="11009"/>
                      <a:pt x="36660" y="6772"/>
                    </a:cubicBezTo>
                    <a:cubicBezTo>
                      <a:pt x="35593" y="4537"/>
                      <a:pt x="33491" y="68"/>
                      <a:pt x="334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89"/>
              <p:cNvSpPr/>
              <p:nvPr/>
            </p:nvSpPr>
            <p:spPr>
              <a:xfrm>
                <a:off x="1818975" y="3540475"/>
                <a:ext cx="830625" cy="380300"/>
              </a:xfrm>
              <a:custGeom>
                <a:avLst/>
                <a:gdLst/>
                <a:ahLst/>
                <a:cxnLst/>
                <a:rect l="l" t="t" r="r" b="b"/>
                <a:pathLst>
                  <a:path w="33225" h="15212" extrusionOk="0">
                    <a:moveTo>
                      <a:pt x="33224" y="1"/>
                    </a:moveTo>
                    <a:cubicBezTo>
                      <a:pt x="21082" y="2035"/>
                      <a:pt x="10174" y="7473"/>
                      <a:pt x="0" y="15211"/>
                    </a:cubicBezTo>
                    <a:cubicBezTo>
                      <a:pt x="0" y="15211"/>
                      <a:pt x="6738" y="14144"/>
                      <a:pt x="19814" y="7639"/>
                    </a:cubicBezTo>
                    <a:cubicBezTo>
                      <a:pt x="28587" y="3270"/>
                      <a:pt x="31990" y="1001"/>
                      <a:pt x="332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89"/>
              <p:cNvSpPr/>
              <p:nvPr/>
            </p:nvSpPr>
            <p:spPr>
              <a:xfrm>
                <a:off x="1823150" y="3642225"/>
                <a:ext cx="1175025" cy="926500"/>
              </a:xfrm>
              <a:custGeom>
                <a:avLst/>
                <a:gdLst/>
                <a:ahLst/>
                <a:cxnLst/>
                <a:rect l="l" t="t" r="r" b="b"/>
                <a:pathLst>
                  <a:path w="47001" h="37060" extrusionOk="0">
                    <a:moveTo>
                      <a:pt x="37894" y="0"/>
                    </a:moveTo>
                    <a:cubicBezTo>
                      <a:pt x="26052" y="7539"/>
                      <a:pt x="13410" y="13276"/>
                      <a:pt x="0" y="17313"/>
                    </a:cubicBezTo>
                    <a:cubicBezTo>
                      <a:pt x="2135" y="22116"/>
                      <a:pt x="5738" y="30155"/>
                      <a:pt x="8873" y="37060"/>
                    </a:cubicBezTo>
                    <a:cubicBezTo>
                      <a:pt x="22983" y="33457"/>
                      <a:pt x="35692" y="27720"/>
                      <a:pt x="47000" y="19748"/>
                    </a:cubicBezTo>
                    <a:cubicBezTo>
                      <a:pt x="43865" y="12809"/>
                      <a:pt x="40095" y="4770"/>
                      <a:pt x="378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89"/>
              <p:cNvSpPr/>
              <p:nvPr/>
            </p:nvSpPr>
            <p:spPr>
              <a:xfrm>
                <a:off x="1941550" y="4007475"/>
                <a:ext cx="302750" cy="221025"/>
              </a:xfrm>
              <a:custGeom>
                <a:avLst/>
                <a:gdLst/>
                <a:ahLst/>
                <a:cxnLst/>
                <a:rect l="l" t="t" r="r" b="b"/>
                <a:pathLst>
                  <a:path w="12110" h="8841" extrusionOk="0">
                    <a:moveTo>
                      <a:pt x="9674" y="1"/>
                    </a:moveTo>
                    <a:cubicBezTo>
                      <a:pt x="6606" y="1468"/>
                      <a:pt x="3236" y="2602"/>
                      <a:pt x="1" y="3536"/>
                    </a:cubicBezTo>
                    <a:lnTo>
                      <a:pt x="2436" y="8840"/>
                    </a:lnTo>
                    <a:cubicBezTo>
                      <a:pt x="5772" y="8006"/>
                      <a:pt x="9007" y="6872"/>
                      <a:pt x="12109" y="5304"/>
                    </a:cubicBezTo>
                    <a:lnTo>
                      <a:pt x="967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89"/>
              <p:cNvSpPr/>
              <p:nvPr/>
            </p:nvSpPr>
            <p:spPr>
              <a:xfrm>
                <a:off x="2535325" y="4070025"/>
                <a:ext cx="408650" cy="256875"/>
              </a:xfrm>
              <a:custGeom>
                <a:avLst/>
                <a:gdLst/>
                <a:ahLst/>
                <a:cxnLst/>
                <a:rect l="l" t="t" r="r" b="b"/>
                <a:pathLst>
                  <a:path w="16346" h="10275" extrusionOk="0">
                    <a:moveTo>
                      <a:pt x="15678" y="0"/>
                    </a:moveTo>
                    <a:cubicBezTo>
                      <a:pt x="10674" y="3603"/>
                      <a:pt x="5471" y="6505"/>
                      <a:pt x="0" y="9040"/>
                    </a:cubicBezTo>
                    <a:lnTo>
                      <a:pt x="534" y="10274"/>
                    </a:lnTo>
                    <a:cubicBezTo>
                      <a:pt x="6205" y="7706"/>
                      <a:pt x="11508" y="4871"/>
                      <a:pt x="16345" y="1301"/>
                    </a:cubicBezTo>
                    <a:lnTo>
                      <a:pt x="1567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89"/>
              <p:cNvSpPr/>
              <p:nvPr/>
            </p:nvSpPr>
            <p:spPr>
              <a:xfrm>
                <a:off x="4647650" y="4293525"/>
                <a:ext cx="419500" cy="508725"/>
              </a:xfrm>
              <a:custGeom>
                <a:avLst/>
                <a:gdLst/>
                <a:ahLst/>
                <a:cxnLst/>
                <a:rect l="l" t="t" r="r" b="b"/>
                <a:pathLst>
                  <a:path w="16780" h="20349" extrusionOk="0">
                    <a:moveTo>
                      <a:pt x="3103" y="0"/>
                    </a:moveTo>
                    <a:lnTo>
                      <a:pt x="2336" y="4236"/>
                    </a:lnTo>
                    <a:lnTo>
                      <a:pt x="1" y="17413"/>
                    </a:lnTo>
                    <a:lnTo>
                      <a:pt x="8640" y="20348"/>
                    </a:lnTo>
                    <a:lnTo>
                      <a:pt x="16779" y="4570"/>
                    </a:lnTo>
                    <a:lnTo>
                      <a:pt x="31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89"/>
              <p:cNvSpPr/>
              <p:nvPr/>
            </p:nvSpPr>
            <p:spPr>
              <a:xfrm>
                <a:off x="4706025" y="4293525"/>
                <a:ext cx="361125" cy="508725"/>
              </a:xfrm>
              <a:custGeom>
                <a:avLst/>
                <a:gdLst/>
                <a:ahLst/>
                <a:cxnLst/>
                <a:rect l="l" t="t" r="r" b="b"/>
                <a:pathLst>
                  <a:path w="14445" h="20349" extrusionOk="0">
                    <a:moveTo>
                      <a:pt x="768" y="0"/>
                    </a:moveTo>
                    <a:lnTo>
                      <a:pt x="1" y="4236"/>
                    </a:lnTo>
                    <a:lnTo>
                      <a:pt x="7006" y="6571"/>
                    </a:lnTo>
                    <a:cubicBezTo>
                      <a:pt x="7006" y="6571"/>
                      <a:pt x="4170" y="14210"/>
                      <a:pt x="2102" y="18914"/>
                    </a:cubicBezTo>
                    <a:lnTo>
                      <a:pt x="6305" y="20348"/>
                    </a:lnTo>
                    <a:lnTo>
                      <a:pt x="14444" y="4570"/>
                    </a:lnTo>
                    <a:lnTo>
                      <a:pt x="76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89"/>
              <p:cNvSpPr/>
              <p:nvPr/>
            </p:nvSpPr>
            <p:spPr>
              <a:xfrm>
                <a:off x="4447525" y="4636250"/>
                <a:ext cx="616275" cy="276900"/>
              </a:xfrm>
              <a:custGeom>
                <a:avLst/>
                <a:gdLst/>
                <a:ahLst/>
                <a:cxnLst/>
                <a:rect l="l" t="t" r="r" b="b"/>
                <a:pathLst>
                  <a:path w="24651" h="11076" extrusionOk="0">
                    <a:moveTo>
                      <a:pt x="801" y="1"/>
                    </a:moveTo>
                    <a:lnTo>
                      <a:pt x="0" y="2336"/>
                    </a:lnTo>
                    <a:lnTo>
                      <a:pt x="23617" y="11076"/>
                    </a:lnTo>
                    <a:lnTo>
                      <a:pt x="24651" y="8040"/>
                    </a:lnTo>
                    <a:lnTo>
                      <a:pt x="8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89"/>
              <p:cNvSpPr/>
              <p:nvPr/>
            </p:nvSpPr>
            <p:spPr>
              <a:xfrm>
                <a:off x="5505775" y="1739175"/>
                <a:ext cx="258525" cy="779750"/>
              </a:xfrm>
              <a:custGeom>
                <a:avLst/>
                <a:gdLst/>
                <a:ahLst/>
                <a:cxnLst/>
                <a:rect l="l" t="t" r="r" b="b"/>
                <a:pathLst>
                  <a:path w="10341" h="31190" extrusionOk="0">
                    <a:moveTo>
                      <a:pt x="10341" y="1"/>
                    </a:moveTo>
                    <a:lnTo>
                      <a:pt x="0" y="30890"/>
                    </a:lnTo>
                    <a:lnTo>
                      <a:pt x="834" y="31190"/>
                    </a:lnTo>
                    <a:lnTo>
                      <a:pt x="9674" y="4704"/>
                    </a:lnTo>
                    <a:lnTo>
                      <a:pt x="103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89"/>
              <p:cNvSpPr/>
              <p:nvPr/>
            </p:nvSpPr>
            <p:spPr>
              <a:xfrm>
                <a:off x="5342325" y="2495700"/>
                <a:ext cx="234350" cy="381825"/>
              </a:xfrm>
              <a:custGeom>
                <a:avLst/>
                <a:gdLst/>
                <a:ahLst/>
                <a:cxnLst/>
                <a:rect l="l" t="t" r="r" b="b"/>
                <a:pathLst>
                  <a:path w="9374" h="15273" extrusionOk="0">
                    <a:moveTo>
                      <a:pt x="6543" y="1"/>
                    </a:moveTo>
                    <a:cubicBezTo>
                      <a:pt x="5446" y="1"/>
                      <a:pt x="4422" y="693"/>
                      <a:pt x="4036" y="1796"/>
                    </a:cubicBezTo>
                    <a:lnTo>
                      <a:pt x="0" y="13872"/>
                    </a:lnTo>
                    <a:lnTo>
                      <a:pt x="4970" y="15273"/>
                    </a:lnTo>
                    <a:lnTo>
                      <a:pt x="8907" y="3431"/>
                    </a:lnTo>
                    <a:cubicBezTo>
                      <a:pt x="9374" y="2096"/>
                      <a:pt x="8706" y="595"/>
                      <a:pt x="7372" y="128"/>
                    </a:cubicBezTo>
                    <a:cubicBezTo>
                      <a:pt x="7339" y="128"/>
                      <a:pt x="7305" y="95"/>
                      <a:pt x="7239" y="95"/>
                    </a:cubicBezTo>
                    <a:cubicBezTo>
                      <a:pt x="7007" y="31"/>
                      <a:pt x="6774" y="1"/>
                      <a:pt x="654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89"/>
              <p:cNvSpPr/>
              <p:nvPr/>
            </p:nvSpPr>
            <p:spPr>
              <a:xfrm>
                <a:off x="5247250" y="2718225"/>
                <a:ext cx="315250" cy="178475"/>
              </a:xfrm>
              <a:custGeom>
                <a:avLst/>
                <a:gdLst/>
                <a:ahLst/>
                <a:cxnLst/>
                <a:rect l="l" t="t" r="r" b="b"/>
                <a:pathLst>
                  <a:path w="12610" h="7139" extrusionOk="0">
                    <a:moveTo>
                      <a:pt x="1969" y="0"/>
                    </a:moveTo>
                    <a:lnTo>
                      <a:pt x="1" y="2969"/>
                    </a:lnTo>
                    <a:lnTo>
                      <a:pt x="12376" y="7139"/>
                    </a:lnTo>
                    <a:lnTo>
                      <a:pt x="12610" y="3570"/>
                    </a:lnTo>
                    <a:lnTo>
                      <a:pt x="19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89"/>
              <p:cNvSpPr/>
              <p:nvPr/>
            </p:nvSpPr>
            <p:spPr>
              <a:xfrm>
                <a:off x="4699350" y="2769925"/>
                <a:ext cx="910675" cy="1637875"/>
              </a:xfrm>
              <a:custGeom>
                <a:avLst/>
                <a:gdLst/>
                <a:ahLst/>
                <a:cxnLst/>
                <a:rect l="l" t="t" r="r" b="b"/>
                <a:pathLst>
                  <a:path w="36427" h="65515" extrusionOk="0">
                    <a:moveTo>
                      <a:pt x="20049" y="0"/>
                    </a:moveTo>
                    <a:lnTo>
                      <a:pt x="1836" y="54306"/>
                    </a:lnTo>
                    <a:lnTo>
                      <a:pt x="1" y="59677"/>
                    </a:lnTo>
                    <a:lnTo>
                      <a:pt x="3270" y="60877"/>
                    </a:lnTo>
                    <a:lnTo>
                      <a:pt x="4537" y="61344"/>
                    </a:lnTo>
                    <a:lnTo>
                      <a:pt x="16179" y="65514"/>
                    </a:lnTo>
                    <a:lnTo>
                      <a:pt x="36427" y="3970"/>
                    </a:lnTo>
                    <a:lnTo>
                      <a:pt x="28788" y="2135"/>
                    </a:lnTo>
                    <a:lnTo>
                      <a:pt x="24919" y="1235"/>
                    </a:lnTo>
                    <a:lnTo>
                      <a:pt x="22617" y="634"/>
                    </a:lnTo>
                    <a:lnTo>
                      <a:pt x="2004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89"/>
              <p:cNvSpPr/>
              <p:nvPr/>
            </p:nvSpPr>
            <p:spPr>
              <a:xfrm>
                <a:off x="5037925" y="2742400"/>
                <a:ext cx="572100" cy="644650"/>
              </a:xfrm>
              <a:custGeom>
                <a:avLst/>
                <a:gdLst/>
                <a:ahLst/>
                <a:cxnLst/>
                <a:rect l="l" t="t" r="r" b="b"/>
                <a:pathLst>
                  <a:path w="22884" h="25786" extrusionOk="0">
                    <a:moveTo>
                      <a:pt x="6806" y="1"/>
                    </a:moveTo>
                    <a:lnTo>
                      <a:pt x="1" y="20449"/>
                    </a:lnTo>
                    <a:lnTo>
                      <a:pt x="16046" y="25786"/>
                    </a:lnTo>
                    <a:lnTo>
                      <a:pt x="22884" y="5071"/>
                    </a:lnTo>
                    <a:lnTo>
                      <a:pt x="68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89"/>
              <p:cNvSpPr/>
              <p:nvPr/>
            </p:nvSpPr>
            <p:spPr>
              <a:xfrm>
                <a:off x="4699350" y="2810800"/>
                <a:ext cx="910675" cy="1597000"/>
              </a:xfrm>
              <a:custGeom>
                <a:avLst/>
                <a:gdLst/>
                <a:ahLst/>
                <a:cxnLst/>
                <a:rect l="l" t="t" r="r" b="b"/>
                <a:pathLst>
                  <a:path w="36427" h="63880" extrusionOk="0">
                    <a:moveTo>
                      <a:pt x="28955" y="0"/>
                    </a:moveTo>
                    <a:cubicBezTo>
                      <a:pt x="28922" y="133"/>
                      <a:pt x="28888" y="334"/>
                      <a:pt x="28788" y="500"/>
                    </a:cubicBezTo>
                    <a:cubicBezTo>
                      <a:pt x="28388" y="1935"/>
                      <a:pt x="27521" y="4670"/>
                      <a:pt x="26386" y="8173"/>
                    </a:cubicBezTo>
                    <a:cubicBezTo>
                      <a:pt x="21489" y="23344"/>
                      <a:pt x="11002" y="52798"/>
                      <a:pt x="2853" y="52798"/>
                    </a:cubicBezTo>
                    <a:cubicBezTo>
                      <a:pt x="2509" y="52798"/>
                      <a:pt x="2170" y="52746"/>
                      <a:pt x="1836" y="52638"/>
                    </a:cubicBezTo>
                    <a:lnTo>
                      <a:pt x="1" y="58042"/>
                    </a:lnTo>
                    <a:lnTo>
                      <a:pt x="16179" y="63879"/>
                    </a:lnTo>
                    <a:lnTo>
                      <a:pt x="36427" y="2335"/>
                    </a:lnTo>
                    <a:lnTo>
                      <a:pt x="28955" y="0"/>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89"/>
              <p:cNvSpPr/>
              <p:nvPr/>
            </p:nvSpPr>
            <p:spPr>
              <a:xfrm>
                <a:off x="5288950" y="3073100"/>
                <a:ext cx="195150" cy="82500"/>
              </a:xfrm>
              <a:custGeom>
                <a:avLst/>
                <a:gdLst/>
                <a:ahLst/>
                <a:cxnLst/>
                <a:rect l="l" t="t" r="r" b="b"/>
                <a:pathLst>
                  <a:path w="7806" h="3300" extrusionOk="0">
                    <a:moveTo>
                      <a:pt x="540" y="1"/>
                    </a:moveTo>
                    <a:cubicBezTo>
                      <a:pt x="358" y="1"/>
                      <a:pt x="157" y="151"/>
                      <a:pt x="100" y="349"/>
                    </a:cubicBezTo>
                    <a:cubicBezTo>
                      <a:pt x="0" y="649"/>
                      <a:pt x="134" y="883"/>
                      <a:pt x="334" y="983"/>
                    </a:cubicBezTo>
                    <a:lnTo>
                      <a:pt x="7172" y="3285"/>
                    </a:lnTo>
                    <a:cubicBezTo>
                      <a:pt x="7202" y="3295"/>
                      <a:pt x="7234" y="3299"/>
                      <a:pt x="7267" y="3299"/>
                    </a:cubicBezTo>
                    <a:cubicBezTo>
                      <a:pt x="7448" y="3299"/>
                      <a:pt x="7649" y="3149"/>
                      <a:pt x="7706" y="2951"/>
                    </a:cubicBezTo>
                    <a:cubicBezTo>
                      <a:pt x="7806" y="2651"/>
                      <a:pt x="7673" y="2384"/>
                      <a:pt x="7472" y="2317"/>
                    </a:cubicBezTo>
                    <a:lnTo>
                      <a:pt x="634" y="16"/>
                    </a:lnTo>
                    <a:cubicBezTo>
                      <a:pt x="604" y="5"/>
                      <a:pt x="572" y="1"/>
                      <a:pt x="540"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89"/>
              <p:cNvSpPr/>
              <p:nvPr/>
            </p:nvSpPr>
            <p:spPr>
              <a:xfrm>
                <a:off x="5347325" y="3217850"/>
                <a:ext cx="99250" cy="50325"/>
              </a:xfrm>
              <a:custGeom>
                <a:avLst/>
                <a:gdLst/>
                <a:ahLst/>
                <a:cxnLst/>
                <a:rect l="l" t="t" r="r" b="b"/>
                <a:pathLst>
                  <a:path w="3970" h="2013" extrusionOk="0">
                    <a:moveTo>
                      <a:pt x="508" y="0"/>
                    </a:moveTo>
                    <a:cubicBezTo>
                      <a:pt x="335" y="0"/>
                      <a:pt x="154" y="150"/>
                      <a:pt x="100" y="363"/>
                    </a:cubicBezTo>
                    <a:cubicBezTo>
                      <a:pt x="0" y="663"/>
                      <a:pt x="134" y="897"/>
                      <a:pt x="334" y="997"/>
                    </a:cubicBezTo>
                    <a:lnTo>
                      <a:pt x="3336" y="1998"/>
                    </a:lnTo>
                    <a:cubicBezTo>
                      <a:pt x="3366" y="2008"/>
                      <a:pt x="3398" y="2013"/>
                      <a:pt x="3430" y="2013"/>
                    </a:cubicBezTo>
                    <a:cubicBezTo>
                      <a:pt x="3612" y="2013"/>
                      <a:pt x="3813" y="1862"/>
                      <a:pt x="3870" y="1664"/>
                    </a:cubicBezTo>
                    <a:cubicBezTo>
                      <a:pt x="3970" y="1364"/>
                      <a:pt x="3836" y="1097"/>
                      <a:pt x="3636" y="1030"/>
                    </a:cubicBezTo>
                    <a:lnTo>
                      <a:pt x="634" y="30"/>
                    </a:lnTo>
                    <a:cubicBezTo>
                      <a:pt x="594" y="10"/>
                      <a:pt x="551" y="0"/>
                      <a:pt x="508"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89"/>
              <p:cNvSpPr/>
              <p:nvPr/>
            </p:nvSpPr>
            <p:spPr>
              <a:xfrm>
                <a:off x="5308950" y="3330425"/>
                <a:ext cx="99275" cy="49850"/>
              </a:xfrm>
              <a:custGeom>
                <a:avLst/>
                <a:gdLst/>
                <a:ahLst/>
                <a:cxnLst/>
                <a:rect l="l" t="t" r="r" b="b"/>
                <a:pathLst>
                  <a:path w="3971" h="1994" extrusionOk="0">
                    <a:moveTo>
                      <a:pt x="496" y="1"/>
                    </a:moveTo>
                    <a:cubicBezTo>
                      <a:pt x="313" y="1"/>
                      <a:pt x="148" y="150"/>
                      <a:pt x="68" y="363"/>
                    </a:cubicBezTo>
                    <a:cubicBezTo>
                      <a:pt x="1" y="664"/>
                      <a:pt x="134" y="897"/>
                      <a:pt x="335" y="997"/>
                    </a:cubicBezTo>
                    <a:lnTo>
                      <a:pt x="3337" y="1965"/>
                    </a:lnTo>
                    <a:cubicBezTo>
                      <a:pt x="3383" y="1985"/>
                      <a:pt x="3431" y="1994"/>
                      <a:pt x="3479" y="1994"/>
                    </a:cubicBezTo>
                    <a:cubicBezTo>
                      <a:pt x="3668" y="1994"/>
                      <a:pt x="3844" y="1845"/>
                      <a:pt x="3870" y="1631"/>
                    </a:cubicBezTo>
                    <a:cubicBezTo>
                      <a:pt x="3970" y="1364"/>
                      <a:pt x="3837" y="1097"/>
                      <a:pt x="3637" y="1031"/>
                    </a:cubicBezTo>
                    <a:lnTo>
                      <a:pt x="635" y="30"/>
                    </a:lnTo>
                    <a:cubicBezTo>
                      <a:pt x="588" y="10"/>
                      <a:pt x="541" y="1"/>
                      <a:pt x="496"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89"/>
              <p:cNvSpPr/>
              <p:nvPr/>
            </p:nvSpPr>
            <p:spPr>
              <a:xfrm>
                <a:off x="5271425" y="3443000"/>
                <a:ext cx="99275" cy="50325"/>
              </a:xfrm>
              <a:custGeom>
                <a:avLst/>
                <a:gdLst/>
                <a:ahLst/>
                <a:cxnLst/>
                <a:rect l="l" t="t" r="r" b="b"/>
                <a:pathLst>
                  <a:path w="3971" h="2013" extrusionOk="0">
                    <a:moveTo>
                      <a:pt x="496" y="1"/>
                    </a:moveTo>
                    <a:cubicBezTo>
                      <a:pt x="313" y="1"/>
                      <a:pt x="148" y="150"/>
                      <a:pt x="68" y="364"/>
                    </a:cubicBezTo>
                    <a:cubicBezTo>
                      <a:pt x="1" y="664"/>
                      <a:pt x="134" y="897"/>
                      <a:pt x="334" y="997"/>
                    </a:cubicBezTo>
                    <a:lnTo>
                      <a:pt x="3337" y="1998"/>
                    </a:lnTo>
                    <a:cubicBezTo>
                      <a:pt x="3371" y="2008"/>
                      <a:pt x="3407" y="2013"/>
                      <a:pt x="3443" y="2013"/>
                    </a:cubicBezTo>
                    <a:cubicBezTo>
                      <a:pt x="3645" y="2013"/>
                      <a:pt x="3842" y="1858"/>
                      <a:pt x="3870" y="1631"/>
                    </a:cubicBezTo>
                    <a:cubicBezTo>
                      <a:pt x="3970" y="1364"/>
                      <a:pt x="3837" y="1098"/>
                      <a:pt x="3637" y="1031"/>
                    </a:cubicBezTo>
                    <a:lnTo>
                      <a:pt x="635" y="30"/>
                    </a:lnTo>
                    <a:cubicBezTo>
                      <a:pt x="588" y="10"/>
                      <a:pt x="541" y="1"/>
                      <a:pt x="496"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89"/>
              <p:cNvSpPr/>
              <p:nvPr/>
            </p:nvSpPr>
            <p:spPr>
              <a:xfrm>
                <a:off x="5233900" y="3555575"/>
                <a:ext cx="99275" cy="50100"/>
              </a:xfrm>
              <a:custGeom>
                <a:avLst/>
                <a:gdLst/>
                <a:ahLst/>
                <a:cxnLst/>
                <a:rect l="l" t="t" r="r" b="b"/>
                <a:pathLst>
                  <a:path w="3971" h="2004" extrusionOk="0">
                    <a:moveTo>
                      <a:pt x="496" y="1"/>
                    </a:moveTo>
                    <a:cubicBezTo>
                      <a:pt x="313" y="1"/>
                      <a:pt x="148" y="150"/>
                      <a:pt x="68" y="364"/>
                    </a:cubicBezTo>
                    <a:cubicBezTo>
                      <a:pt x="1" y="664"/>
                      <a:pt x="134" y="898"/>
                      <a:pt x="334" y="998"/>
                    </a:cubicBezTo>
                    <a:lnTo>
                      <a:pt x="3337" y="1998"/>
                    </a:lnTo>
                    <a:cubicBezTo>
                      <a:pt x="3360" y="2002"/>
                      <a:pt x="3385" y="2003"/>
                      <a:pt x="3409" y="2003"/>
                    </a:cubicBezTo>
                    <a:cubicBezTo>
                      <a:pt x="3622" y="2003"/>
                      <a:pt x="3840" y="1875"/>
                      <a:pt x="3870" y="1665"/>
                    </a:cubicBezTo>
                    <a:cubicBezTo>
                      <a:pt x="3970" y="1365"/>
                      <a:pt x="3837" y="1098"/>
                      <a:pt x="3637" y="1031"/>
                    </a:cubicBezTo>
                    <a:lnTo>
                      <a:pt x="635" y="30"/>
                    </a:lnTo>
                    <a:cubicBezTo>
                      <a:pt x="588" y="10"/>
                      <a:pt x="541" y="1"/>
                      <a:pt x="496"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89"/>
              <p:cNvSpPr/>
              <p:nvPr/>
            </p:nvSpPr>
            <p:spPr>
              <a:xfrm>
                <a:off x="5100475" y="3634800"/>
                <a:ext cx="195175" cy="82475"/>
              </a:xfrm>
              <a:custGeom>
                <a:avLst/>
                <a:gdLst/>
                <a:ahLst/>
                <a:cxnLst/>
                <a:rect l="l" t="t" r="r" b="b"/>
                <a:pathLst>
                  <a:path w="7807" h="3299" extrusionOk="0">
                    <a:moveTo>
                      <a:pt x="495" y="1"/>
                    </a:moveTo>
                    <a:cubicBezTo>
                      <a:pt x="313" y="1"/>
                      <a:pt x="147" y="150"/>
                      <a:pt x="67" y="364"/>
                    </a:cubicBezTo>
                    <a:cubicBezTo>
                      <a:pt x="1" y="631"/>
                      <a:pt x="134" y="898"/>
                      <a:pt x="334" y="998"/>
                    </a:cubicBezTo>
                    <a:lnTo>
                      <a:pt x="7172" y="3266"/>
                    </a:lnTo>
                    <a:cubicBezTo>
                      <a:pt x="7224" y="3288"/>
                      <a:pt x="7277" y="3299"/>
                      <a:pt x="7330" y="3299"/>
                    </a:cubicBezTo>
                    <a:cubicBezTo>
                      <a:pt x="7513" y="3299"/>
                      <a:pt x="7680" y="3166"/>
                      <a:pt x="7706" y="2932"/>
                    </a:cubicBezTo>
                    <a:cubicBezTo>
                      <a:pt x="7806" y="2666"/>
                      <a:pt x="7673" y="2399"/>
                      <a:pt x="7473" y="2332"/>
                    </a:cubicBezTo>
                    <a:lnTo>
                      <a:pt x="634" y="30"/>
                    </a:lnTo>
                    <a:cubicBezTo>
                      <a:pt x="588" y="10"/>
                      <a:pt x="541" y="1"/>
                      <a:pt x="495"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89"/>
              <p:cNvSpPr/>
              <p:nvPr/>
            </p:nvSpPr>
            <p:spPr>
              <a:xfrm>
                <a:off x="5158850" y="3779925"/>
                <a:ext cx="99275" cy="49850"/>
              </a:xfrm>
              <a:custGeom>
                <a:avLst/>
                <a:gdLst/>
                <a:ahLst/>
                <a:cxnLst/>
                <a:rect l="l" t="t" r="r" b="b"/>
                <a:pathLst>
                  <a:path w="3971" h="1994" extrusionOk="0">
                    <a:moveTo>
                      <a:pt x="495" y="0"/>
                    </a:moveTo>
                    <a:cubicBezTo>
                      <a:pt x="313" y="0"/>
                      <a:pt x="147" y="150"/>
                      <a:pt x="67" y="363"/>
                    </a:cubicBezTo>
                    <a:cubicBezTo>
                      <a:pt x="1" y="630"/>
                      <a:pt x="134" y="897"/>
                      <a:pt x="334" y="963"/>
                    </a:cubicBezTo>
                    <a:lnTo>
                      <a:pt x="3336" y="1964"/>
                    </a:lnTo>
                    <a:cubicBezTo>
                      <a:pt x="3383" y="1984"/>
                      <a:pt x="3431" y="1994"/>
                      <a:pt x="3478" y="1994"/>
                    </a:cubicBezTo>
                    <a:cubicBezTo>
                      <a:pt x="3667" y="1994"/>
                      <a:pt x="3843" y="1844"/>
                      <a:pt x="3870" y="1631"/>
                    </a:cubicBezTo>
                    <a:cubicBezTo>
                      <a:pt x="3970" y="1364"/>
                      <a:pt x="3837" y="1097"/>
                      <a:pt x="3637" y="1030"/>
                    </a:cubicBezTo>
                    <a:lnTo>
                      <a:pt x="634" y="29"/>
                    </a:lnTo>
                    <a:cubicBezTo>
                      <a:pt x="588" y="9"/>
                      <a:pt x="541" y="0"/>
                      <a:pt x="495"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89"/>
              <p:cNvSpPr/>
              <p:nvPr/>
            </p:nvSpPr>
            <p:spPr>
              <a:xfrm>
                <a:off x="5121325" y="3892500"/>
                <a:ext cx="99275" cy="49850"/>
              </a:xfrm>
              <a:custGeom>
                <a:avLst/>
                <a:gdLst/>
                <a:ahLst/>
                <a:cxnLst/>
                <a:rect l="l" t="t" r="r" b="b"/>
                <a:pathLst>
                  <a:path w="3971" h="1994" extrusionOk="0">
                    <a:moveTo>
                      <a:pt x="495" y="0"/>
                    </a:moveTo>
                    <a:cubicBezTo>
                      <a:pt x="313" y="0"/>
                      <a:pt x="147" y="150"/>
                      <a:pt x="67" y="363"/>
                    </a:cubicBezTo>
                    <a:cubicBezTo>
                      <a:pt x="1" y="630"/>
                      <a:pt x="134" y="897"/>
                      <a:pt x="334" y="964"/>
                    </a:cubicBezTo>
                    <a:lnTo>
                      <a:pt x="3336" y="1964"/>
                    </a:lnTo>
                    <a:cubicBezTo>
                      <a:pt x="3376" y="1984"/>
                      <a:pt x="3420" y="1994"/>
                      <a:pt x="3466" y="1994"/>
                    </a:cubicBezTo>
                    <a:cubicBezTo>
                      <a:pt x="3646" y="1994"/>
                      <a:pt x="3843" y="1844"/>
                      <a:pt x="3870" y="1631"/>
                    </a:cubicBezTo>
                    <a:cubicBezTo>
                      <a:pt x="3970" y="1364"/>
                      <a:pt x="3837" y="1097"/>
                      <a:pt x="3637" y="1030"/>
                    </a:cubicBezTo>
                    <a:lnTo>
                      <a:pt x="634" y="30"/>
                    </a:lnTo>
                    <a:cubicBezTo>
                      <a:pt x="588" y="10"/>
                      <a:pt x="541" y="0"/>
                      <a:pt x="495"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89"/>
              <p:cNvSpPr/>
              <p:nvPr/>
            </p:nvSpPr>
            <p:spPr>
              <a:xfrm>
                <a:off x="5083800" y="4005075"/>
                <a:ext cx="99275" cy="49850"/>
              </a:xfrm>
              <a:custGeom>
                <a:avLst/>
                <a:gdLst/>
                <a:ahLst/>
                <a:cxnLst/>
                <a:rect l="l" t="t" r="r" b="b"/>
                <a:pathLst>
                  <a:path w="3971" h="1994" extrusionOk="0">
                    <a:moveTo>
                      <a:pt x="495" y="1"/>
                    </a:moveTo>
                    <a:cubicBezTo>
                      <a:pt x="313" y="1"/>
                      <a:pt x="147" y="150"/>
                      <a:pt x="67" y="363"/>
                    </a:cubicBezTo>
                    <a:cubicBezTo>
                      <a:pt x="1" y="630"/>
                      <a:pt x="134" y="897"/>
                      <a:pt x="334" y="964"/>
                    </a:cubicBezTo>
                    <a:lnTo>
                      <a:pt x="3336" y="1965"/>
                    </a:lnTo>
                    <a:cubicBezTo>
                      <a:pt x="3376" y="1985"/>
                      <a:pt x="3419" y="1994"/>
                      <a:pt x="3462" y="1994"/>
                    </a:cubicBezTo>
                    <a:cubicBezTo>
                      <a:pt x="3635" y="1994"/>
                      <a:pt x="3817" y="1845"/>
                      <a:pt x="3870" y="1631"/>
                    </a:cubicBezTo>
                    <a:cubicBezTo>
                      <a:pt x="3970" y="1364"/>
                      <a:pt x="3837" y="1097"/>
                      <a:pt x="3636" y="1031"/>
                    </a:cubicBezTo>
                    <a:lnTo>
                      <a:pt x="634" y="30"/>
                    </a:lnTo>
                    <a:cubicBezTo>
                      <a:pt x="588" y="10"/>
                      <a:pt x="541" y="1"/>
                      <a:pt x="495"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89"/>
              <p:cNvSpPr/>
              <p:nvPr/>
            </p:nvSpPr>
            <p:spPr>
              <a:xfrm>
                <a:off x="5046275" y="4117650"/>
                <a:ext cx="99250" cy="49875"/>
              </a:xfrm>
              <a:custGeom>
                <a:avLst/>
                <a:gdLst/>
                <a:ahLst/>
                <a:cxnLst/>
                <a:rect l="l" t="t" r="r" b="b"/>
                <a:pathLst>
                  <a:path w="3970" h="1995" extrusionOk="0">
                    <a:moveTo>
                      <a:pt x="495" y="1"/>
                    </a:moveTo>
                    <a:cubicBezTo>
                      <a:pt x="313" y="1"/>
                      <a:pt x="147" y="150"/>
                      <a:pt x="67" y="364"/>
                    </a:cubicBezTo>
                    <a:cubicBezTo>
                      <a:pt x="0" y="631"/>
                      <a:pt x="134" y="897"/>
                      <a:pt x="334" y="964"/>
                    </a:cubicBezTo>
                    <a:lnTo>
                      <a:pt x="3336" y="1965"/>
                    </a:lnTo>
                    <a:cubicBezTo>
                      <a:pt x="3376" y="1985"/>
                      <a:pt x="3419" y="1994"/>
                      <a:pt x="3462" y="1994"/>
                    </a:cubicBezTo>
                    <a:cubicBezTo>
                      <a:pt x="3635" y="1994"/>
                      <a:pt x="3817" y="1845"/>
                      <a:pt x="3870" y="1631"/>
                    </a:cubicBezTo>
                    <a:cubicBezTo>
                      <a:pt x="3970" y="1364"/>
                      <a:pt x="3837" y="1098"/>
                      <a:pt x="3636" y="1031"/>
                    </a:cubicBezTo>
                    <a:lnTo>
                      <a:pt x="634" y="30"/>
                    </a:lnTo>
                    <a:cubicBezTo>
                      <a:pt x="588" y="10"/>
                      <a:pt x="541" y="1"/>
                      <a:pt x="495" y="1"/>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89"/>
              <p:cNvSpPr/>
              <p:nvPr/>
            </p:nvSpPr>
            <p:spPr>
              <a:xfrm>
                <a:off x="4912850" y="4197725"/>
                <a:ext cx="196000" cy="82075"/>
              </a:xfrm>
              <a:custGeom>
                <a:avLst/>
                <a:gdLst/>
                <a:ahLst/>
                <a:cxnLst/>
                <a:rect l="l" t="t" r="r" b="b"/>
                <a:pathLst>
                  <a:path w="7840" h="3283" extrusionOk="0">
                    <a:moveTo>
                      <a:pt x="512" y="0"/>
                    </a:moveTo>
                    <a:cubicBezTo>
                      <a:pt x="313" y="0"/>
                      <a:pt x="147" y="149"/>
                      <a:pt x="67" y="363"/>
                    </a:cubicBezTo>
                    <a:cubicBezTo>
                      <a:pt x="0" y="663"/>
                      <a:pt x="134" y="897"/>
                      <a:pt x="334" y="997"/>
                    </a:cubicBezTo>
                    <a:lnTo>
                      <a:pt x="7172" y="3265"/>
                    </a:lnTo>
                    <a:cubicBezTo>
                      <a:pt x="7206" y="3276"/>
                      <a:pt x="7243" y="3282"/>
                      <a:pt x="7280" y="3282"/>
                    </a:cubicBezTo>
                    <a:cubicBezTo>
                      <a:pt x="7459" y="3282"/>
                      <a:pt x="7656" y="3153"/>
                      <a:pt x="7739" y="2931"/>
                    </a:cubicBezTo>
                    <a:cubicBezTo>
                      <a:pt x="7839" y="2665"/>
                      <a:pt x="7706" y="2398"/>
                      <a:pt x="7506" y="2331"/>
                    </a:cubicBezTo>
                    <a:lnTo>
                      <a:pt x="667" y="29"/>
                    </a:lnTo>
                    <a:cubicBezTo>
                      <a:pt x="614" y="9"/>
                      <a:pt x="562" y="0"/>
                      <a:pt x="512" y="0"/>
                    </a:cubicBez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89"/>
              <p:cNvSpPr/>
              <p:nvPr/>
            </p:nvSpPr>
            <p:spPr>
              <a:xfrm>
                <a:off x="4880325" y="2763250"/>
                <a:ext cx="449500" cy="1246750"/>
              </a:xfrm>
              <a:custGeom>
                <a:avLst/>
                <a:gdLst/>
                <a:ahLst/>
                <a:cxnLst/>
                <a:rect l="l" t="t" r="r" b="b"/>
                <a:pathLst>
                  <a:path w="17980" h="49870" extrusionOk="0">
                    <a:moveTo>
                      <a:pt x="15678" y="1"/>
                    </a:moveTo>
                    <a:lnTo>
                      <a:pt x="15445" y="734"/>
                    </a:lnTo>
                    <a:lnTo>
                      <a:pt x="10441" y="16579"/>
                    </a:lnTo>
                    <a:lnTo>
                      <a:pt x="0" y="49403"/>
                    </a:lnTo>
                    <a:lnTo>
                      <a:pt x="1268" y="49870"/>
                    </a:lnTo>
                    <a:lnTo>
                      <a:pt x="12343" y="17246"/>
                    </a:lnTo>
                    <a:lnTo>
                      <a:pt x="17780" y="1335"/>
                    </a:lnTo>
                    <a:lnTo>
                      <a:pt x="17980" y="701"/>
                    </a:lnTo>
                    <a:lnTo>
                      <a:pt x="156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89"/>
              <p:cNvSpPr/>
              <p:nvPr/>
            </p:nvSpPr>
            <p:spPr>
              <a:xfrm>
                <a:off x="4520900" y="4178425"/>
                <a:ext cx="753900" cy="321925"/>
              </a:xfrm>
              <a:custGeom>
                <a:avLst/>
                <a:gdLst/>
                <a:ahLst/>
                <a:cxnLst/>
                <a:rect l="l" t="t" r="r" b="b"/>
                <a:pathLst>
                  <a:path w="30156" h="12877" extrusionOk="0">
                    <a:moveTo>
                      <a:pt x="1235" y="1"/>
                    </a:moveTo>
                    <a:lnTo>
                      <a:pt x="0" y="3637"/>
                    </a:lnTo>
                    <a:lnTo>
                      <a:pt x="29055" y="12877"/>
                    </a:lnTo>
                    <a:lnTo>
                      <a:pt x="30155" y="9708"/>
                    </a:lnTo>
                    <a:lnTo>
                      <a:pt x="12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89"/>
              <p:cNvSpPr/>
              <p:nvPr/>
            </p:nvSpPr>
            <p:spPr>
              <a:xfrm>
                <a:off x="3464300" y="2341050"/>
                <a:ext cx="1520300" cy="2148825"/>
              </a:xfrm>
              <a:custGeom>
                <a:avLst/>
                <a:gdLst/>
                <a:ahLst/>
                <a:cxnLst/>
                <a:rect l="l" t="t" r="r" b="b"/>
                <a:pathLst>
                  <a:path w="60812" h="85953" extrusionOk="0">
                    <a:moveTo>
                      <a:pt x="27883" y="1"/>
                    </a:moveTo>
                    <a:cubicBezTo>
                      <a:pt x="14992" y="1"/>
                      <a:pt x="3100" y="3035"/>
                      <a:pt x="2770" y="9617"/>
                    </a:cubicBezTo>
                    <a:lnTo>
                      <a:pt x="1" y="60453"/>
                    </a:lnTo>
                    <a:cubicBezTo>
                      <a:pt x="1" y="61687"/>
                      <a:pt x="335" y="63155"/>
                      <a:pt x="902" y="64656"/>
                    </a:cubicBezTo>
                    <a:cubicBezTo>
                      <a:pt x="2569" y="69193"/>
                      <a:pt x="6506" y="74530"/>
                      <a:pt x="11643" y="78766"/>
                    </a:cubicBezTo>
                    <a:cubicBezTo>
                      <a:pt x="12176" y="79167"/>
                      <a:pt x="12677" y="79600"/>
                      <a:pt x="13244" y="79967"/>
                    </a:cubicBezTo>
                    <a:cubicBezTo>
                      <a:pt x="15812" y="81868"/>
                      <a:pt x="18648" y="83503"/>
                      <a:pt x="21583" y="84537"/>
                    </a:cubicBezTo>
                    <a:cubicBezTo>
                      <a:pt x="23718" y="85338"/>
                      <a:pt x="25886" y="85805"/>
                      <a:pt x="28088" y="85938"/>
                    </a:cubicBezTo>
                    <a:cubicBezTo>
                      <a:pt x="28369" y="85948"/>
                      <a:pt x="28649" y="85952"/>
                      <a:pt x="28929" y="85952"/>
                    </a:cubicBezTo>
                    <a:cubicBezTo>
                      <a:pt x="30609" y="85952"/>
                      <a:pt x="32267" y="85781"/>
                      <a:pt x="33925" y="85438"/>
                    </a:cubicBezTo>
                    <a:cubicBezTo>
                      <a:pt x="46067" y="82836"/>
                      <a:pt x="57075" y="70961"/>
                      <a:pt x="57909" y="63622"/>
                    </a:cubicBezTo>
                    <a:lnTo>
                      <a:pt x="60644" y="12786"/>
                    </a:lnTo>
                    <a:cubicBezTo>
                      <a:pt x="60811" y="9450"/>
                      <a:pt x="58076" y="6715"/>
                      <a:pt x="53639" y="4613"/>
                    </a:cubicBezTo>
                    <a:cubicBezTo>
                      <a:pt x="48169" y="2011"/>
                      <a:pt x="40196" y="510"/>
                      <a:pt x="32157" y="110"/>
                    </a:cubicBezTo>
                    <a:cubicBezTo>
                      <a:pt x="30730" y="37"/>
                      <a:pt x="29300" y="1"/>
                      <a:pt x="2788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89"/>
              <p:cNvSpPr/>
              <p:nvPr/>
            </p:nvSpPr>
            <p:spPr>
              <a:xfrm>
                <a:off x="3582725" y="2453275"/>
                <a:ext cx="1288450" cy="1929275"/>
              </a:xfrm>
              <a:custGeom>
                <a:avLst/>
                <a:gdLst/>
                <a:ahLst/>
                <a:cxnLst/>
                <a:rect l="l" t="t" r="r" b="b"/>
                <a:pathLst>
                  <a:path w="51538" h="77171" extrusionOk="0">
                    <a:moveTo>
                      <a:pt x="23816" y="1"/>
                    </a:moveTo>
                    <a:cubicBezTo>
                      <a:pt x="12874" y="1"/>
                      <a:pt x="2801" y="2776"/>
                      <a:pt x="2469" y="8697"/>
                    </a:cubicBezTo>
                    <a:lnTo>
                      <a:pt x="1" y="54363"/>
                    </a:lnTo>
                    <a:cubicBezTo>
                      <a:pt x="1" y="58933"/>
                      <a:pt x="4004" y="65771"/>
                      <a:pt x="9741" y="70775"/>
                    </a:cubicBezTo>
                    <a:cubicBezTo>
                      <a:pt x="13744" y="74277"/>
                      <a:pt x="18647" y="76879"/>
                      <a:pt x="23551" y="77146"/>
                    </a:cubicBezTo>
                    <a:cubicBezTo>
                      <a:pt x="23845" y="77162"/>
                      <a:pt x="24140" y="77170"/>
                      <a:pt x="24434" y="77170"/>
                    </a:cubicBezTo>
                    <a:cubicBezTo>
                      <a:pt x="36127" y="77170"/>
                      <a:pt x="47922" y="64483"/>
                      <a:pt x="48735" y="57032"/>
                    </a:cubicBezTo>
                    <a:lnTo>
                      <a:pt x="51204" y="11399"/>
                    </a:lnTo>
                    <a:cubicBezTo>
                      <a:pt x="51537" y="4661"/>
                      <a:pt x="39429" y="725"/>
                      <a:pt x="27253" y="91"/>
                    </a:cubicBezTo>
                    <a:cubicBezTo>
                      <a:pt x="26105" y="31"/>
                      <a:pt x="24956" y="1"/>
                      <a:pt x="238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89"/>
              <p:cNvSpPr/>
              <p:nvPr/>
            </p:nvSpPr>
            <p:spPr>
              <a:xfrm>
                <a:off x="3852925" y="3843700"/>
                <a:ext cx="254025" cy="272600"/>
              </a:xfrm>
              <a:custGeom>
                <a:avLst/>
                <a:gdLst/>
                <a:ahLst/>
                <a:cxnLst/>
                <a:rect l="l" t="t" r="r" b="b"/>
                <a:pathLst>
                  <a:path w="10161" h="10904" extrusionOk="0">
                    <a:moveTo>
                      <a:pt x="9279" y="0"/>
                    </a:moveTo>
                    <a:cubicBezTo>
                      <a:pt x="9156" y="0"/>
                      <a:pt x="9030" y="25"/>
                      <a:pt x="8907" y="80"/>
                    </a:cubicBezTo>
                    <a:lnTo>
                      <a:pt x="601" y="4250"/>
                    </a:lnTo>
                    <a:cubicBezTo>
                      <a:pt x="34" y="4550"/>
                      <a:pt x="0" y="5351"/>
                      <a:pt x="534" y="5684"/>
                    </a:cubicBezTo>
                    <a:lnTo>
                      <a:pt x="8340" y="10721"/>
                    </a:lnTo>
                    <a:cubicBezTo>
                      <a:pt x="8496" y="10848"/>
                      <a:pt x="8666" y="10904"/>
                      <a:pt x="8830" y="10904"/>
                    </a:cubicBezTo>
                    <a:cubicBezTo>
                      <a:pt x="9226" y="10904"/>
                      <a:pt x="9584" y="10579"/>
                      <a:pt x="9607" y="10154"/>
                    </a:cubicBezTo>
                    <a:lnTo>
                      <a:pt x="10108" y="881"/>
                    </a:lnTo>
                    <a:cubicBezTo>
                      <a:pt x="10161" y="377"/>
                      <a:pt x="9750" y="0"/>
                      <a:pt x="92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89"/>
              <p:cNvSpPr/>
              <p:nvPr/>
            </p:nvSpPr>
            <p:spPr>
              <a:xfrm>
                <a:off x="3879600" y="3868925"/>
                <a:ext cx="207500" cy="222650"/>
              </a:xfrm>
              <a:custGeom>
                <a:avLst/>
                <a:gdLst/>
                <a:ahLst/>
                <a:cxnLst/>
                <a:rect l="l" t="t" r="r" b="b"/>
                <a:pathLst>
                  <a:path w="8300" h="8906" extrusionOk="0">
                    <a:moveTo>
                      <a:pt x="7590" y="0"/>
                    </a:moveTo>
                    <a:cubicBezTo>
                      <a:pt x="7486" y="0"/>
                      <a:pt x="7379" y="23"/>
                      <a:pt x="7273" y="72"/>
                    </a:cubicBezTo>
                    <a:lnTo>
                      <a:pt x="501" y="3508"/>
                    </a:lnTo>
                    <a:cubicBezTo>
                      <a:pt x="34" y="3741"/>
                      <a:pt x="1" y="4375"/>
                      <a:pt x="434" y="4675"/>
                    </a:cubicBezTo>
                    <a:lnTo>
                      <a:pt x="6772" y="8812"/>
                    </a:lnTo>
                    <a:cubicBezTo>
                      <a:pt x="6886" y="8877"/>
                      <a:pt x="7008" y="8906"/>
                      <a:pt x="7127" y="8906"/>
                    </a:cubicBezTo>
                    <a:cubicBezTo>
                      <a:pt x="7496" y="8906"/>
                      <a:pt x="7840" y="8623"/>
                      <a:pt x="7840" y="8245"/>
                    </a:cubicBezTo>
                    <a:lnTo>
                      <a:pt x="8273" y="706"/>
                    </a:lnTo>
                    <a:cubicBezTo>
                      <a:pt x="8300" y="311"/>
                      <a:pt x="7974" y="0"/>
                      <a:pt x="7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89"/>
              <p:cNvSpPr/>
              <p:nvPr/>
            </p:nvSpPr>
            <p:spPr>
              <a:xfrm>
                <a:off x="4260300" y="3854225"/>
                <a:ext cx="253950" cy="273025"/>
              </a:xfrm>
              <a:custGeom>
                <a:avLst/>
                <a:gdLst/>
                <a:ahLst/>
                <a:cxnLst/>
                <a:rect l="l" t="t" r="r" b="b"/>
                <a:pathLst>
                  <a:path w="10158" h="10921" extrusionOk="0">
                    <a:moveTo>
                      <a:pt x="1385" y="1"/>
                    </a:moveTo>
                    <a:cubicBezTo>
                      <a:pt x="967" y="1"/>
                      <a:pt x="575" y="324"/>
                      <a:pt x="551" y="793"/>
                    </a:cubicBezTo>
                    <a:lnTo>
                      <a:pt x="50" y="10067"/>
                    </a:lnTo>
                    <a:cubicBezTo>
                      <a:pt x="0" y="10569"/>
                      <a:pt x="366" y="10921"/>
                      <a:pt x="807" y="10921"/>
                    </a:cubicBezTo>
                    <a:cubicBezTo>
                      <a:pt x="951" y="10921"/>
                      <a:pt x="1103" y="10883"/>
                      <a:pt x="1251" y="10801"/>
                    </a:cubicBezTo>
                    <a:lnTo>
                      <a:pt x="9557" y="6631"/>
                    </a:lnTo>
                    <a:cubicBezTo>
                      <a:pt x="10124" y="6331"/>
                      <a:pt x="10158" y="5497"/>
                      <a:pt x="9624" y="5163"/>
                    </a:cubicBezTo>
                    <a:lnTo>
                      <a:pt x="1818" y="126"/>
                    </a:lnTo>
                    <a:cubicBezTo>
                      <a:pt x="1680" y="40"/>
                      <a:pt x="1531" y="1"/>
                      <a:pt x="13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89"/>
              <p:cNvSpPr/>
              <p:nvPr/>
            </p:nvSpPr>
            <p:spPr>
              <a:xfrm>
                <a:off x="4276550" y="3878575"/>
                <a:ext cx="211025" cy="226225"/>
              </a:xfrm>
              <a:custGeom>
                <a:avLst/>
                <a:gdLst/>
                <a:ahLst/>
                <a:cxnLst/>
                <a:rect l="l" t="t" r="r" b="b"/>
                <a:pathLst>
                  <a:path w="8441" h="9049" extrusionOk="0">
                    <a:moveTo>
                      <a:pt x="1125" y="1"/>
                    </a:moveTo>
                    <a:cubicBezTo>
                      <a:pt x="783" y="1"/>
                      <a:pt x="459" y="265"/>
                      <a:pt x="434" y="653"/>
                    </a:cubicBezTo>
                    <a:lnTo>
                      <a:pt x="1" y="8326"/>
                    </a:lnTo>
                    <a:cubicBezTo>
                      <a:pt x="1" y="8731"/>
                      <a:pt x="351" y="9048"/>
                      <a:pt x="732" y="9048"/>
                    </a:cubicBezTo>
                    <a:cubicBezTo>
                      <a:pt x="821" y="9048"/>
                      <a:pt x="913" y="9031"/>
                      <a:pt x="1002" y="8993"/>
                    </a:cubicBezTo>
                    <a:lnTo>
                      <a:pt x="7906" y="5524"/>
                    </a:lnTo>
                    <a:cubicBezTo>
                      <a:pt x="8407" y="5290"/>
                      <a:pt x="8440" y="4623"/>
                      <a:pt x="7973" y="4323"/>
                    </a:cubicBezTo>
                    <a:lnTo>
                      <a:pt x="1502" y="120"/>
                    </a:lnTo>
                    <a:cubicBezTo>
                      <a:pt x="1384" y="38"/>
                      <a:pt x="1253" y="1"/>
                      <a:pt x="11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89"/>
              <p:cNvSpPr/>
              <p:nvPr/>
            </p:nvSpPr>
            <p:spPr>
              <a:xfrm>
                <a:off x="3465975" y="2341050"/>
                <a:ext cx="1376850" cy="1969175"/>
              </a:xfrm>
              <a:custGeom>
                <a:avLst/>
                <a:gdLst/>
                <a:ahLst/>
                <a:cxnLst/>
                <a:rect l="l" t="t" r="r" b="b"/>
                <a:pathLst>
                  <a:path w="55074" h="78767" extrusionOk="0">
                    <a:moveTo>
                      <a:pt x="27850" y="1"/>
                    </a:moveTo>
                    <a:cubicBezTo>
                      <a:pt x="14964" y="1"/>
                      <a:pt x="3097" y="3035"/>
                      <a:pt x="2736" y="9617"/>
                    </a:cubicBezTo>
                    <a:lnTo>
                      <a:pt x="1" y="60453"/>
                    </a:lnTo>
                    <a:cubicBezTo>
                      <a:pt x="1" y="65490"/>
                      <a:pt x="4804" y="73162"/>
                      <a:pt x="11642" y="78766"/>
                    </a:cubicBezTo>
                    <a:cubicBezTo>
                      <a:pt x="5471" y="73296"/>
                      <a:pt x="1235" y="66257"/>
                      <a:pt x="1202" y="61521"/>
                    </a:cubicBezTo>
                    <a:lnTo>
                      <a:pt x="3970" y="10718"/>
                    </a:lnTo>
                    <a:cubicBezTo>
                      <a:pt x="4317" y="4131"/>
                      <a:pt x="16237" y="1092"/>
                      <a:pt x="29173" y="1092"/>
                    </a:cubicBezTo>
                    <a:cubicBezTo>
                      <a:pt x="38643" y="1092"/>
                      <a:pt x="48658" y="2721"/>
                      <a:pt x="55073" y="5781"/>
                    </a:cubicBezTo>
                    <a:cubicBezTo>
                      <a:pt x="49870" y="2578"/>
                      <a:pt x="41097" y="644"/>
                      <a:pt x="32124" y="110"/>
                    </a:cubicBezTo>
                    <a:cubicBezTo>
                      <a:pt x="30696" y="37"/>
                      <a:pt x="29267" y="1"/>
                      <a:pt x="278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89"/>
              <p:cNvSpPr/>
              <p:nvPr/>
            </p:nvSpPr>
            <p:spPr>
              <a:xfrm>
                <a:off x="3642775" y="2512575"/>
                <a:ext cx="1184200" cy="1229275"/>
              </a:xfrm>
              <a:custGeom>
                <a:avLst/>
                <a:gdLst/>
                <a:ahLst/>
                <a:cxnLst/>
                <a:rect l="l" t="t" r="r" b="b"/>
                <a:pathLst>
                  <a:path w="47368" h="49171" extrusionOk="0">
                    <a:moveTo>
                      <a:pt x="22476" y="0"/>
                    </a:moveTo>
                    <a:cubicBezTo>
                      <a:pt x="11919" y="0"/>
                      <a:pt x="1871" y="3489"/>
                      <a:pt x="1435" y="10928"/>
                    </a:cubicBezTo>
                    <a:lnTo>
                      <a:pt x="334" y="31076"/>
                    </a:lnTo>
                    <a:cubicBezTo>
                      <a:pt x="0" y="37414"/>
                      <a:pt x="2836" y="43151"/>
                      <a:pt x="7339" y="45386"/>
                    </a:cubicBezTo>
                    <a:cubicBezTo>
                      <a:pt x="12487" y="47896"/>
                      <a:pt x="17839" y="49170"/>
                      <a:pt x="23400" y="49170"/>
                    </a:cubicBezTo>
                    <a:cubicBezTo>
                      <a:pt x="27894" y="49170"/>
                      <a:pt x="32524" y="48338"/>
                      <a:pt x="37294" y="46654"/>
                    </a:cubicBezTo>
                    <a:cubicBezTo>
                      <a:pt x="42030" y="44986"/>
                      <a:pt x="45500" y="39549"/>
                      <a:pt x="45833" y="33211"/>
                    </a:cubicBezTo>
                    <a:lnTo>
                      <a:pt x="46934" y="13397"/>
                    </a:lnTo>
                    <a:cubicBezTo>
                      <a:pt x="47368" y="5224"/>
                      <a:pt x="36126" y="588"/>
                      <a:pt x="24751" y="54"/>
                    </a:cubicBezTo>
                    <a:cubicBezTo>
                      <a:pt x="23993" y="18"/>
                      <a:pt x="23233" y="0"/>
                      <a:pt x="22476" y="0"/>
                    </a:cubicBezTo>
                    <a:close/>
                  </a:path>
                </a:pathLst>
              </a:custGeom>
              <a:solidFill>
                <a:srgbClr val="37A4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89"/>
              <p:cNvSpPr/>
              <p:nvPr/>
            </p:nvSpPr>
            <p:spPr>
              <a:xfrm>
                <a:off x="4003875" y="4393575"/>
                <a:ext cx="308575" cy="96300"/>
              </a:xfrm>
              <a:custGeom>
                <a:avLst/>
                <a:gdLst/>
                <a:ahLst/>
                <a:cxnLst/>
                <a:rect l="l" t="t" r="r" b="b"/>
                <a:pathLst>
                  <a:path w="12343" h="3852" extrusionOk="0">
                    <a:moveTo>
                      <a:pt x="1234" y="1"/>
                    </a:moveTo>
                    <a:lnTo>
                      <a:pt x="0" y="2436"/>
                    </a:lnTo>
                    <a:cubicBezTo>
                      <a:pt x="2135" y="3237"/>
                      <a:pt x="4303" y="3704"/>
                      <a:pt x="6505" y="3837"/>
                    </a:cubicBezTo>
                    <a:cubicBezTo>
                      <a:pt x="6786" y="3847"/>
                      <a:pt x="7066" y="3851"/>
                      <a:pt x="7346" y="3851"/>
                    </a:cubicBezTo>
                    <a:cubicBezTo>
                      <a:pt x="9026" y="3851"/>
                      <a:pt x="10684" y="3680"/>
                      <a:pt x="12342" y="3337"/>
                    </a:cubicBezTo>
                    <a:lnTo>
                      <a:pt x="11208" y="535"/>
                    </a:lnTo>
                    <a:lnTo>
                      <a:pt x="12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89"/>
              <p:cNvSpPr/>
              <p:nvPr/>
            </p:nvSpPr>
            <p:spPr>
              <a:xfrm>
                <a:off x="3706975" y="2779725"/>
                <a:ext cx="1044950" cy="694275"/>
              </a:xfrm>
              <a:custGeom>
                <a:avLst/>
                <a:gdLst/>
                <a:ahLst/>
                <a:cxnLst/>
                <a:rect l="l" t="t" r="r" b="b"/>
                <a:pathLst>
                  <a:path w="41798" h="27771" extrusionOk="0">
                    <a:moveTo>
                      <a:pt x="3034" y="0"/>
                    </a:moveTo>
                    <a:cubicBezTo>
                      <a:pt x="2107" y="0"/>
                      <a:pt x="1331" y="766"/>
                      <a:pt x="1268" y="1710"/>
                    </a:cubicBezTo>
                    <a:lnTo>
                      <a:pt x="68" y="23859"/>
                    </a:lnTo>
                    <a:cubicBezTo>
                      <a:pt x="1" y="24860"/>
                      <a:pt x="768" y="25727"/>
                      <a:pt x="1769" y="25761"/>
                    </a:cubicBezTo>
                    <a:lnTo>
                      <a:pt x="38628" y="27762"/>
                    </a:lnTo>
                    <a:cubicBezTo>
                      <a:pt x="38685" y="27768"/>
                      <a:pt x="38742" y="27770"/>
                      <a:pt x="38798" y="27770"/>
                    </a:cubicBezTo>
                    <a:cubicBezTo>
                      <a:pt x="39729" y="27770"/>
                      <a:pt x="40532" y="27005"/>
                      <a:pt x="40563" y="26061"/>
                    </a:cubicBezTo>
                    <a:lnTo>
                      <a:pt x="41764" y="3912"/>
                    </a:lnTo>
                    <a:cubicBezTo>
                      <a:pt x="41797" y="2911"/>
                      <a:pt x="41030" y="2044"/>
                      <a:pt x="40063" y="2010"/>
                    </a:cubicBezTo>
                    <a:lnTo>
                      <a:pt x="3203" y="9"/>
                    </a:lnTo>
                    <a:cubicBezTo>
                      <a:pt x="3146" y="3"/>
                      <a:pt x="3090" y="0"/>
                      <a:pt x="30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89"/>
              <p:cNvSpPr/>
              <p:nvPr/>
            </p:nvSpPr>
            <p:spPr>
              <a:xfrm>
                <a:off x="3706975" y="2779825"/>
                <a:ext cx="1036600" cy="636425"/>
              </a:xfrm>
              <a:custGeom>
                <a:avLst/>
                <a:gdLst/>
                <a:ahLst/>
                <a:cxnLst/>
                <a:rect l="l" t="t" r="r" b="b"/>
                <a:pathLst>
                  <a:path w="41464" h="25457" extrusionOk="0">
                    <a:moveTo>
                      <a:pt x="3049" y="1"/>
                    </a:moveTo>
                    <a:cubicBezTo>
                      <a:pt x="2097" y="1"/>
                      <a:pt x="1267" y="746"/>
                      <a:pt x="1235" y="1706"/>
                    </a:cubicBezTo>
                    <a:lnTo>
                      <a:pt x="34" y="23855"/>
                    </a:lnTo>
                    <a:cubicBezTo>
                      <a:pt x="1" y="24556"/>
                      <a:pt x="368" y="25123"/>
                      <a:pt x="902" y="25456"/>
                    </a:cubicBezTo>
                    <a:lnTo>
                      <a:pt x="902" y="25256"/>
                    </a:lnTo>
                    <a:lnTo>
                      <a:pt x="2169" y="2040"/>
                    </a:lnTo>
                    <a:cubicBezTo>
                      <a:pt x="2201" y="1377"/>
                      <a:pt x="2770" y="833"/>
                      <a:pt x="3424" y="833"/>
                    </a:cubicBezTo>
                    <a:cubicBezTo>
                      <a:pt x="3462" y="833"/>
                      <a:pt x="3499" y="835"/>
                      <a:pt x="3537" y="839"/>
                    </a:cubicBezTo>
                    <a:lnTo>
                      <a:pt x="41430" y="2874"/>
                    </a:lnTo>
                    <a:lnTo>
                      <a:pt x="41464" y="2874"/>
                    </a:lnTo>
                    <a:cubicBezTo>
                      <a:pt x="41197" y="2373"/>
                      <a:pt x="40630" y="2040"/>
                      <a:pt x="40029" y="2006"/>
                    </a:cubicBezTo>
                    <a:lnTo>
                      <a:pt x="3170" y="5"/>
                    </a:lnTo>
                    <a:cubicBezTo>
                      <a:pt x="3129" y="2"/>
                      <a:pt x="3089" y="1"/>
                      <a:pt x="3049" y="1"/>
                    </a:cubicBezTo>
                    <a:close/>
                  </a:path>
                </a:pathLst>
              </a:custGeom>
              <a:solidFill>
                <a:srgbClr val="CF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89"/>
              <p:cNvSpPr/>
              <p:nvPr/>
            </p:nvSpPr>
            <p:spPr>
              <a:xfrm>
                <a:off x="3783700" y="2968400"/>
                <a:ext cx="113450" cy="71750"/>
              </a:xfrm>
              <a:custGeom>
                <a:avLst/>
                <a:gdLst/>
                <a:ahLst/>
                <a:cxnLst/>
                <a:rect l="l" t="t" r="r" b="b"/>
                <a:pathLst>
                  <a:path w="4538" h="2870" extrusionOk="0">
                    <a:moveTo>
                      <a:pt x="2436" y="1"/>
                    </a:moveTo>
                    <a:lnTo>
                      <a:pt x="1" y="2636"/>
                    </a:lnTo>
                    <a:lnTo>
                      <a:pt x="4537" y="2869"/>
                    </a:lnTo>
                    <a:lnTo>
                      <a:pt x="24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89"/>
              <p:cNvSpPr/>
              <p:nvPr/>
            </p:nvSpPr>
            <p:spPr>
              <a:xfrm>
                <a:off x="3996350" y="2965900"/>
                <a:ext cx="171000" cy="298575"/>
              </a:xfrm>
              <a:custGeom>
                <a:avLst/>
                <a:gdLst/>
                <a:ahLst/>
                <a:cxnLst/>
                <a:rect l="l" t="t" r="r" b="b"/>
                <a:pathLst>
                  <a:path w="6840" h="11943" extrusionOk="0">
                    <a:moveTo>
                      <a:pt x="3203" y="0"/>
                    </a:moveTo>
                    <a:lnTo>
                      <a:pt x="368" y="434"/>
                    </a:lnTo>
                    <a:lnTo>
                      <a:pt x="301" y="1868"/>
                    </a:lnTo>
                    <a:lnTo>
                      <a:pt x="3136" y="1435"/>
                    </a:lnTo>
                    <a:lnTo>
                      <a:pt x="2669" y="10375"/>
                    </a:lnTo>
                    <a:lnTo>
                      <a:pt x="68" y="10241"/>
                    </a:lnTo>
                    <a:lnTo>
                      <a:pt x="1" y="11575"/>
                    </a:lnTo>
                    <a:lnTo>
                      <a:pt x="6739" y="11942"/>
                    </a:lnTo>
                    <a:lnTo>
                      <a:pt x="6839" y="10608"/>
                    </a:lnTo>
                    <a:lnTo>
                      <a:pt x="4237" y="10475"/>
                    </a:lnTo>
                    <a:lnTo>
                      <a:pt x="4804" y="101"/>
                    </a:lnTo>
                    <a:lnTo>
                      <a:pt x="32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89"/>
              <p:cNvSpPr/>
              <p:nvPr/>
            </p:nvSpPr>
            <p:spPr>
              <a:xfrm>
                <a:off x="4234025" y="2974925"/>
                <a:ext cx="207675" cy="304700"/>
              </a:xfrm>
              <a:custGeom>
                <a:avLst/>
                <a:gdLst/>
                <a:ahLst/>
                <a:cxnLst/>
                <a:rect l="l" t="t" r="r" b="b"/>
                <a:pathLst>
                  <a:path w="8307" h="12188" extrusionOk="0">
                    <a:moveTo>
                      <a:pt x="4305" y="1272"/>
                    </a:moveTo>
                    <a:cubicBezTo>
                      <a:pt x="4337" y="1272"/>
                      <a:pt x="4370" y="1273"/>
                      <a:pt x="4404" y="1274"/>
                    </a:cubicBezTo>
                    <a:cubicBezTo>
                      <a:pt x="5238" y="1307"/>
                      <a:pt x="5838" y="1741"/>
                      <a:pt x="6205" y="2575"/>
                    </a:cubicBezTo>
                    <a:cubicBezTo>
                      <a:pt x="6572" y="3409"/>
                      <a:pt x="6705" y="4610"/>
                      <a:pt x="6605" y="6244"/>
                    </a:cubicBezTo>
                    <a:cubicBezTo>
                      <a:pt x="6539" y="7845"/>
                      <a:pt x="6272" y="9046"/>
                      <a:pt x="5805" y="9813"/>
                    </a:cubicBezTo>
                    <a:cubicBezTo>
                      <a:pt x="5357" y="10549"/>
                      <a:pt x="4757" y="10916"/>
                      <a:pt x="4003" y="10916"/>
                    </a:cubicBezTo>
                    <a:cubicBezTo>
                      <a:pt x="3970" y="10916"/>
                      <a:pt x="3937" y="10916"/>
                      <a:pt x="3903" y="10914"/>
                    </a:cubicBezTo>
                    <a:cubicBezTo>
                      <a:pt x="3069" y="10881"/>
                      <a:pt x="2469" y="10447"/>
                      <a:pt x="2102" y="9613"/>
                    </a:cubicBezTo>
                    <a:cubicBezTo>
                      <a:pt x="1735" y="8779"/>
                      <a:pt x="1602" y="7578"/>
                      <a:pt x="1702" y="5977"/>
                    </a:cubicBezTo>
                    <a:cubicBezTo>
                      <a:pt x="1769" y="4343"/>
                      <a:pt x="2069" y="3142"/>
                      <a:pt x="2502" y="2375"/>
                    </a:cubicBezTo>
                    <a:cubicBezTo>
                      <a:pt x="2950" y="1639"/>
                      <a:pt x="3551" y="1272"/>
                      <a:pt x="4305" y="1272"/>
                    </a:cubicBezTo>
                    <a:close/>
                    <a:moveTo>
                      <a:pt x="4230" y="0"/>
                    </a:moveTo>
                    <a:cubicBezTo>
                      <a:pt x="3041" y="0"/>
                      <a:pt x="2088" y="469"/>
                      <a:pt x="1368" y="1407"/>
                    </a:cubicBezTo>
                    <a:cubicBezTo>
                      <a:pt x="634" y="2408"/>
                      <a:pt x="201" y="3909"/>
                      <a:pt x="101" y="5877"/>
                    </a:cubicBezTo>
                    <a:cubicBezTo>
                      <a:pt x="1" y="7845"/>
                      <a:pt x="267" y="9380"/>
                      <a:pt x="901" y="10447"/>
                    </a:cubicBezTo>
                    <a:cubicBezTo>
                      <a:pt x="1535" y="11515"/>
                      <a:pt x="2502" y="12082"/>
                      <a:pt x="3837" y="12182"/>
                    </a:cubicBezTo>
                    <a:cubicBezTo>
                      <a:pt x="3918" y="12186"/>
                      <a:pt x="3998" y="12188"/>
                      <a:pt x="4077" y="12188"/>
                    </a:cubicBezTo>
                    <a:cubicBezTo>
                      <a:pt x="5266" y="12188"/>
                      <a:pt x="6218" y="11719"/>
                      <a:pt x="6906" y="10781"/>
                    </a:cubicBezTo>
                    <a:cubicBezTo>
                      <a:pt x="7673" y="9780"/>
                      <a:pt x="8106" y="8279"/>
                      <a:pt x="8206" y="6311"/>
                    </a:cubicBezTo>
                    <a:cubicBezTo>
                      <a:pt x="8307" y="4343"/>
                      <a:pt x="8040" y="2808"/>
                      <a:pt x="7406" y="1741"/>
                    </a:cubicBezTo>
                    <a:cubicBezTo>
                      <a:pt x="6772" y="674"/>
                      <a:pt x="5805" y="73"/>
                      <a:pt x="4470" y="6"/>
                    </a:cubicBezTo>
                    <a:cubicBezTo>
                      <a:pt x="4389" y="2"/>
                      <a:pt x="4309" y="0"/>
                      <a:pt x="42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89"/>
              <p:cNvSpPr/>
              <p:nvPr/>
            </p:nvSpPr>
            <p:spPr>
              <a:xfrm>
                <a:off x="4489200" y="2989100"/>
                <a:ext cx="207675" cy="303875"/>
              </a:xfrm>
              <a:custGeom>
                <a:avLst/>
                <a:gdLst/>
                <a:ahLst/>
                <a:cxnLst/>
                <a:rect l="l" t="t" r="r" b="b"/>
                <a:pathLst>
                  <a:path w="8307" h="12155" extrusionOk="0">
                    <a:moveTo>
                      <a:pt x="4249" y="1266"/>
                    </a:moveTo>
                    <a:cubicBezTo>
                      <a:pt x="4310" y="1266"/>
                      <a:pt x="4373" y="1269"/>
                      <a:pt x="4437" y="1274"/>
                    </a:cubicBezTo>
                    <a:cubicBezTo>
                      <a:pt x="5238" y="1307"/>
                      <a:pt x="5838" y="1741"/>
                      <a:pt x="6205" y="2575"/>
                    </a:cubicBezTo>
                    <a:cubicBezTo>
                      <a:pt x="6572" y="3376"/>
                      <a:pt x="6706" y="4610"/>
                      <a:pt x="6639" y="6211"/>
                    </a:cubicBezTo>
                    <a:cubicBezTo>
                      <a:pt x="6539" y="7812"/>
                      <a:pt x="6272" y="9013"/>
                      <a:pt x="5805" y="9813"/>
                    </a:cubicBezTo>
                    <a:cubicBezTo>
                      <a:pt x="5389" y="10549"/>
                      <a:pt x="4790" y="10916"/>
                      <a:pt x="4007" y="10916"/>
                    </a:cubicBezTo>
                    <a:cubicBezTo>
                      <a:pt x="3973" y="10916"/>
                      <a:pt x="3938" y="10916"/>
                      <a:pt x="3904" y="10914"/>
                    </a:cubicBezTo>
                    <a:cubicBezTo>
                      <a:pt x="3103" y="10848"/>
                      <a:pt x="2503" y="10414"/>
                      <a:pt x="2136" y="9613"/>
                    </a:cubicBezTo>
                    <a:cubicBezTo>
                      <a:pt x="1769" y="8779"/>
                      <a:pt x="1635" y="7545"/>
                      <a:pt x="1702" y="5944"/>
                    </a:cubicBezTo>
                    <a:cubicBezTo>
                      <a:pt x="1802" y="4343"/>
                      <a:pt x="2069" y="3142"/>
                      <a:pt x="2503" y="2375"/>
                    </a:cubicBezTo>
                    <a:cubicBezTo>
                      <a:pt x="2934" y="1636"/>
                      <a:pt x="3507" y="1266"/>
                      <a:pt x="4249" y="1266"/>
                    </a:cubicBezTo>
                    <a:close/>
                    <a:moveTo>
                      <a:pt x="4257" y="0"/>
                    </a:moveTo>
                    <a:cubicBezTo>
                      <a:pt x="3042" y="0"/>
                      <a:pt x="2090" y="469"/>
                      <a:pt x="1402" y="1407"/>
                    </a:cubicBezTo>
                    <a:cubicBezTo>
                      <a:pt x="668" y="2408"/>
                      <a:pt x="234" y="3876"/>
                      <a:pt x="134" y="5877"/>
                    </a:cubicBezTo>
                    <a:cubicBezTo>
                      <a:pt x="1" y="7845"/>
                      <a:pt x="268" y="9346"/>
                      <a:pt x="902" y="10447"/>
                    </a:cubicBezTo>
                    <a:cubicBezTo>
                      <a:pt x="1535" y="11515"/>
                      <a:pt x="2536" y="12082"/>
                      <a:pt x="3837" y="12148"/>
                    </a:cubicBezTo>
                    <a:cubicBezTo>
                      <a:pt x="3918" y="12153"/>
                      <a:pt x="3999" y="12155"/>
                      <a:pt x="4078" y="12155"/>
                    </a:cubicBezTo>
                    <a:cubicBezTo>
                      <a:pt x="5266" y="12155"/>
                      <a:pt x="6220" y="11688"/>
                      <a:pt x="6939" y="10781"/>
                    </a:cubicBezTo>
                    <a:cubicBezTo>
                      <a:pt x="7673" y="9747"/>
                      <a:pt x="8107" y="8279"/>
                      <a:pt x="8207" y="6311"/>
                    </a:cubicBezTo>
                    <a:cubicBezTo>
                      <a:pt x="8307" y="4310"/>
                      <a:pt x="8040" y="2808"/>
                      <a:pt x="7406" y="1741"/>
                    </a:cubicBezTo>
                    <a:cubicBezTo>
                      <a:pt x="6772" y="640"/>
                      <a:pt x="5805" y="73"/>
                      <a:pt x="4504" y="6"/>
                    </a:cubicBezTo>
                    <a:cubicBezTo>
                      <a:pt x="4421" y="2"/>
                      <a:pt x="4339" y="0"/>
                      <a:pt x="42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89"/>
              <p:cNvSpPr/>
              <p:nvPr/>
            </p:nvSpPr>
            <p:spPr>
              <a:xfrm>
                <a:off x="4358275" y="3331150"/>
                <a:ext cx="51725" cy="55900"/>
              </a:xfrm>
              <a:custGeom>
                <a:avLst/>
                <a:gdLst/>
                <a:ahLst/>
                <a:cxnLst/>
                <a:rect l="l" t="t" r="r" b="b"/>
                <a:pathLst>
                  <a:path w="2069" h="2236" extrusionOk="0">
                    <a:moveTo>
                      <a:pt x="101" y="1"/>
                    </a:moveTo>
                    <a:lnTo>
                      <a:pt x="1" y="2102"/>
                    </a:lnTo>
                    <a:lnTo>
                      <a:pt x="268" y="2136"/>
                    </a:lnTo>
                    <a:lnTo>
                      <a:pt x="368" y="268"/>
                    </a:lnTo>
                    <a:lnTo>
                      <a:pt x="868" y="1769"/>
                    </a:lnTo>
                    <a:lnTo>
                      <a:pt x="1135" y="1769"/>
                    </a:lnTo>
                    <a:lnTo>
                      <a:pt x="1769" y="334"/>
                    </a:lnTo>
                    <a:lnTo>
                      <a:pt x="1669" y="2202"/>
                    </a:lnTo>
                    <a:lnTo>
                      <a:pt x="1969" y="2236"/>
                    </a:lnTo>
                    <a:lnTo>
                      <a:pt x="2069" y="101"/>
                    </a:lnTo>
                    <a:lnTo>
                      <a:pt x="1635" y="68"/>
                    </a:lnTo>
                    <a:lnTo>
                      <a:pt x="1002" y="1502"/>
                    </a:lnTo>
                    <a:lnTo>
                      <a:pt x="535" y="1"/>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89"/>
              <p:cNvSpPr/>
              <p:nvPr/>
            </p:nvSpPr>
            <p:spPr>
              <a:xfrm>
                <a:off x="4419150" y="3334350"/>
                <a:ext cx="47575" cy="55550"/>
              </a:xfrm>
              <a:custGeom>
                <a:avLst/>
                <a:gdLst/>
                <a:ahLst/>
                <a:cxnLst/>
                <a:rect l="l" t="t" r="r" b="b"/>
                <a:pathLst>
                  <a:path w="1903" h="2222" extrusionOk="0">
                    <a:moveTo>
                      <a:pt x="1011" y="0"/>
                    </a:moveTo>
                    <a:cubicBezTo>
                      <a:pt x="735" y="0"/>
                      <a:pt x="513" y="98"/>
                      <a:pt x="368" y="273"/>
                    </a:cubicBezTo>
                    <a:cubicBezTo>
                      <a:pt x="168" y="440"/>
                      <a:pt x="34" y="707"/>
                      <a:pt x="34" y="1040"/>
                    </a:cubicBezTo>
                    <a:cubicBezTo>
                      <a:pt x="1" y="1407"/>
                      <a:pt x="101" y="1674"/>
                      <a:pt x="268" y="1874"/>
                    </a:cubicBezTo>
                    <a:cubicBezTo>
                      <a:pt x="435" y="2074"/>
                      <a:pt x="701" y="2208"/>
                      <a:pt x="1035" y="2208"/>
                    </a:cubicBezTo>
                    <a:cubicBezTo>
                      <a:pt x="1074" y="2218"/>
                      <a:pt x="1116" y="2222"/>
                      <a:pt x="1159" y="2222"/>
                    </a:cubicBezTo>
                    <a:cubicBezTo>
                      <a:pt x="1263" y="2222"/>
                      <a:pt x="1374" y="2198"/>
                      <a:pt x="1469" y="2175"/>
                    </a:cubicBezTo>
                    <a:cubicBezTo>
                      <a:pt x="1602" y="2141"/>
                      <a:pt x="1735" y="2108"/>
                      <a:pt x="1836" y="2008"/>
                    </a:cubicBezTo>
                    <a:lnTo>
                      <a:pt x="1902" y="1107"/>
                    </a:lnTo>
                    <a:lnTo>
                      <a:pt x="1135" y="1074"/>
                    </a:lnTo>
                    <a:lnTo>
                      <a:pt x="1135" y="1307"/>
                    </a:lnTo>
                    <a:lnTo>
                      <a:pt x="1602" y="1341"/>
                    </a:lnTo>
                    <a:lnTo>
                      <a:pt x="1569" y="1908"/>
                    </a:lnTo>
                    <a:cubicBezTo>
                      <a:pt x="1502" y="1941"/>
                      <a:pt x="1435" y="1974"/>
                      <a:pt x="1335" y="1974"/>
                    </a:cubicBezTo>
                    <a:lnTo>
                      <a:pt x="1068" y="1974"/>
                    </a:lnTo>
                    <a:cubicBezTo>
                      <a:pt x="801" y="1974"/>
                      <a:pt x="601" y="1874"/>
                      <a:pt x="501" y="1741"/>
                    </a:cubicBezTo>
                    <a:cubicBezTo>
                      <a:pt x="368" y="1574"/>
                      <a:pt x="301" y="1374"/>
                      <a:pt x="334" y="1074"/>
                    </a:cubicBezTo>
                    <a:cubicBezTo>
                      <a:pt x="334" y="774"/>
                      <a:pt x="435" y="573"/>
                      <a:pt x="568" y="440"/>
                    </a:cubicBezTo>
                    <a:cubicBezTo>
                      <a:pt x="701" y="307"/>
                      <a:pt x="902" y="240"/>
                      <a:pt x="1168" y="240"/>
                    </a:cubicBezTo>
                    <a:cubicBezTo>
                      <a:pt x="1302" y="240"/>
                      <a:pt x="1435" y="273"/>
                      <a:pt x="1535" y="340"/>
                    </a:cubicBezTo>
                    <a:cubicBezTo>
                      <a:pt x="1669" y="373"/>
                      <a:pt x="1769" y="473"/>
                      <a:pt x="1869" y="573"/>
                    </a:cubicBezTo>
                    <a:lnTo>
                      <a:pt x="1869" y="240"/>
                    </a:lnTo>
                    <a:cubicBezTo>
                      <a:pt x="1769" y="173"/>
                      <a:pt x="1669" y="106"/>
                      <a:pt x="1535" y="73"/>
                    </a:cubicBezTo>
                    <a:cubicBezTo>
                      <a:pt x="1435" y="40"/>
                      <a:pt x="1302" y="6"/>
                      <a:pt x="1135" y="6"/>
                    </a:cubicBezTo>
                    <a:cubicBezTo>
                      <a:pt x="1093" y="2"/>
                      <a:pt x="1051" y="0"/>
                      <a:pt x="1011" y="0"/>
                    </a:cubicBez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89"/>
              <p:cNvSpPr/>
              <p:nvPr/>
            </p:nvSpPr>
            <p:spPr>
              <a:xfrm>
                <a:off x="4470875" y="3337825"/>
                <a:ext cx="27525" cy="59250"/>
              </a:xfrm>
              <a:custGeom>
                <a:avLst/>
                <a:gdLst/>
                <a:ahLst/>
                <a:cxnLst/>
                <a:rect l="l" t="t" r="r" b="b"/>
                <a:pathLst>
                  <a:path w="1101" h="2370" extrusionOk="0">
                    <a:moveTo>
                      <a:pt x="867" y="1"/>
                    </a:moveTo>
                    <a:lnTo>
                      <a:pt x="0" y="2369"/>
                    </a:lnTo>
                    <a:lnTo>
                      <a:pt x="234" y="2369"/>
                    </a:lnTo>
                    <a:lnTo>
                      <a:pt x="1101" y="1"/>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89"/>
              <p:cNvSpPr/>
              <p:nvPr/>
            </p:nvSpPr>
            <p:spPr>
              <a:xfrm>
                <a:off x="4502550" y="3338675"/>
                <a:ext cx="46725" cy="54375"/>
              </a:xfrm>
              <a:custGeom>
                <a:avLst/>
                <a:gdLst/>
                <a:ahLst/>
                <a:cxnLst/>
                <a:rect l="l" t="t" r="r" b="b"/>
                <a:pathLst>
                  <a:path w="1869" h="2175" extrusionOk="0">
                    <a:moveTo>
                      <a:pt x="734" y="267"/>
                    </a:moveTo>
                    <a:cubicBezTo>
                      <a:pt x="1035" y="300"/>
                      <a:pt x="1268" y="367"/>
                      <a:pt x="1368" y="500"/>
                    </a:cubicBezTo>
                    <a:cubicBezTo>
                      <a:pt x="1502" y="634"/>
                      <a:pt x="1568" y="867"/>
                      <a:pt x="1568" y="1134"/>
                    </a:cubicBezTo>
                    <a:cubicBezTo>
                      <a:pt x="1535" y="1434"/>
                      <a:pt x="1468" y="1635"/>
                      <a:pt x="1302" y="1768"/>
                    </a:cubicBezTo>
                    <a:cubicBezTo>
                      <a:pt x="1168" y="1901"/>
                      <a:pt x="968" y="1935"/>
                      <a:pt x="668" y="1935"/>
                    </a:cubicBezTo>
                    <a:lnTo>
                      <a:pt x="301" y="1901"/>
                    </a:lnTo>
                    <a:lnTo>
                      <a:pt x="401" y="267"/>
                    </a:lnTo>
                    <a:close/>
                    <a:moveTo>
                      <a:pt x="134" y="0"/>
                    </a:moveTo>
                    <a:lnTo>
                      <a:pt x="1" y="2135"/>
                    </a:lnTo>
                    <a:lnTo>
                      <a:pt x="601" y="2168"/>
                    </a:lnTo>
                    <a:cubicBezTo>
                      <a:pt x="654" y="2173"/>
                      <a:pt x="705" y="2175"/>
                      <a:pt x="755" y="2175"/>
                    </a:cubicBezTo>
                    <a:cubicBezTo>
                      <a:pt x="1087" y="2175"/>
                      <a:pt x="1361" y="2084"/>
                      <a:pt x="1535" y="1968"/>
                    </a:cubicBezTo>
                    <a:cubicBezTo>
                      <a:pt x="1735" y="1801"/>
                      <a:pt x="1835" y="1535"/>
                      <a:pt x="1869" y="1168"/>
                    </a:cubicBezTo>
                    <a:cubicBezTo>
                      <a:pt x="1869" y="801"/>
                      <a:pt x="1802" y="534"/>
                      <a:pt x="1602" y="334"/>
                    </a:cubicBezTo>
                    <a:cubicBezTo>
                      <a:pt x="1435" y="167"/>
                      <a:pt x="1135" y="67"/>
                      <a:pt x="701" y="33"/>
                    </a:cubicBezTo>
                    <a:lnTo>
                      <a:pt x="134" y="0"/>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89"/>
              <p:cNvSpPr/>
              <p:nvPr/>
            </p:nvSpPr>
            <p:spPr>
              <a:xfrm>
                <a:off x="4559250" y="3342000"/>
                <a:ext cx="33400" cy="55075"/>
              </a:xfrm>
              <a:custGeom>
                <a:avLst/>
                <a:gdLst/>
                <a:ahLst/>
                <a:cxnLst/>
                <a:rect l="l" t="t" r="r" b="b"/>
                <a:pathLst>
                  <a:path w="1336" h="2203" extrusionOk="0">
                    <a:moveTo>
                      <a:pt x="101" y="1"/>
                    </a:moveTo>
                    <a:lnTo>
                      <a:pt x="1" y="2135"/>
                    </a:lnTo>
                    <a:lnTo>
                      <a:pt x="1335" y="2202"/>
                    </a:lnTo>
                    <a:lnTo>
                      <a:pt x="1335" y="1935"/>
                    </a:lnTo>
                    <a:lnTo>
                      <a:pt x="301" y="1902"/>
                    </a:lnTo>
                    <a:lnTo>
                      <a:pt x="401" y="1"/>
                    </a:lnTo>
                    <a:close/>
                  </a:path>
                </a:pathLst>
              </a:custGeom>
              <a:solidFill>
                <a:srgbClr val="6A88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89"/>
              <p:cNvSpPr/>
              <p:nvPr/>
            </p:nvSpPr>
            <p:spPr>
              <a:xfrm>
                <a:off x="4059725" y="4431125"/>
                <a:ext cx="178500" cy="398000"/>
              </a:xfrm>
              <a:custGeom>
                <a:avLst/>
                <a:gdLst/>
                <a:ahLst/>
                <a:cxnLst/>
                <a:rect l="l" t="t" r="r" b="b"/>
                <a:pathLst>
                  <a:path w="7140" h="15920" extrusionOk="0">
                    <a:moveTo>
                      <a:pt x="768" y="0"/>
                    </a:moveTo>
                    <a:lnTo>
                      <a:pt x="101" y="12542"/>
                    </a:lnTo>
                    <a:cubicBezTo>
                      <a:pt x="1" y="13877"/>
                      <a:pt x="768" y="15044"/>
                      <a:pt x="1869" y="15578"/>
                    </a:cubicBezTo>
                    <a:cubicBezTo>
                      <a:pt x="2269" y="15778"/>
                      <a:pt x="2636" y="15878"/>
                      <a:pt x="3103" y="15911"/>
                    </a:cubicBezTo>
                    <a:cubicBezTo>
                      <a:pt x="3172" y="15917"/>
                      <a:pt x="3243" y="15920"/>
                      <a:pt x="3314" y="15920"/>
                    </a:cubicBezTo>
                    <a:cubicBezTo>
                      <a:pt x="3661" y="15920"/>
                      <a:pt x="4033" y="15855"/>
                      <a:pt x="4337" y="15745"/>
                    </a:cubicBezTo>
                    <a:cubicBezTo>
                      <a:pt x="5538" y="15344"/>
                      <a:pt x="6372" y="14244"/>
                      <a:pt x="6472" y="12909"/>
                    </a:cubicBezTo>
                    <a:lnTo>
                      <a:pt x="7139" y="367"/>
                    </a:lnTo>
                    <a:lnTo>
                      <a:pt x="7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89"/>
              <p:cNvSpPr/>
              <p:nvPr/>
            </p:nvSpPr>
            <p:spPr>
              <a:xfrm>
                <a:off x="4077250" y="4431950"/>
                <a:ext cx="160975" cy="33375"/>
              </a:xfrm>
              <a:custGeom>
                <a:avLst/>
                <a:gdLst/>
                <a:ahLst/>
                <a:cxnLst/>
                <a:rect l="l" t="t" r="r" b="b"/>
                <a:pathLst>
                  <a:path w="6439" h="1335" extrusionOk="0">
                    <a:moveTo>
                      <a:pt x="67" y="0"/>
                    </a:moveTo>
                    <a:lnTo>
                      <a:pt x="0" y="968"/>
                    </a:lnTo>
                    <a:lnTo>
                      <a:pt x="6372" y="1335"/>
                    </a:lnTo>
                    <a:lnTo>
                      <a:pt x="6438" y="367"/>
                    </a:lnTo>
                    <a:lnTo>
                      <a:pt x="67" y="0"/>
                    </a:lnTo>
                    <a:close/>
                  </a:path>
                </a:pathLst>
              </a:custGeom>
              <a:solidFill>
                <a:srgbClr val="8BB8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89"/>
              <p:cNvSpPr/>
              <p:nvPr/>
            </p:nvSpPr>
            <p:spPr>
              <a:xfrm>
                <a:off x="4107275" y="4723825"/>
                <a:ext cx="66725" cy="105300"/>
              </a:xfrm>
              <a:custGeom>
                <a:avLst/>
                <a:gdLst/>
                <a:ahLst/>
                <a:cxnLst/>
                <a:rect l="l" t="t" r="r" b="b"/>
                <a:pathLst>
                  <a:path w="2669" h="4212" extrusionOk="0">
                    <a:moveTo>
                      <a:pt x="200" y="0"/>
                    </a:moveTo>
                    <a:lnTo>
                      <a:pt x="0" y="3870"/>
                    </a:lnTo>
                    <a:cubicBezTo>
                      <a:pt x="367" y="4070"/>
                      <a:pt x="734" y="4170"/>
                      <a:pt x="1201" y="4203"/>
                    </a:cubicBezTo>
                    <a:cubicBezTo>
                      <a:pt x="1270" y="4209"/>
                      <a:pt x="1341" y="4212"/>
                      <a:pt x="1412" y="4212"/>
                    </a:cubicBezTo>
                    <a:cubicBezTo>
                      <a:pt x="1759" y="4212"/>
                      <a:pt x="2131" y="4147"/>
                      <a:pt x="2435" y="4037"/>
                    </a:cubicBezTo>
                    <a:lnTo>
                      <a:pt x="2669" y="167"/>
                    </a:lnTo>
                    <a:lnTo>
                      <a:pt x="2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013" name="Google Shape;3013;p89"/>
          <p:cNvSpPr/>
          <p:nvPr/>
        </p:nvSpPr>
        <p:spPr>
          <a:xfrm>
            <a:off x="4226900" y="401512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4" name="Google Shape;3014;p89"/>
          <p:cNvGrpSpPr/>
          <p:nvPr/>
        </p:nvGrpSpPr>
        <p:grpSpPr>
          <a:xfrm rot="9651258">
            <a:off x="993177" y="4340394"/>
            <a:ext cx="643548" cy="377045"/>
            <a:chOff x="-1131628" y="1250953"/>
            <a:chExt cx="695437" cy="407447"/>
          </a:xfrm>
        </p:grpSpPr>
        <p:sp>
          <p:nvSpPr>
            <p:cNvPr id="3015" name="Google Shape;3015;p89"/>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89"/>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89"/>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906"/>
                                        </p:tgtEl>
                                        <p:attrNameLst>
                                          <p:attrName>style.visibility</p:attrName>
                                        </p:attrNameLst>
                                      </p:cBhvr>
                                      <p:to>
                                        <p:strVal val="visible"/>
                                      </p:to>
                                    </p:set>
                                    <p:anim calcmode="lin" valueType="num">
                                      <p:cBhvr additive="base">
                                        <p:cTn id="7" dur="1000"/>
                                        <p:tgtEl>
                                          <p:spTgt spid="2906"/>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907"/>
                                        </p:tgtEl>
                                        <p:attrNameLst>
                                          <p:attrName>style.visibility</p:attrName>
                                        </p:attrNameLst>
                                      </p:cBhvr>
                                      <p:to>
                                        <p:strVal val="visible"/>
                                      </p:to>
                                    </p:set>
                                    <p:anim calcmode="lin" valueType="num">
                                      <p:cBhvr additive="base">
                                        <p:cTn id="10" dur="1000"/>
                                        <p:tgtEl>
                                          <p:spTgt spid="2907"/>
                                        </p:tgtEl>
                                        <p:attrNameLst>
                                          <p:attrName>ppt_x</p:attrName>
                                        </p:attrNameLst>
                                      </p:cBhvr>
                                      <p:tavLst>
                                        <p:tav tm="0">
                                          <p:val>
                                            <p:strVal val="#ppt_x-1"/>
                                          </p:val>
                                        </p:tav>
                                        <p:tav tm="100000">
                                          <p:val>
                                            <p:strVal val="#ppt_x"/>
                                          </p:val>
                                        </p:tav>
                                      </p:tavLst>
                                    </p:anim>
                                  </p:childTnLst>
                                </p:cTn>
                              </p:par>
                              <p:par>
                                <p:cTn id="11" presetID="2" presetClass="entr" presetSubtype="8" fill="hold" nodeType="withEffect">
                                  <p:stCondLst>
                                    <p:cond delay="0"/>
                                  </p:stCondLst>
                                  <p:childTnLst>
                                    <p:set>
                                      <p:cBhvr>
                                        <p:cTn id="12" dur="1" fill="hold">
                                          <p:stCondLst>
                                            <p:cond delay="0"/>
                                          </p:stCondLst>
                                        </p:cTn>
                                        <p:tgtEl>
                                          <p:spTgt spid="2908"/>
                                        </p:tgtEl>
                                        <p:attrNameLst>
                                          <p:attrName>style.visibility</p:attrName>
                                        </p:attrNameLst>
                                      </p:cBhvr>
                                      <p:to>
                                        <p:strVal val="visible"/>
                                      </p:to>
                                    </p:set>
                                    <p:anim calcmode="lin" valueType="num">
                                      <p:cBhvr additive="base">
                                        <p:cTn id="13" dur="1000"/>
                                        <p:tgtEl>
                                          <p:spTgt spid="290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0">
          <a:extLst>
            <a:ext uri="{FF2B5EF4-FFF2-40B4-BE49-F238E27FC236}">
              <a16:creationId xmlns:a16="http://schemas.microsoft.com/office/drawing/2014/main" id="{68A43362-9B27-8C08-35A2-9C7F97F2A9B6}"/>
            </a:ext>
          </a:extLst>
        </p:cNvPr>
        <p:cNvGrpSpPr/>
        <p:nvPr/>
      </p:nvGrpSpPr>
      <p:grpSpPr>
        <a:xfrm>
          <a:off x="0" y="0"/>
          <a:ext cx="0" cy="0"/>
          <a:chOff x="0" y="0"/>
          <a:chExt cx="0" cy="0"/>
        </a:xfrm>
      </p:grpSpPr>
      <p:sp>
        <p:nvSpPr>
          <p:cNvPr id="2011" name="Google Shape;2011;p77">
            <a:extLst>
              <a:ext uri="{FF2B5EF4-FFF2-40B4-BE49-F238E27FC236}">
                <a16:creationId xmlns:a16="http://schemas.microsoft.com/office/drawing/2014/main" id="{71284F84-367D-5B87-4F1A-5F1D324C6CEE}"/>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a:t>DATASET</a:t>
            </a:r>
            <a:endParaRPr sz="3200"/>
          </a:p>
        </p:txBody>
      </p:sp>
      <p:sp>
        <p:nvSpPr>
          <p:cNvPr id="2016" name="Google Shape;2016;p77">
            <a:extLst>
              <a:ext uri="{FF2B5EF4-FFF2-40B4-BE49-F238E27FC236}">
                <a16:creationId xmlns:a16="http://schemas.microsoft.com/office/drawing/2014/main" id="{618C9834-74D6-33E7-CB3B-D8B7E3173318}"/>
              </a:ext>
            </a:extLst>
          </p:cNvPr>
          <p:cNvSpPr txBox="1">
            <a:spLocks noGrp="1"/>
          </p:cNvSpPr>
          <p:nvPr>
            <p:ph type="title" idx="2"/>
          </p:nvPr>
        </p:nvSpPr>
        <p:spPr>
          <a:xfrm>
            <a:off x="749838" y="1232519"/>
            <a:ext cx="2317200" cy="4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a:t>source</a:t>
            </a:r>
          </a:p>
        </p:txBody>
      </p:sp>
      <p:sp>
        <p:nvSpPr>
          <p:cNvPr id="2017" name="Google Shape;2017;p77">
            <a:extLst>
              <a:ext uri="{FF2B5EF4-FFF2-40B4-BE49-F238E27FC236}">
                <a16:creationId xmlns:a16="http://schemas.microsoft.com/office/drawing/2014/main" id="{54F00C72-0B06-98D9-4F5C-3136A4D85F1D}"/>
              </a:ext>
            </a:extLst>
          </p:cNvPr>
          <p:cNvSpPr txBox="1">
            <a:spLocks noGrp="1"/>
          </p:cNvSpPr>
          <p:nvPr>
            <p:ph type="subTitle" idx="1"/>
          </p:nvPr>
        </p:nvSpPr>
        <p:spPr>
          <a:xfrm>
            <a:off x="440864" y="1654318"/>
            <a:ext cx="2926804" cy="3489182"/>
          </a:xfrm>
          <a:prstGeom prst="rect">
            <a:avLst/>
          </a:prstGeom>
        </p:spPr>
        <p:txBody>
          <a:bodyPr spcFirstLastPara="1" wrap="square" lIns="91425" tIns="91425" rIns="91425" bIns="91425" anchor="t" anchorCtr="0">
            <a:noAutofit/>
          </a:bodyPr>
          <a:lstStyle/>
          <a:p>
            <a:pPr marL="285750" indent="-285750" algn="l">
              <a:buFont typeface="Arial" panose="020B0604020202020204" pitchFamily="34" charset="0"/>
              <a:buChar char="•"/>
            </a:pPr>
            <a:r>
              <a:rPr lang="en-US" sz="1400"/>
              <a:t>2024 Behavioral Risk Factor Surveillance System (BRFSS) – Calculated Variables File</a:t>
            </a:r>
          </a:p>
          <a:p>
            <a:pPr marL="0" indent="0" algn="l"/>
            <a:endParaRPr lang="en-US" sz="1400"/>
          </a:p>
          <a:p>
            <a:pPr marL="285750" indent="-285750" algn="l">
              <a:buFont typeface="Arial" panose="020B0604020202020204" pitchFamily="34" charset="0"/>
              <a:buChar char="•"/>
            </a:pPr>
            <a:r>
              <a:rPr lang="en-US" sz="1400"/>
              <a:t>From the CDC's annual nationwide health survey</a:t>
            </a:r>
          </a:p>
          <a:p>
            <a:pPr marL="285750" indent="-285750" algn="l">
              <a:buFont typeface="Arial" panose="020B0604020202020204" pitchFamily="34" charset="0"/>
              <a:buChar char="•"/>
            </a:pPr>
            <a:endParaRPr lang="en-US" sz="1400"/>
          </a:p>
          <a:p>
            <a:pPr marL="285750" indent="-285750" algn="l">
              <a:buFont typeface="Arial" panose="020B0604020202020204" pitchFamily="34" charset="0"/>
              <a:buChar char="•"/>
            </a:pPr>
            <a:r>
              <a:rPr lang="en-US" sz="1400"/>
              <a:t>Includes binary, categorical, and continuous variables</a:t>
            </a:r>
          </a:p>
        </p:txBody>
      </p:sp>
      <p:sp>
        <p:nvSpPr>
          <p:cNvPr id="2018" name="Google Shape;2018;p77">
            <a:extLst>
              <a:ext uri="{FF2B5EF4-FFF2-40B4-BE49-F238E27FC236}">
                <a16:creationId xmlns:a16="http://schemas.microsoft.com/office/drawing/2014/main" id="{86D79FD2-C040-A2A2-4E14-FDDD1EFB3B8F}"/>
              </a:ext>
            </a:extLst>
          </p:cNvPr>
          <p:cNvSpPr txBox="1">
            <a:spLocks noGrp="1"/>
          </p:cNvSpPr>
          <p:nvPr>
            <p:ph type="title" idx="3"/>
          </p:nvPr>
        </p:nvSpPr>
        <p:spPr>
          <a:xfrm>
            <a:off x="6062123" y="2212376"/>
            <a:ext cx="3042899" cy="30278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a:t>SUMMARY</a:t>
            </a:r>
            <a:endParaRPr sz="2400"/>
          </a:p>
        </p:txBody>
      </p:sp>
      <p:sp>
        <p:nvSpPr>
          <p:cNvPr id="2019" name="Google Shape;2019;p77">
            <a:extLst>
              <a:ext uri="{FF2B5EF4-FFF2-40B4-BE49-F238E27FC236}">
                <a16:creationId xmlns:a16="http://schemas.microsoft.com/office/drawing/2014/main" id="{F86EF251-B6DC-7EF2-B92C-D1DDE640E9D2}"/>
              </a:ext>
            </a:extLst>
          </p:cNvPr>
          <p:cNvSpPr txBox="1">
            <a:spLocks noGrp="1"/>
          </p:cNvSpPr>
          <p:nvPr>
            <p:ph type="subTitle" idx="4"/>
          </p:nvPr>
        </p:nvSpPr>
        <p:spPr>
          <a:xfrm>
            <a:off x="6067120" y="2425001"/>
            <a:ext cx="2665150" cy="1883661"/>
          </a:xfrm>
          <a:prstGeom prst="rect">
            <a:avLst/>
          </a:prstGeom>
        </p:spPr>
        <p:txBody>
          <a:bodyPr spcFirstLastPara="1" wrap="square" lIns="91425" tIns="91425" rIns="91425" bIns="91425" anchor="t" anchorCtr="0">
            <a:noAutofit/>
          </a:bodyPr>
          <a:lstStyle/>
          <a:p>
            <a:pPr marL="0" indent="0"/>
            <a:r>
              <a:rPr lang="en-US"/>
              <a:t>U.S. health survey that collected self-reported information on:</a:t>
            </a:r>
          </a:p>
          <a:p>
            <a:pPr marL="285750" indent="-285750">
              <a:buFont typeface="Arial"/>
              <a:buChar char="•"/>
            </a:pPr>
            <a:r>
              <a:rPr lang="en-US"/>
              <a:t>Physical health</a:t>
            </a:r>
          </a:p>
          <a:p>
            <a:pPr marL="285750" indent="-285750">
              <a:buFont typeface="Arial"/>
              <a:buChar char="•"/>
            </a:pPr>
            <a:r>
              <a:rPr lang="en-US"/>
              <a:t>Mental health</a:t>
            </a:r>
          </a:p>
          <a:p>
            <a:pPr marL="285750" indent="-285750">
              <a:buFont typeface="Arial"/>
              <a:buChar char="•"/>
            </a:pPr>
            <a:r>
              <a:rPr lang="en-US"/>
              <a:t>Chronic conditions</a:t>
            </a:r>
          </a:p>
          <a:p>
            <a:pPr marL="285750" indent="-285750">
              <a:buFont typeface="Arial"/>
              <a:buChar char="•"/>
            </a:pPr>
            <a:r>
              <a:rPr lang="en-US"/>
              <a:t>Healthcare access</a:t>
            </a:r>
          </a:p>
          <a:p>
            <a:pPr marL="285750" indent="-285750">
              <a:buFont typeface="Arial"/>
              <a:buChar char="•"/>
            </a:pPr>
            <a:r>
              <a:rPr lang="en-US"/>
              <a:t>Lifestyle behaviors</a:t>
            </a:r>
          </a:p>
        </p:txBody>
      </p:sp>
      <p:grpSp>
        <p:nvGrpSpPr>
          <p:cNvPr id="2022" name="Google Shape;2022;p77">
            <a:extLst>
              <a:ext uri="{FF2B5EF4-FFF2-40B4-BE49-F238E27FC236}">
                <a16:creationId xmlns:a16="http://schemas.microsoft.com/office/drawing/2014/main" id="{CEAFA16D-6D40-FE48-5599-1C959803465F}"/>
              </a:ext>
            </a:extLst>
          </p:cNvPr>
          <p:cNvGrpSpPr/>
          <p:nvPr/>
        </p:nvGrpSpPr>
        <p:grpSpPr>
          <a:xfrm rot="-6220639">
            <a:off x="8109017" y="394990"/>
            <a:ext cx="643516" cy="377027"/>
            <a:chOff x="-1131628" y="1250953"/>
            <a:chExt cx="695437" cy="407447"/>
          </a:xfrm>
        </p:grpSpPr>
        <p:sp>
          <p:nvSpPr>
            <p:cNvPr id="2023" name="Google Shape;2023;p77">
              <a:extLst>
                <a:ext uri="{FF2B5EF4-FFF2-40B4-BE49-F238E27FC236}">
                  <a16:creationId xmlns:a16="http://schemas.microsoft.com/office/drawing/2014/main" id="{A3B7F080-F954-8C36-37F6-D419863BB81A}"/>
                </a:ext>
              </a:extLst>
            </p:cNvPr>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77">
              <a:extLst>
                <a:ext uri="{FF2B5EF4-FFF2-40B4-BE49-F238E27FC236}">
                  <a16:creationId xmlns:a16="http://schemas.microsoft.com/office/drawing/2014/main" id="{09152EE2-43EE-84A8-6531-A111B63CBC13}"/>
                </a:ext>
              </a:extLst>
            </p:cNvPr>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77">
              <a:extLst>
                <a:ext uri="{FF2B5EF4-FFF2-40B4-BE49-F238E27FC236}">
                  <a16:creationId xmlns:a16="http://schemas.microsoft.com/office/drawing/2014/main" id="{D1D84757-66C7-EE09-11A5-B16DAD6B48D1}"/>
                </a:ext>
              </a:extLst>
            </p:cNvPr>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26" name="Google Shape;2026;p77">
            <a:extLst>
              <a:ext uri="{FF2B5EF4-FFF2-40B4-BE49-F238E27FC236}">
                <a16:creationId xmlns:a16="http://schemas.microsoft.com/office/drawing/2014/main" id="{AE912ECE-A222-CC43-E982-DD952E4BDA2F}"/>
              </a:ext>
            </a:extLst>
          </p:cNvPr>
          <p:cNvGrpSpPr/>
          <p:nvPr/>
        </p:nvGrpSpPr>
        <p:grpSpPr>
          <a:xfrm>
            <a:off x="4078050" y="2373594"/>
            <a:ext cx="1799375" cy="881700"/>
            <a:chOff x="4078050" y="2373594"/>
            <a:chExt cx="1799375" cy="881700"/>
          </a:xfrm>
        </p:grpSpPr>
        <p:grpSp>
          <p:nvGrpSpPr>
            <p:cNvPr id="2027" name="Google Shape;2027;p77">
              <a:extLst>
                <a:ext uri="{FF2B5EF4-FFF2-40B4-BE49-F238E27FC236}">
                  <a16:creationId xmlns:a16="http://schemas.microsoft.com/office/drawing/2014/main" id="{1E523549-4A1B-262C-B828-8D8FBB00FA34}"/>
                </a:ext>
              </a:extLst>
            </p:cNvPr>
            <p:cNvGrpSpPr/>
            <p:nvPr/>
          </p:nvGrpSpPr>
          <p:grpSpPr>
            <a:xfrm>
              <a:off x="4131125" y="2373594"/>
              <a:ext cx="1746300" cy="881700"/>
              <a:chOff x="4131125" y="2500009"/>
              <a:chExt cx="1746300" cy="881700"/>
            </a:xfrm>
          </p:grpSpPr>
          <p:sp>
            <p:nvSpPr>
              <p:cNvPr id="2028" name="Google Shape;2028;p77">
                <a:extLst>
                  <a:ext uri="{FF2B5EF4-FFF2-40B4-BE49-F238E27FC236}">
                    <a16:creationId xmlns:a16="http://schemas.microsoft.com/office/drawing/2014/main" id="{60A7AF6C-4B80-785F-6209-257D88BF1AA9}"/>
                  </a:ext>
                </a:extLst>
              </p:cNvPr>
              <p:cNvSpPr/>
              <p:nvPr/>
            </p:nvSpPr>
            <p:spPr>
              <a:xfrm>
                <a:off x="4131125" y="2500009"/>
                <a:ext cx="881700" cy="8817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3000">
                  <a:solidFill>
                    <a:srgbClr val="592A37"/>
                  </a:solidFill>
                  <a:latin typeface="Bungee"/>
                  <a:ea typeface="Bungee"/>
                  <a:cs typeface="Bungee"/>
                  <a:sym typeface="Bungee"/>
                </a:endParaRPr>
              </a:p>
            </p:txBody>
          </p:sp>
          <p:cxnSp>
            <p:nvCxnSpPr>
              <p:cNvPr id="2029" name="Google Shape;2029;p77">
                <a:extLst>
                  <a:ext uri="{FF2B5EF4-FFF2-40B4-BE49-F238E27FC236}">
                    <a16:creationId xmlns:a16="http://schemas.microsoft.com/office/drawing/2014/main" id="{48895153-054F-99F6-6EBB-296007AB7BB7}"/>
                  </a:ext>
                </a:extLst>
              </p:cNvPr>
              <p:cNvCxnSpPr>
                <a:stCxn id="2028" idx="6"/>
              </p:cNvCxnSpPr>
              <p:nvPr/>
            </p:nvCxnSpPr>
            <p:spPr>
              <a:xfrm>
                <a:off x="5012825" y="2940859"/>
                <a:ext cx="864600" cy="0"/>
              </a:xfrm>
              <a:prstGeom prst="straightConnector1">
                <a:avLst/>
              </a:prstGeom>
              <a:noFill/>
              <a:ln w="19050" cap="flat" cmpd="sng">
                <a:solidFill>
                  <a:schemeClr val="accent1"/>
                </a:solidFill>
                <a:prstDash val="solid"/>
                <a:round/>
                <a:headEnd type="none" w="med" len="med"/>
                <a:tailEnd type="oval" w="med" len="med"/>
              </a:ln>
            </p:spPr>
          </p:cxnSp>
        </p:grpSp>
        <p:grpSp>
          <p:nvGrpSpPr>
            <p:cNvPr id="2030" name="Google Shape;2030;p77">
              <a:extLst>
                <a:ext uri="{FF2B5EF4-FFF2-40B4-BE49-F238E27FC236}">
                  <a16:creationId xmlns:a16="http://schemas.microsoft.com/office/drawing/2014/main" id="{42E4D6B3-06D7-A0CE-C57F-1BF726ACAEE7}"/>
                </a:ext>
              </a:extLst>
            </p:cNvPr>
            <p:cNvGrpSpPr/>
            <p:nvPr/>
          </p:nvGrpSpPr>
          <p:grpSpPr>
            <a:xfrm>
              <a:off x="4078050" y="2497594"/>
              <a:ext cx="727314" cy="633709"/>
              <a:chOff x="8056123" y="1957968"/>
              <a:chExt cx="378790" cy="330057"/>
            </a:xfrm>
          </p:grpSpPr>
          <p:sp>
            <p:nvSpPr>
              <p:cNvPr id="2031" name="Google Shape;2031;p77">
                <a:extLst>
                  <a:ext uri="{FF2B5EF4-FFF2-40B4-BE49-F238E27FC236}">
                    <a16:creationId xmlns:a16="http://schemas.microsoft.com/office/drawing/2014/main" id="{36F9FB2B-3732-82ED-FF39-513EBAFFBF32}"/>
                  </a:ext>
                </a:extLst>
              </p:cNvPr>
              <p:cNvSpPr/>
              <p:nvPr/>
            </p:nvSpPr>
            <p:spPr>
              <a:xfrm>
                <a:off x="8090574" y="2247684"/>
                <a:ext cx="23520" cy="40340"/>
              </a:xfrm>
              <a:custGeom>
                <a:avLst/>
                <a:gdLst/>
                <a:ahLst/>
                <a:cxnLst/>
                <a:rect l="l" t="t" r="r" b="b"/>
                <a:pathLst>
                  <a:path w="667" h="1144" extrusionOk="0">
                    <a:moveTo>
                      <a:pt x="334" y="1"/>
                    </a:moveTo>
                    <a:cubicBezTo>
                      <a:pt x="143" y="1"/>
                      <a:pt x="0" y="143"/>
                      <a:pt x="0" y="310"/>
                    </a:cubicBezTo>
                    <a:lnTo>
                      <a:pt x="0" y="834"/>
                    </a:lnTo>
                    <a:cubicBezTo>
                      <a:pt x="0" y="1001"/>
                      <a:pt x="143" y="1144"/>
                      <a:pt x="334" y="1144"/>
                    </a:cubicBezTo>
                    <a:cubicBezTo>
                      <a:pt x="500" y="1144"/>
                      <a:pt x="667" y="1025"/>
                      <a:pt x="667" y="834"/>
                    </a:cubicBezTo>
                    <a:lnTo>
                      <a:pt x="667" y="310"/>
                    </a:lnTo>
                    <a:cubicBezTo>
                      <a:pt x="667" y="143"/>
                      <a:pt x="500"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77">
                <a:extLst>
                  <a:ext uri="{FF2B5EF4-FFF2-40B4-BE49-F238E27FC236}">
                    <a16:creationId xmlns:a16="http://schemas.microsoft.com/office/drawing/2014/main" id="{09754C37-4DEB-A24F-F790-74F90535566E}"/>
                  </a:ext>
                </a:extLst>
              </p:cNvPr>
              <p:cNvSpPr/>
              <p:nvPr/>
            </p:nvSpPr>
            <p:spPr>
              <a:xfrm>
                <a:off x="8376095" y="2247684"/>
                <a:ext cx="23520" cy="40340"/>
              </a:xfrm>
              <a:custGeom>
                <a:avLst/>
                <a:gdLst/>
                <a:ahLst/>
                <a:cxnLst/>
                <a:rect l="l" t="t" r="r" b="b"/>
                <a:pathLst>
                  <a:path w="667" h="1144" extrusionOk="0">
                    <a:moveTo>
                      <a:pt x="333" y="1"/>
                    </a:moveTo>
                    <a:cubicBezTo>
                      <a:pt x="143" y="1"/>
                      <a:pt x="0" y="143"/>
                      <a:pt x="0" y="310"/>
                    </a:cubicBezTo>
                    <a:lnTo>
                      <a:pt x="0" y="834"/>
                    </a:lnTo>
                    <a:cubicBezTo>
                      <a:pt x="0" y="1001"/>
                      <a:pt x="143" y="1144"/>
                      <a:pt x="333" y="1144"/>
                    </a:cubicBezTo>
                    <a:cubicBezTo>
                      <a:pt x="476" y="1144"/>
                      <a:pt x="619" y="1025"/>
                      <a:pt x="667" y="834"/>
                    </a:cubicBezTo>
                    <a:lnTo>
                      <a:pt x="667" y="310"/>
                    </a:lnTo>
                    <a:cubicBezTo>
                      <a:pt x="667" y="143"/>
                      <a:pt x="500" y="1"/>
                      <a:pt x="33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77">
                <a:extLst>
                  <a:ext uri="{FF2B5EF4-FFF2-40B4-BE49-F238E27FC236}">
                    <a16:creationId xmlns:a16="http://schemas.microsoft.com/office/drawing/2014/main" id="{25941D3E-8C8C-38F3-C615-7B88631D625A}"/>
                  </a:ext>
                </a:extLst>
              </p:cNvPr>
              <p:cNvSpPr/>
              <p:nvPr/>
            </p:nvSpPr>
            <p:spPr>
              <a:xfrm>
                <a:off x="8056123" y="1958814"/>
                <a:ext cx="378790" cy="312426"/>
              </a:xfrm>
              <a:custGeom>
                <a:avLst/>
                <a:gdLst/>
                <a:ahLst/>
                <a:cxnLst/>
                <a:rect l="l" t="t" r="r" b="b"/>
                <a:pathLst>
                  <a:path w="10742" h="8860" extrusionOk="0">
                    <a:moveTo>
                      <a:pt x="977" y="0"/>
                    </a:moveTo>
                    <a:cubicBezTo>
                      <a:pt x="453" y="0"/>
                      <a:pt x="1" y="453"/>
                      <a:pt x="1" y="977"/>
                    </a:cubicBezTo>
                    <a:lnTo>
                      <a:pt x="1" y="7883"/>
                    </a:lnTo>
                    <a:cubicBezTo>
                      <a:pt x="1" y="8431"/>
                      <a:pt x="453" y="8859"/>
                      <a:pt x="977" y="8859"/>
                    </a:cubicBezTo>
                    <a:lnTo>
                      <a:pt x="9765" y="8859"/>
                    </a:lnTo>
                    <a:cubicBezTo>
                      <a:pt x="10289" y="8859"/>
                      <a:pt x="10741" y="8431"/>
                      <a:pt x="10741" y="7883"/>
                    </a:cubicBezTo>
                    <a:lnTo>
                      <a:pt x="10741" y="977"/>
                    </a:lnTo>
                    <a:cubicBezTo>
                      <a:pt x="10741" y="453"/>
                      <a:pt x="10289" y="0"/>
                      <a:pt x="9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77">
                <a:extLst>
                  <a:ext uri="{FF2B5EF4-FFF2-40B4-BE49-F238E27FC236}">
                    <a16:creationId xmlns:a16="http://schemas.microsoft.com/office/drawing/2014/main" id="{FABD2F3D-A9CB-9FD1-46E7-E3724448E860}"/>
                  </a:ext>
                </a:extLst>
              </p:cNvPr>
              <p:cNvSpPr/>
              <p:nvPr/>
            </p:nvSpPr>
            <p:spPr>
              <a:xfrm>
                <a:off x="8245095" y="1957968"/>
                <a:ext cx="189818" cy="312426"/>
              </a:xfrm>
              <a:custGeom>
                <a:avLst/>
                <a:gdLst/>
                <a:ahLst/>
                <a:cxnLst/>
                <a:rect l="l" t="t" r="r" b="b"/>
                <a:pathLst>
                  <a:path w="5383" h="8860" extrusionOk="0">
                    <a:moveTo>
                      <a:pt x="0" y="1"/>
                    </a:moveTo>
                    <a:lnTo>
                      <a:pt x="0" y="8859"/>
                    </a:lnTo>
                    <a:lnTo>
                      <a:pt x="4406" y="8859"/>
                    </a:lnTo>
                    <a:cubicBezTo>
                      <a:pt x="4930" y="8859"/>
                      <a:pt x="5382" y="8407"/>
                      <a:pt x="5382" y="7883"/>
                    </a:cubicBezTo>
                    <a:lnTo>
                      <a:pt x="5382" y="1001"/>
                    </a:lnTo>
                    <a:cubicBezTo>
                      <a:pt x="5382" y="429"/>
                      <a:pt x="4930" y="1"/>
                      <a:pt x="44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77">
                <a:extLst>
                  <a:ext uri="{FF2B5EF4-FFF2-40B4-BE49-F238E27FC236}">
                    <a16:creationId xmlns:a16="http://schemas.microsoft.com/office/drawing/2014/main" id="{4CD8EA01-C624-6C80-04A7-C66549A9256F}"/>
                  </a:ext>
                </a:extLst>
              </p:cNvPr>
              <p:cNvSpPr/>
              <p:nvPr/>
            </p:nvSpPr>
            <p:spPr>
              <a:xfrm>
                <a:off x="8139272" y="2217464"/>
                <a:ext cx="34451" cy="23520"/>
              </a:xfrm>
              <a:custGeom>
                <a:avLst/>
                <a:gdLst/>
                <a:ahLst/>
                <a:cxnLst/>
                <a:rect l="l" t="t" r="r" b="b"/>
                <a:pathLst>
                  <a:path w="977" h="667" extrusionOk="0">
                    <a:moveTo>
                      <a:pt x="310" y="0"/>
                    </a:moveTo>
                    <a:cubicBezTo>
                      <a:pt x="143" y="0"/>
                      <a:pt x="0" y="167"/>
                      <a:pt x="0" y="334"/>
                    </a:cubicBezTo>
                    <a:cubicBezTo>
                      <a:pt x="0" y="524"/>
                      <a:pt x="143" y="667"/>
                      <a:pt x="310"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77">
                <a:extLst>
                  <a:ext uri="{FF2B5EF4-FFF2-40B4-BE49-F238E27FC236}">
                    <a16:creationId xmlns:a16="http://schemas.microsoft.com/office/drawing/2014/main" id="{F3BAE832-9694-068D-6E49-31453844951E}"/>
                  </a:ext>
                </a:extLst>
              </p:cNvPr>
              <p:cNvSpPr/>
              <p:nvPr/>
            </p:nvSpPr>
            <p:spPr>
              <a:xfrm>
                <a:off x="8198055" y="2217464"/>
                <a:ext cx="34451" cy="23520"/>
              </a:xfrm>
              <a:custGeom>
                <a:avLst/>
                <a:gdLst/>
                <a:ahLst/>
                <a:cxnLst/>
                <a:rect l="l" t="t" r="r" b="b"/>
                <a:pathLst>
                  <a:path w="977" h="667" extrusionOk="0">
                    <a:moveTo>
                      <a:pt x="310" y="0"/>
                    </a:moveTo>
                    <a:cubicBezTo>
                      <a:pt x="143" y="0"/>
                      <a:pt x="0" y="167"/>
                      <a:pt x="0" y="334"/>
                    </a:cubicBezTo>
                    <a:cubicBezTo>
                      <a:pt x="0" y="524"/>
                      <a:pt x="143" y="667"/>
                      <a:pt x="310"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77">
                <a:extLst>
                  <a:ext uri="{FF2B5EF4-FFF2-40B4-BE49-F238E27FC236}">
                    <a16:creationId xmlns:a16="http://schemas.microsoft.com/office/drawing/2014/main" id="{16953DEB-C222-BBB3-384A-A8B059305679}"/>
                  </a:ext>
                </a:extLst>
              </p:cNvPr>
              <p:cNvSpPr/>
              <p:nvPr/>
            </p:nvSpPr>
            <p:spPr>
              <a:xfrm>
                <a:off x="8257683" y="2217464"/>
                <a:ext cx="34451" cy="23520"/>
              </a:xfrm>
              <a:custGeom>
                <a:avLst/>
                <a:gdLst/>
                <a:ahLst/>
                <a:cxnLst/>
                <a:rect l="l" t="t" r="r" b="b"/>
                <a:pathLst>
                  <a:path w="977" h="667" extrusionOk="0">
                    <a:moveTo>
                      <a:pt x="334" y="0"/>
                    </a:moveTo>
                    <a:cubicBezTo>
                      <a:pt x="143" y="0"/>
                      <a:pt x="0" y="167"/>
                      <a:pt x="0" y="334"/>
                    </a:cubicBezTo>
                    <a:cubicBezTo>
                      <a:pt x="0" y="524"/>
                      <a:pt x="143" y="667"/>
                      <a:pt x="334"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77">
                <a:extLst>
                  <a:ext uri="{FF2B5EF4-FFF2-40B4-BE49-F238E27FC236}">
                    <a16:creationId xmlns:a16="http://schemas.microsoft.com/office/drawing/2014/main" id="{D3AFB89B-AB86-CD07-31A1-786FCB2C174D}"/>
                  </a:ext>
                </a:extLst>
              </p:cNvPr>
              <p:cNvSpPr/>
              <p:nvPr/>
            </p:nvSpPr>
            <p:spPr>
              <a:xfrm>
                <a:off x="8316466" y="2217464"/>
                <a:ext cx="34451" cy="23520"/>
              </a:xfrm>
              <a:custGeom>
                <a:avLst/>
                <a:gdLst/>
                <a:ahLst/>
                <a:cxnLst/>
                <a:rect l="l" t="t" r="r" b="b"/>
                <a:pathLst>
                  <a:path w="977" h="667" extrusionOk="0">
                    <a:moveTo>
                      <a:pt x="334" y="0"/>
                    </a:moveTo>
                    <a:cubicBezTo>
                      <a:pt x="143" y="0"/>
                      <a:pt x="0" y="167"/>
                      <a:pt x="0" y="334"/>
                    </a:cubicBezTo>
                    <a:cubicBezTo>
                      <a:pt x="0" y="524"/>
                      <a:pt x="143" y="667"/>
                      <a:pt x="334" y="667"/>
                    </a:cubicBezTo>
                    <a:lnTo>
                      <a:pt x="643" y="667"/>
                    </a:lnTo>
                    <a:cubicBezTo>
                      <a:pt x="834" y="667"/>
                      <a:pt x="977" y="524"/>
                      <a:pt x="977" y="334"/>
                    </a:cubicBezTo>
                    <a:cubicBezTo>
                      <a:pt x="977" y="167"/>
                      <a:pt x="834" y="0"/>
                      <a:pt x="6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77">
                <a:extLst>
                  <a:ext uri="{FF2B5EF4-FFF2-40B4-BE49-F238E27FC236}">
                    <a16:creationId xmlns:a16="http://schemas.microsoft.com/office/drawing/2014/main" id="{FBD44024-0A98-8AB8-BD5A-5EA378B886CC}"/>
                  </a:ext>
                </a:extLst>
              </p:cNvPr>
              <p:cNvSpPr/>
              <p:nvPr/>
            </p:nvSpPr>
            <p:spPr>
              <a:xfrm>
                <a:off x="8097274" y="1999965"/>
                <a:ext cx="295641" cy="190664"/>
              </a:xfrm>
              <a:custGeom>
                <a:avLst/>
                <a:gdLst/>
                <a:ahLst/>
                <a:cxnLst/>
                <a:rect l="l" t="t" r="r" b="b"/>
                <a:pathLst>
                  <a:path w="8384" h="5407" extrusionOk="0">
                    <a:moveTo>
                      <a:pt x="310" y="0"/>
                    </a:moveTo>
                    <a:cubicBezTo>
                      <a:pt x="144" y="0"/>
                      <a:pt x="1" y="143"/>
                      <a:pt x="1" y="310"/>
                    </a:cubicBezTo>
                    <a:lnTo>
                      <a:pt x="1" y="2382"/>
                    </a:lnTo>
                    <a:lnTo>
                      <a:pt x="191" y="2691"/>
                    </a:lnTo>
                    <a:lnTo>
                      <a:pt x="1" y="3025"/>
                    </a:lnTo>
                    <a:lnTo>
                      <a:pt x="1" y="5073"/>
                    </a:lnTo>
                    <a:cubicBezTo>
                      <a:pt x="1" y="5263"/>
                      <a:pt x="144" y="5406"/>
                      <a:pt x="310" y="5406"/>
                    </a:cubicBezTo>
                    <a:lnTo>
                      <a:pt x="8050" y="5406"/>
                    </a:lnTo>
                    <a:cubicBezTo>
                      <a:pt x="8240" y="5406"/>
                      <a:pt x="8383" y="5263"/>
                      <a:pt x="8383" y="5073"/>
                    </a:cubicBezTo>
                    <a:lnTo>
                      <a:pt x="8383" y="381"/>
                    </a:lnTo>
                    <a:cubicBezTo>
                      <a:pt x="8360" y="143"/>
                      <a:pt x="8240" y="0"/>
                      <a:pt x="805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77">
                <a:extLst>
                  <a:ext uri="{FF2B5EF4-FFF2-40B4-BE49-F238E27FC236}">
                    <a16:creationId xmlns:a16="http://schemas.microsoft.com/office/drawing/2014/main" id="{D4CD38EF-8D83-ADC3-A7DF-0028A63B9FC2}"/>
                  </a:ext>
                </a:extLst>
              </p:cNvPr>
              <p:cNvSpPr/>
              <p:nvPr/>
            </p:nvSpPr>
            <p:spPr>
              <a:xfrm>
                <a:off x="8245095" y="1999965"/>
                <a:ext cx="147820" cy="187279"/>
              </a:xfrm>
              <a:custGeom>
                <a:avLst/>
                <a:gdLst/>
                <a:ahLst/>
                <a:cxnLst/>
                <a:rect l="l" t="t" r="r" b="b"/>
                <a:pathLst>
                  <a:path w="4192" h="5311" extrusionOk="0">
                    <a:moveTo>
                      <a:pt x="0" y="0"/>
                    </a:moveTo>
                    <a:lnTo>
                      <a:pt x="0" y="5311"/>
                    </a:lnTo>
                    <a:lnTo>
                      <a:pt x="3858" y="5311"/>
                    </a:lnTo>
                    <a:cubicBezTo>
                      <a:pt x="4048" y="5311"/>
                      <a:pt x="4191" y="5168"/>
                      <a:pt x="4191" y="4977"/>
                    </a:cubicBezTo>
                    <a:lnTo>
                      <a:pt x="4191" y="286"/>
                    </a:lnTo>
                    <a:cubicBezTo>
                      <a:pt x="4168" y="143"/>
                      <a:pt x="4048" y="0"/>
                      <a:pt x="38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77">
                <a:extLst>
                  <a:ext uri="{FF2B5EF4-FFF2-40B4-BE49-F238E27FC236}">
                    <a16:creationId xmlns:a16="http://schemas.microsoft.com/office/drawing/2014/main" id="{E84D400E-8EE9-4991-CE33-F819094497B6}"/>
                  </a:ext>
                </a:extLst>
              </p:cNvPr>
              <p:cNvSpPr/>
              <p:nvPr/>
            </p:nvSpPr>
            <p:spPr>
              <a:xfrm>
                <a:off x="8097274" y="2040129"/>
                <a:ext cx="236012" cy="105153"/>
              </a:xfrm>
              <a:custGeom>
                <a:avLst/>
                <a:gdLst/>
                <a:ahLst/>
                <a:cxnLst/>
                <a:rect l="l" t="t" r="r" b="b"/>
                <a:pathLst>
                  <a:path w="6693" h="2982" extrusionOk="0">
                    <a:moveTo>
                      <a:pt x="3416" y="1"/>
                    </a:moveTo>
                    <a:cubicBezTo>
                      <a:pt x="3310" y="1"/>
                      <a:pt x="3208" y="86"/>
                      <a:pt x="3144" y="171"/>
                    </a:cubicBezTo>
                    <a:lnTo>
                      <a:pt x="2549" y="1171"/>
                    </a:lnTo>
                    <a:lnTo>
                      <a:pt x="1" y="1171"/>
                    </a:lnTo>
                    <a:lnTo>
                      <a:pt x="1" y="1790"/>
                    </a:lnTo>
                    <a:lnTo>
                      <a:pt x="2739" y="1790"/>
                    </a:lnTo>
                    <a:cubicBezTo>
                      <a:pt x="2858" y="1790"/>
                      <a:pt x="2930" y="1743"/>
                      <a:pt x="3001" y="1648"/>
                    </a:cubicBezTo>
                    <a:lnTo>
                      <a:pt x="3287" y="1124"/>
                    </a:lnTo>
                    <a:lnTo>
                      <a:pt x="3763" y="2743"/>
                    </a:lnTo>
                    <a:cubicBezTo>
                      <a:pt x="3811" y="2862"/>
                      <a:pt x="3930" y="2957"/>
                      <a:pt x="4049" y="2981"/>
                    </a:cubicBezTo>
                    <a:lnTo>
                      <a:pt x="4073" y="2981"/>
                    </a:lnTo>
                    <a:cubicBezTo>
                      <a:pt x="4192" y="2981"/>
                      <a:pt x="4287" y="2934"/>
                      <a:pt x="4335" y="2838"/>
                    </a:cubicBezTo>
                    <a:lnTo>
                      <a:pt x="4930" y="1838"/>
                    </a:lnTo>
                    <a:lnTo>
                      <a:pt x="6359" y="1838"/>
                    </a:lnTo>
                    <a:cubicBezTo>
                      <a:pt x="6550" y="1838"/>
                      <a:pt x="6693" y="1671"/>
                      <a:pt x="6693" y="1505"/>
                    </a:cubicBezTo>
                    <a:cubicBezTo>
                      <a:pt x="6669" y="1362"/>
                      <a:pt x="6550" y="1195"/>
                      <a:pt x="6359" y="1195"/>
                    </a:cubicBezTo>
                    <a:lnTo>
                      <a:pt x="4764" y="1195"/>
                    </a:lnTo>
                    <a:cubicBezTo>
                      <a:pt x="4645" y="1195"/>
                      <a:pt x="4549" y="1267"/>
                      <a:pt x="4478" y="1362"/>
                    </a:cubicBezTo>
                    <a:lnTo>
                      <a:pt x="4192" y="1886"/>
                    </a:lnTo>
                    <a:lnTo>
                      <a:pt x="3716" y="242"/>
                    </a:lnTo>
                    <a:cubicBezTo>
                      <a:pt x="3692" y="123"/>
                      <a:pt x="3573" y="52"/>
                      <a:pt x="3454" y="4"/>
                    </a:cubicBezTo>
                    <a:cubicBezTo>
                      <a:pt x="3441" y="2"/>
                      <a:pt x="3429" y="1"/>
                      <a:pt x="34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77">
                <a:extLst>
                  <a:ext uri="{FF2B5EF4-FFF2-40B4-BE49-F238E27FC236}">
                    <a16:creationId xmlns:a16="http://schemas.microsoft.com/office/drawing/2014/main" id="{A47210F3-10DD-5A46-3C70-C3C9F2BA6459}"/>
                  </a:ext>
                </a:extLst>
              </p:cNvPr>
              <p:cNvSpPr/>
              <p:nvPr/>
            </p:nvSpPr>
            <p:spPr>
              <a:xfrm>
                <a:off x="8245095" y="2082268"/>
                <a:ext cx="89038" cy="63014"/>
              </a:xfrm>
              <a:custGeom>
                <a:avLst/>
                <a:gdLst/>
                <a:ahLst/>
                <a:cxnLst/>
                <a:rect l="l" t="t" r="r" b="b"/>
                <a:pathLst>
                  <a:path w="2525" h="1787" extrusionOk="0">
                    <a:moveTo>
                      <a:pt x="572" y="0"/>
                    </a:moveTo>
                    <a:cubicBezTo>
                      <a:pt x="453" y="0"/>
                      <a:pt x="357" y="72"/>
                      <a:pt x="286" y="167"/>
                    </a:cubicBezTo>
                    <a:lnTo>
                      <a:pt x="0" y="691"/>
                    </a:lnTo>
                    <a:lnTo>
                      <a:pt x="0" y="1786"/>
                    </a:lnTo>
                    <a:cubicBezTo>
                      <a:pt x="48" y="1762"/>
                      <a:pt x="143" y="1739"/>
                      <a:pt x="167" y="1643"/>
                    </a:cubicBezTo>
                    <a:lnTo>
                      <a:pt x="762" y="643"/>
                    </a:lnTo>
                    <a:lnTo>
                      <a:pt x="2191" y="643"/>
                    </a:lnTo>
                    <a:cubicBezTo>
                      <a:pt x="2381" y="643"/>
                      <a:pt x="2524" y="476"/>
                      <a:pt x="2524" y="310"/>
                    </a:cubicBezTo>
                    <a:cubicBezTo>
                      <a:pt x="2477" y="167"/>
                      <a:pt x="2358" y="0"/>
                      <a:pt x="216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77">
                <a:extLst>
                  <a:ext uri="{FF2B5EF4-FFF2-40B4-BE49-F238E27FC236}">
                    <a16:creationId xmlns:a16="http://schemas.microsoft.com/office/drawing/2014/main" id="{951348D3-D3E2-AC10-C649-413D7ADE8F9A}"/>
                  </a:ext>
                </a:extLst>
              </p:cNvPr>
              <p:cNvSpPr/>
              <p:nvPr/>
            </p:nvSpPr>
            <p:spPr>
              <a:xfrm>
                <a:off x="8292100" y="2059594"/>
                <a:ext cx="68903" cy="68868"/>
              </a:xfrm>
              <a:custGeom>
                <a:avLst/>
                <a:gdLst/>
                <a:ahLst/>
                <a:cxnLst/>
                <a:rect l="l" t="t" r="r" b="b"/>
                <a:pathLst>
                  <a:path w="1954" h="1953" extrusionOk="0">
                    <a:moveTo>
                      <a:pt x="977" y="0"/>
                    </a:moveTo>
                    <a:cubicBezTo>
                      <a:pt x="429" y="0"/>
                      <a:pt x="1" y="429"/>
                      <a:pt x="1" y="976"/>
                    </a:cubicBezTo>
                    <a:cubicBezTo>
                      <a:pt x="1" y="1524"/>
                      <a:pt x="429" y="1953"/>
                      <a:pt x="977" y="1953"/>
                    </a:cubicBezTo>
                    <a:cubicBezTo>
                      <a:pt x="1525" y="1953"/>
                      <a:pt x="1953" y="1524"/>
                      <a:pt x="1953" y="976"/>
                    </a:cubicBezTo>
                    <a:cubicBezTo>
                      <a:pt x="1953" y="429"/>
                      <a:pt x="1525" y="0"/>
                      <a:pt x="97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56" name="Google Shape;2056;p77">
            <a:extLst>
              <a:ext uri="{FF2B5EF4-FFF2-40B4-BE49-F238E27FC236}">
                <a16:creationId xmlns:a16="http://schemas.microsoft.com/office/drawing/2014/main" id="{3BCC67CB-0F68-2819-17BD-4E114A33BCEB}"/>
              </a:ext>
            </a:extLst>
          </p:cNvPr>
          <p:cNvGrpSpPr/>
          <p:nvPr/>
        </p:nvGrpSpPr>
        <p:grpSpPr>
          <a:xfrm>
            <a:off x="3261132" y="1367901"/>
            <a:ext cx="1736700" cy="881700"/>
            <a:chOff x="3276125" y="3331713"/>
            <a:chExt cx="1736700" cy="881700"/>
          </a:xfrm>
        </p:grpSpPr>
        <p:grpSp>
          <p:nvGrpSpPr>
            <p:cNvPr id="2057" name="Google Shape;2057;p77">
              <a:extLst>
                <a:ext uri="{FF2B5EF4-FFF2-40B4-BE49-F238E27FC236}">
                  <a16:creationId xmlns:a16="http://schemas.microsoft.com/office/drawing/2014/main" id="{EE657991-9EDC-19AB-C772-8AD6ED8B2565}"/>
                </a:ext>
              </a:extLst>
            </p:cNvPr>
            <p:cNvGrpSpPr/>
            <p:nvPr/>
          </p:nvGrpSpPr>
          <p:grpSpPr>
            <a:xfrm>
              <a:off x="3276125" y="3331713"/>
              <a:ext cx="1736700" cy="881700"/>
              <a:chOff x="3276125" y="3458129"/>
              <a:chExt cx="1736700" cy="881700"/>
            </a:xfrm>
          </p:grpSpPr>
          <p:sp>
            <p:nvSpPr>
              <p:cNvPr id="2058" name="Google Shape;2058;p77">
                <a:extLst>
                  <a:ext uri="{FF2B5EF4-FFF2-40B4-BE49-F238E27FC236}">
                    <a16:creationId xmlns:a16="http://schemas.microsoft.com/office/drawing/2014/main" id="{6B5E4F5C-FC70-50B6-7617-D14F4F00757F}"/>
                  </a:ext>
                </a:extLst>
              </p:cNvPr>
              <p:cNvSpPr/>
              <p:nvPr/>
            </p:nvSpPr>
            <p:spPr>
              <a:xfrm>
                <a:off x="4131125" y="3458129"/>
                <a:ext cx="881700" cy="8817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endParaRPr sz="3000">
                  <a:solidFill>
                    <a:srgbClr val="592A37"/>
                  </a:solidFill>
                  <a:latin typeface="Bungee"/>
                  <a:ea typeface="Bungee"/>
                  <a:cs typeface="Bungee"/>
                  <a:sym typeface="Bungee"/>
                </a:endParaRPr>
              </a:p>
            </p:txBody>
          </p:sp>
          <p:cxnSp>
            <p:nvCxnSpPr>
              <p:cNvPr id="2059" name="Google Shape;2059;p77">
                <a:extLst>
                  <a:ext uri="{FF2B5EF4-FFF2-40B4-BE49-F238E27FC236}">
                    <a16:creationId xmlns:a16="http://schemas.microsoft.com/office/drawing/2014/main" id="{C49B5AA5-ED69-61F0-4FC6-77B0420D3ABF}"/>
                  </a:ext>
                </a:extLst>
              </p:cNvPr>
              <p:cNvCxnSpPr>
                <a:stCxn id="2058" idx="2"/>
              </p:cNvCxnSpPr>
              <p:nvPr/>
            </p:nvCxnSpPr>
            <p:spPr>
              <a:xfrm rot="10800000">
                <a:off x="3276125" y="3898979"/>
                <a:ext cx="855000" cy="0"/>
              </a:xfrm>
              <a:prstGeom prst="straightConnector1">
                <a:avLst/>
              </a:prstGeom>
              <a:noFill/>
              <a:ln w="19050" cap="flat" cmpd="sng">
                <a:solidFill>
                  <a:schemeClr val="accent1"/>
                </a:solidFill>
                <a:prstDash val="solid"/>
                <a:round/>
                <a:headEnd type="none" w="med" len="med"/>
                <a:tailEnd type="oval" w="med" len="med"/>
              </a:ln>
            </p:spPr>
          </p:cxnSp>
        </p:grpSp>
        <p:grpSp>
          <p:nvGrpSpPr>
            <p:cNvPr id="2060" name="Google Shape;2060;p77">
              <a:extLst>
                <a:ext uri="{FF2B5EF4-FFF2-40B4-BE49-F238E27FC236}">
                  <a16:creationId xmlns:a16="http://schemas.microsoft.com/office/drawing/2014/main" id="{EE787B3E-A4B3-DC66-E67E-09BF8A5C4F73}"/>
                </a:ext>
              </a:extLst>
            </p:cNvPr>
            <p:cNvGrpSpPr/>
            <p:nvPr/>
          </p:nvGrpSpPr>
          <p:grpSpPr>
            <a:xfrm>
              <a:off x="4450264" y="3438225"/>
              <a:ext cx="518463" cy="668689"/>
              <a:chOff x="3202346" y="3144551"/>
              <a:chExt cx="295606" cy="381258"/>
            </a:xfrm>
          </p:grpSpPr>
          <p:sp>
            <p:nvSpPr>
              <p:cNvPr id="2061" name="Google Shape;2061;p77">
                <a:extLst>
                  <a:ext uri="{FF2B5EF4-FFF2-40B4-BE49-F238E27FC236}">
                    <a16:creationId xmlns:a16="http://schemas.microsoft.com/office/drawing/2014/main" id="{41D8C7DF-3578-375D-404D-C29327CFDEBD}"/>
                  </a:ext>
                </a:extLst>
              </p:cNvPr>
              <p:cNvSpPr/>
              <p:nvPr/>
            </p:nvSpPr>
            <p:spPr>
              <a:xfrm>
                <a:off x="3202346" y="3144551"/>
                <a:ext cx="295606" cy="381258"/>
              </a:xfrm>
              <a:custGeom>
                <a:avLst/>
                <a:gdLst/>
                <a:ahLst/>
                <a:cxnLst/>
                <a:rect l="l" t="t" r="r" b="b"/>
                <a:pathLst>
                  <a:path w="8383" h="10812" extrusionOk="0">
                    <a:moveTo>
                      <a:pt x="333" y="0"/>
                    </a:moveTo>
                    <a:cubicBezTo>
                      <a:pt x="143" y="0"/>
                      <a:pt x="0" y="167"/>
                      <a:pt x="0" y="334"/>
                    </a:cubicBezTo>
                    <a:lnTo>
                      <a:pt x="0" y="10479"/>
                    </a:lnTo>
                    <a:cubicBezTo>
                      <a:pt x="0" y="10669"/>
                      <a:pt x="143" y="10812"/>
                      <a:pt x="333" y="10812"/>
                    </a:cubicBezTo>
                    <a:lnTo>
                      <a:pt x="8073" y="10812"/>
                    </a:lnTo>
                    <a:cubicBezTo>
                      <a:pt x="8240" y="10812"/>
                      <a:pt x="8383" y="10669"/>
                      <a:pt x="8383" y="10479"/>
                    </a:cubicBezTo>
                    <a:lnTo>
                      <a:pt x="8383" y="2382"/>
                    </a:lnTo>
                    <a:lnTo>
                      <a:pt x="604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77">
                <a:extLst>
                  <a:ext uri="{FF2B5EF4-FFF2-40B4-BE49-F238E27FC236}">
                    <a16:creationId xmlns:a16="http://schemas.microsoft.com/office/drawing/2014/main" id="{AEBFF395-17D8-3881-C221-4CAD6D77B66A}"/>
                  </a:ext>
                </a:extLst>
              </p:cNvPr>
              <p:cNvSpPr/>
              <p:nvPr/>
            </p:nvSpPr>
            <p:spPr>
              <a:xfrm>
                <a:off x="3350131" y="3144551"/>
                <a:ext cx="147820" cy="380447"/>
              </a:xfrm>
              <a:custGeom>
                <a:avLst/>
                <a:gdLst/>
                <a:ahLst/>
                <a:cxnLst/>
                <a:rect l="l" t="t" r="r" b="b"/>
                <a:pathLst>
                  <a:path w="4192" h="10789" extrusionOk="0">
                    <a:moveTo>
                      <a:pt x="0" y="0"/>
                    </a:moveTo>
                    <a:lnTo>
                      <a:pt x="0" y="10788"/>
                    </a:lnTo>
                    <a:lnTo>
                      <a:pt x="3882" y="10788"/>
                    </a:lnTo>
                    <a:cubicBezTo>
                      <a:pt x="4049" y="10788"/>
                      <a:pt x="4192" y="10645"/>
                      <a:pt x="4192" y="10455"/>
                    </a:cubicBezTo>
                    <a:lnTo>
                      <a:pt x="4192" y="2358"/>
                    </a:lnTo>
                    <a:lnTo>
                      <a:pt x="18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77">
                <a:extLst>
                  <a:ext uri="{FF2B5EF4-FFF2-40B4-BE49-F238E27FC236}">
                    <a16:creationId xmlns:a16="http://schemas.microsoft.com/office/drawing/2014/main" id="{644AC1CF-FBCF-3176-9BB8-8EB6427DBD11}"/>
                  </a:ext>
                </a:extLst>
              </p:cNvPr>
              <p:cNvSpPr/>
              <p:nvPr/>
            </p:nvSpPr>
            <p:spPr>
              <a:xfrm>
                <a:off x="3413956" y="3144551"/>
                <a:ext cx="83149" cy="83995"/>
              </a:xfrm>
              <a:custGeom>
                <a:avLst/>
                <a:gdLst/>
                <a:ahLst/>
                <a:cxnLst/>
                <a:rect l="l" t="t" r="r" b="b"/>
                <a:pathLst>
                  <a:path w="2358" h="2382" extrusionOk="0">
                    <a:moveTo>
                      <a:pt x="0" y="0"/>
                    </a:moveTo>
                    <a:lnTo>
                      <a:pt x="0" y="2072"/>
                    </a:lnTo>
                    <a:cubicBezTo>
                      <a:pt x="0" y="2239"/>
                      <a:pt x="167" y="2382"/>
                      <a:pt x="334" y="2382"/>
                    </a:cubicBezTo>
                    <a:lnTo>
                      <a:pt x="2358" y="2382"/>
                    </a:lnTo>
                    <a:cubicBezTo>
                      <a:pt x="2358" y="2310"/>
                      <a:pt x="2334" y="2239"/>
                      <a:pt x="2263" y="2191"/>
                    </a:cubicBezTo>
                    <a:lnTo>
                      <a:pt x="238" y="95"/>
                    </a:lnTo>
                    <a:cubicBezTo>
                      <a:pt x="191" y="48"/>
                      <a:pt x="96" y="0"/>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77">
                <a:extLst>
                  <a:ext uri="{FF2B5EF4-FFF2-40B4-BE49-F238E27FC236}">
                    <a16:creationId xmlns:a16="http://schemas.microsoft.com/office/drawing/2014/main" id="{7DE11323-E43B-3413-EEA4-1CE69F326630}"/>
                  </a:ext>
                </a:extLst>
              </p:cNvPr>
              <p:cNvSpPr/>
              <p:nvPr/>
            </p:nvSpPr>
            <p:spPr>
              <a:xfrm>
                <a:off x="3256086" y="3186725"/>
                <a:ext cx="68868" cy="87169"/>
              </a:xfrm>
              <a:custGeom>
                <a:avLst/>
                <a:gdLst/>
                <a:ahLst/>
                <a:cxnLst/>
                <a:rect l="l" t="t" r="r" b="b"/>
                <a:pathLst>
                  <a:path w="1953" h="2472" extrusionOk="0">
                    <a:moveTo>
                      <a:pt x="988" y="1"/>
                    </a:moveTo>
                    <a:cubicBezTo>
                      <a:pt x="905" y="1"/>
                      <a:pt x="822" y="31"/>
                      <a:pt x="762" y="90"/>
                    </a:cubicBezTo>
                    <a:cubicBezTo>
                      <a:pt x="667" y="185"/>
                      <a:pt x="0" y="876"/>
                      <a:pt x="0" y="1495"/>
                    </a:cubicBezTo>
                    <a:cubicBezTo>
                      <a:pt x="0" y="2019"/>
                      <a:pt x="429" y="2472"/>
                      <a:pt x="977" y="2472"/>
                    </a:cubicBezTo>
                    <a:cubicBezTo>
                      <a:pt x="1500" y="2472"/>
                      <a:pt x="1953" y="2019"/>
                      <a:pt x="1953" y="1495"/>
                    </a:cubicBezTo>
                    <a:cubicBezTo>
                      <a:pt x="1953" y="900"/>
                      <a:pt x="1262" y="185"/>
                      <a:pt x="1215" y="90"/>
                    </a:cubicBezTo>
                    <a:cubicBezTo>
                      <a:pt x="1155" y="31"/>
                      <a:pt x="1072" y="1"/>
                      <a:pt x="98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77">
                <a:extLst>
                  <a:ext uri="{FF2B5EF4-FFF2-40B4-BE49-F238E27FC236}">
                    <a16:creationId xmlns:a16="http://schemas.microsoft.com/office/drawing/2014/main" id="{488E8213-6E38-1662-969B-E2B8C85F0B82}"/>
                  </a:ext>
                </a:extLst>
              </p:cNvPr>
              <p:cNvSpPr/>
              <p:nvPr/>
            </p:nvSpPr>
            <p:spPr>
              <a:xfrm>
                <a:off x="3298048" y="3358665"/>
                <a:ext cx="21898" cy="65553"/>
              </a:xfrm>
              <a:custGeom>
                <a:avLst/>
                <a:gdLst/>
                <a:ahLst/>
                <a:cxnLst/>
                <a:rect l="l" t="t" r="r" b="b"/>
                <a:pathLst>
                  <a:path w="621" h="1859" extrusionOk="0">
                    <a:moveTo>
                      <a:pt x="263" y="1"/>
                    </a:moveTo>
                    <a:cubicBezTo>
                      <a:pt x="120" y="49"/>
                      <a:pt x="1" y="191"/>
                      <a:pt x="1" y="334"/>
                    </a:cubicBezTo>
                    <a:lnTo>
                      <a:pt x="1" y="1858"/>
                    </a:lnTo>
                    <a:lnTo>
                      <a:pt x="620" y="1858"/>
                    </a:lnTo>
                    <a:lnTo>
                      <a:pt x="620" y="334"/>
                    </a:lnTo>
                    <a:cubicBezTo>
                      <a:pt x="620" y="168"/>
                      <a:pt x="477" y="1"/>
                      <a:pt x="26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77">
                <a:extLst>
                  <a:ext uri="{FF2B5EF4-FFF2-40B4-BE49-F238E27FC236}">
                    <a16:creationId xmlns:a16="http://schemas.microsoft.com/office/drawing/2014/main" id="{6A7AAC81-D554-69F0-C1E6-B58A5FE68B0D}"/>
                  </a:ext>
                </a:extLst>
              </p:cNvPr>
              <p:cNvSpPr/>
              <p:nvPr/>
            </p:nvSpPr>
            <p:spPr>
              <a:xfrm>
                <a:off x="3380351" y="3329291"/>
                <a:ext cx="22709" cy="94927"/>
              </a:xfrm>
              <a:custGeom>
                <a:avLst/>
                <a:gdLst/>
                <a:ahLst/>
                <a:cxnLst/>
                <a:rect l="l" t="t" r="r" b="b"/>
                <a:pathLst>
                  <a:path w="644" h="2692" extrusionOk="0">
                    <a:moveTo>
                      <a:pt x="286" y="0"/>
                    </a:moveTo>
                    <a:cubicBezTo>
                      <a:pt x="120" y="48"/>
                      <a:pt x="1" y="167"/>
                      <a:pt x="1" y="334"/>
                    </a:cubicBezTo>
                    <a:lnTo>
                      <a:pt x="1" y="2691"/>
                    </a:lnTo>
                    <a:lnTo>
                      <a:pt x="644" y="2691"/>
                    </a:lnTo>
                    <a:lnTo>
                      <a:pt x="644" y="334"/>
                    </a:lnTo>
                    <a:cubicBezTo>
                      <a:pt x="644" y="143"/>
                      <a:pt x="477" y="0"/>
                      <a:pt x="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77">
                <a:extLst>
                  <a:ext uri="{FF2B5EF4-FFF2-40B4-BE49-F238E27FC236}">
                    <a16:creationId xmlns:a16="http://schemas.microsoft.com/office/drawing/2014/main" id="{56A724D9-EE69-4264-1D26-DA077185BF45}"/>
                  </a:ext>
                </a:extLst>
              </p:cNvPr>
              <p:cNvSpPr/>
              <p:nvPr/>
            </p:nvSpPr>
            <p:spPr>
              <a:xfrm>
                <a:off x="3421502" y="3299071"/>
                <a:ext cx="21863" cy="124300"/>
              </a:xfrm>
              <a:custGeom>
                <a:avLst/>
                <a:gdLst/>
                <a:ahLst/>
                <a:cxnLst/>
                <a:rect l="l" t="t" r="r" b="b"/>
                <a:pathLst>
                  <a:path w="620" h="3525" extrusionOk="0">
                    <a:moveTo>
                      <a:pt x="263" y="0"/>
                    </a:moveTo>
                    <a:cubicBezTo>
                      <a:pt x="120" y="24"/>
                      <a:pt x="1" y="191"/>
                      <a:pt x="1" y="333"/>
                    </a:cubicBezTo>
                    <a:lnTo>
                      <a:pt x="1" y="3525"/>
                    </a:lnTo>
                    <a:lnTo>
                      <a:pt x="620" y="3525"/>
                    </a:lnTo>
                    <a:lnTo>
                      <a:pt x="620" y="333"/>
                    </a:lnTo>
                    <a:cubicBezTo>
                      <a:pt x="620" y="143"/>
                      <a:pt x="477" y="0"/>
                      <a:pt x="2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77">
                <a:extLst>
                  <a:ext uri="{FF2B5EF4-FFF2-40B4-BE49-F238E27FC236}">
                    <a16:creationId xmlns:a16="http://schemas.microsoft.com/office/drawing/2014/main" id="{EDE6574C-CC2C-B08E-F76C-ACBE3AB48FF4}"/>
                  </a:ext>
                </a:extLst>
              </p:cNvPr>
              <p:cNvSpPr/>
              <p:nvPr/>
            </p:nvSpPr>
            <p:spPr>
              <a:xfrm>
                <a:off x="3338353" y="3311660"/>
                <a:ext cx="22709" cy="112558"/>
              </a:xfrm>
              <a:custGeom>
                <a:avLst/>
                <a:gdLst/>
                <a:ahLst/>
                <a:cxnLst/>
                <a:rect l="l" t="t" r="r" b="b"/>
                <a:pathLst>
                  <a:path w="644" h="3192" extrusionOk="0">
                    <a:moveTo>
                      <a:pt x="287" y="0"/>
                    </a:moveTo>
                    <a:cubicBezTo>
                      <a:pt x="120" y="24"/>
                      <a:pt x="1" y="143"/>
                      <a:pt x="1" y="334"/>
                    </a:cubicBezTo>
                    <a:lnTo>
                      <a:pt x="1" y="3191"/>
                    </a:lnTo>
                    <a:lnTo>
                      <a:pt x="644" y="3191"/>
                    </a:lnTo>
                    <a:lnTo>
                      <a:pt x="644" y="334"/>
                    </a:lnTo>
                    <a:cubicBezTo>
                      <a:pt x="644" y="143"/>
                      <a:pt x="477" y="0"/>
                      <a:pt x="2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77">
                <a:extLst>
                  <a:ext uri="{FF2B5EF4-FFF2-40B4-BE49-F238E27FC236}">
                    <a16:creationId xmlns:a16="http://schemas.microsoft.com/office/drawing/2014/main" id="{5728DF1B-442C-E3C6-713E-E31A8E7DEF85}"/>
                  </a:ext>
                </a:extLst>
              </p:cNvPr>
              <p:cNvSpPr/>
              <p:nvPr/>
            </p:nvSpPr>
            <p:spPr>
              <a:xfrm>
                <a:off x="3350131" y="3311660"/>
                <a:ext cx="11778" cy="112558"/>
              </a:xfrm>
              <a:custGeom>
                <a:avLst/>
                <a:gdLst/>
                <a:ahLst/>
                <a:cxnLst/>
                <a:rect l="l" t="t" r="r" b="b"/>
                <a:pathLst>
                  <a:path w="334" h="3192" extrusionOk="0">
                    <a:moveTo>
                      <a:pt x="0" y="0"/>
                    </a:moveTo>
                    <a:lnTo>
                      <a:pt x="0" y="3191"/>
                    </a:lnTo>
                    <a:lnTo>
                      <a:pt x="334" y="3191"/>
                    </a:lnTo>
                    <a:lnTo>
                      <a:pt x="334" y="334"/>
                    </a:lnTo>
                    <a:cubicBezTo>
                      <a:pt x="310" y="143"/>
                      <a:pt x="191" y="0"/>
                      <a:pt x="0" y="0"/>
                    </a:cubicBezTo>
                    <a:close/>
                  </a:path>
                </a:pathLst>
              </a:custGeom>
              <a:solidFill>
                <a:srgbClr val="FF3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77">
                <a:extLst>
                  <a:ext uri="{FF2B5EF4-FFF2-40B4-BE49-F238E27FC236}">
                    <a16:creationId xmlns:a16="http://schemas.microsoft.com/office/drawing/2014/main" id="{26787F12-28E9-4AC7-6C05-AC106A6F8689}"/>
                  </a:ext>
                </a:extLst>
              </p:cNvPr>
              <p:cNvSpPr/>
              <p:nvPr/>
            </p:nvSpPr>
            <p:spPr>
              <a:xfrm>
                <a:off x="3256086" y="3298965"/>
                <a:ext cx="201560" cy="135337"/>
              </a:xfrm>
              <a:custGeom>
                <a:avLst/>
                <a:gdLst/>
                <a:ahLst/>
                <a:cxnLst/>
                <a:rect l="l" t="t" r="r" b="b"/>
                <a:pathLst>
                  <a:path w="5716" h="3838" extrusionOk="0">
                    <a:moveTo>
                      <a:pt x="316" y="0"/>
                    </a:moveTo>
                    <a:cubicBezTo>
                      <a:pt x="143" y="0"/>
                      <a:pt x="0" y="138"/>
                      <a:pt x="0" y="336"/>
                    </a:cubicBezTo>
                    <a:lnTo>
                      <a:pt x="0" y="3528"/>
                    </a:lnTo>
                    <a:cubicBezTo>
                      <a:pt x="0" y="3694"/>
                      <a:pt x="143" y="3837"/>
                      <a:pt x="310" y="3837"/>
                    </a:cubicBezTo>
                    <a:lnTo>
                      <a:pt x="5382" y="3837"/>
                    </a:lnTo>
                    <a:cubicBezTo>
                      <a:pt x="5549" y="3837"/>
                      <a:pt x="5716" y="3694"/>
                      <a:pt x="5716" y="3480"/>
                    </a:cubicBezTo>
                    <a:cubicBezTo>
                      <a:pt x="5644" y="3337"/>
                      <a:pt x="5501" y="3218"/>
                      <a:pt x="5358" y="3218"/>
                    </a:cubicBezTo>
                    <a:lnTo>
                      <a:pt x="619" y="3218"/>
                    </a:lnTo>
                    <a:lnTo>
                      <a:pt x="619" y="336"/>
                    </a:lnTo>
                    <a:cubicBezTo>
                      <a:pt x="619" y="194"/>
                      <a:pt x="500" y="27"/>
                      <a:pt x="357" y="3"/>
                    </a:cubicBezTo>
                    <a:cubicBezTo>
                      <a:pt x="343" y="1"/>
                      <a:pt x="330" y="0"/>
                      <a:pt x="3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77">
                <a:extLst>
                  <a:ext uri="{FF2B5EF4-FFF2-40B4-BE49-F238E27FC236}">
                    <a16:creationId xmlns:a16="http://schemas.microsoft.com/office/drawing/2014/main" id="{2A392415-E227-CD23-926D-AF5A5811C99E}"/>
                  </a:ext>
                </a:extLst>
              </p:cNvPr>
              <p:cNvSpPr/>
              <p:nvPr/>
            </p:nvSpPr>
            <p:spPr>
              <a:xfrm>
                <a:off x="3350131" y="3412440"/>
                <a:ext cx="105858" cy="21863"/>
              </a:xfrm>
              <a:custGeom>
                <a:avLst/>
                <a:gdLst/>
                <a:ahLst/>
                <a:cxnLst/>
                <a:rect l="l" t="t" r="r" b="b"/>
                <a:pathLst>
                  <a:path w="3002" h="620" extrusionOk="0">
                    <a:moveTo>
                      <a:pt x="0" y="0"/>
                    </a:moveTo>
                    <a:lnTo>
                      <a:pt x="0" y="619"/>
                    </a:lnTo>
                    <a:lnTo>
                      <a:pt x="2691" y="619"/>
                    </a:lnTo>
                    <a:cubicBezTo>
                      <a:pt x="2858" y="619"/>
                      <a:pt x="3001" y="476"/>
                      <a:pt x="3001" y="262"/>
                    </a:cubicBezTo>
                    <a:cubicBezTo>
                      <a:pt x="2977" y="119"/>
                      <a:pt x="2834" y="0"/>
                      <a:pt x="26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77">
                <a:extLst>
                  <a:ext uri="{FF2B5EF4-FFF2-40B4-BE49-F238E27FC236}">
                    <a16:creationId xmlns:a16="http://schemas.microsoft.com/office/drawing/2014/main" id="{70EFCC21-83C6-A60D-B7DC-586F5B90654D}"/>
                  </a:ext>
                </a:extLst>
              </p:cNvPr>
              <p:cNvSpPr/>
              <p:nvPr/>
            </p:nvSpPr>
            <p:spPr>
              <a:xfrm>
                <a:off x="3296391" y="3454402"/>
                <a:ext cx="23555" cy="29444"/>
              </a:xfrm>
              <a:custGeom>
                <a:avLst/>
                <a:gdLst/>
                <a:ahLst/>
                <a:cxnLst/>
                <a:rect l="l" t="t" r="r" b="b"/>
                <a:pathLst>
                  <a:path w="668" h="835" extrusionOk="0">
                    <a:moveTo>
                      <a:pt x="334" y="1"/>
                    </a:moveTo>
                    <a:cubicBezTo>
                      <a:pt x="167" y="1"/>
                      <a:pt x="0" y="144"/>
                      <a:pt x="0" y="334"/>
                    </a:cubicBezTo>
                    <a:lnTo>
                      <a:pt x="0" y="501"/>
                    </a:lnTo>
                    <a:cubicBezTo>
                      <a:pt x="0" y="691"/>
                      <a:pt x="167" y="834"/>
                      <a:pt x="334" y="834"/>
                    </a:cubicBezTo>
                    <a:cubicBezTo>
                      <a:pt x="524" y="834"/>
                      <a:pt x="667" y="691"/>
                      <a:pt x="667" y="501"/>
                    </a:cubicBezTo>
                    <a:lnTo>
                      <a:pt x="667" y="334"/>
                    </a:lnTo>
                    <a:cubicBezTo>
                      <a:pt x="667" y="120"/>
                      <a:pt x="524" y="1"/>
                      <a:pt x="334" y="1"/>
                    </a:cubicBezTo>
                    <a:close/>
                  </a:path>
                </a:pathLst>
              </a:custGeom>
              <a:solidFill>
                <a:srgbClr val="7877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77">
                <a:extLst>
                  <a:ext uri="{FF2B5EF4-FFF2-40B4-BE49-F238E27FC236}">
                    <a16:creationId xmlns:a16="http://schemas.microsoft.com/office/drawing/2014/main" id="{155FC0BB-2C3C-D21E-5D11-94D3776B95AE}"/>
                  </a:ext>
                </a:extLst>
              </p:cNvPr>
              <p:cNvSpPr/>
              <p:nvPr/>
            </p:nvSpPr>
            <p:spPr>
              <a:xfrm>
                <a:off x="3379504" y="3454402"/>
                <a:ext cx="23555" cy="29444"/>
              </a:xfrm>
              <a:custGeom>
                <a:avLst/>
                <a:gdLst/>
                <a:ahLst/>
                <a:cxnLst/>
                <a:rect l="l" t="t" r="r" b="b"/>
                <a:pathLst>
                  <a:path w="668" h="835" extrusionOk="0">
                    <a:moveTo>
                      <a:pt x="334" y="1"/>
                    </a:moveTo>
                    <a:cubicBezTo>
                      <a:pt x="144" y="1"/>
                      <a:pt x="1" y="144"/>
                      <a:pt x="1" y="334"/>
                    </a:cubicBezTo>
                    <a:lnTo>
                      <a:pt x="1" y="501"/>
                    </a:lnTo>
                    <a:cubicBezTo>
                      <a:pt x="1" y="691"/>
                      <a:pt x="144" y="834"/>
                      <a:pt x="334" y="834"/>
                    </a:cubicBezTo>
                    <a:cubicBezTo>
                      <a:pt x="501" y="834"/>
                      <a:pt x="668" y="691"/>
                      <a:pt x="668" y="501"/>
                    </a:cubicBezTo>
                    <a:lnTo>
                      <a:pt x="668" y="334"/>
                    </a:lnTo>
                    <a:cubicBezTo>
                      <a:pt x="668" y="120"/>
                      <a:pt x="501" y="1"/>
                      <a:pt x="334" y="1"/>
                    </a:cubicBezTo>
                    <a:close/>
                  </a:path>
                </a:pathLst>
              </a:custGeom>
              <a:solidFill>
                <a:srgbClr val="6161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77">
                <a:extLst>
                  <a:ext uri="{FF2B5EF4-FFF2-40B4-BE49-F238E27FC236}">
                    <a16:creationId xmlns:a16="http://schemas.microsoft.com/office/drawing/2014/main" id="{B5DC120D-1256-55D5-7DD2-FD4D41460000}"/>
                  </a:ext>
                </a:extLst>
              </p:cNvPr>
              <p:cNvSpPr/>
              <p:nvPr/>
            </p:nvSpPr>
            <p:spPr>
              <a:xfrm>
                <a:off x="3421502" y="3454402"/>
                <a:ext cx="23555" cy="29444"/>
              </a:xfrm>
              <a:custGeom>
                <a:avLst/>
                <a:gdLst/>
                <a:ahLst/>
                <a:cxnLst/>
                <a:rect l="l" t="t" r="r" b="b"/>
                <a:pathLst>
                  <a:path w="668" h="835" extrusionOk="0">
                    <a:moveTo>
                      <a:pt x="334" y="1"/>
                    </a:moveTo>
                    <a:cubicBezTo>
                      <a:pt x="144" y="1"/>
                      <a:pt x="1" y="144"/>
                      <a:pt x="1" y="334"/>
                    </a:cubicBezTo>
                    <a:lnTo>
                      <a:pt x="1" y="501"/>
                    </a:lnTo>
                    <a:cubicBezTo>
                      <a:pt x="1" y="691"/>
                      <a:pt x="144" y="834"/>
                      <a:pt x="334" y="834"/>
                    </a:cubicBezTo>
                    <a:cubicBezTo>
                      <a:pt x="501" y="834"/>
                      <a:pt x="667" y="691"/>
                      <a:pt x="667" y="501"/>
                    </a:cubicBezTo>
                    <a:lnTo>
                      <a:pt x="667" y="334"/>
                    </a:lnTo>
                    <a:cubicBezTo>
                      <a:pt x="667" y="120"/>
                      <a:pt x="501" y="1"/>
                      <a:pt x="334" y="1"/>
                    </a:cubicBezTo>
                    <a:close/>
                  </a:path>
                </a:pathLst>
              </a:custGeom>
              <a:solidFill>
                <a:srgbClr val="6161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77">
                <a:extLst>
                  <a:ext uri="{FF2B5EF4-FFF2-40B4-BE49-F238E27FC236}">
                    <a16:creationId xmlns:a16="http://schemas.microsoft.com/office/drawing/2014/main" id="{8F75F9B1-A92D-2F79-3A40-648A8C64B997}"/>
                  </a:ext>
                </a:extLst>
              </p:cNvPr>
              <p:cNvSpPr/>
              <p:nvPr/>
            </p:nvSpPr>
            <p:spPr>
              <a:xfrm>
                <a:off x="3338353" y="3454402"/>
                <a:ext cx="23555" cy="29444"/>
              </a:xfrm>
              <a:custGeom>
                <a:avLst/>
                <a:gdLst/>
                <a:ahLst/>
                <a:cxnLst/>
                <a:rect l="l" t="t" r="r" b="b"/>
                <a:pathLst>
                  <a:path w="668" h="835" extrusionOk="0">
                    <a:moveTo>
                      <a:pt x="334" y="1"/>
                    </a:moveTo>
                    <a:cubicBezTo>
                      <a:pt x="168" y="1"/>
                      <a:pt x="1" y="144"/>
                      <a:pt x="1" y="334"/>
                    </a:cubicBezTo>
                    <a:lnTo>
                      <a:pt x="1" y="501"/>
                    </a:lnTo>
                    <a:cubicBezTo>
                      <a:pt x="1" y="691"/>
                      <a:pt x="168" y="834"/>
                      <a:pt x="334" y="834"/>
                    </a:cubicBezTo>
                    <a:cubicBezTo>
                      <a:pt x="525" y="834"/>
                      <a:pt x="668" y="691"/>
                      <a:pt x="668" y="501"/>
                    </a:cubicBezTo>
                    <a:lnTo>
                      <a:pt x="668" y="334"/>
                    </a:lnTo>
                    <a:cubicBezTo>
                      <a:pt x="644" y="120"/>
                      <a:pt x="525" y="1"/>
                      <a:pt x="334" y="1"/>
                    </a:cubicBezTo>
                    <a:close/>
                  </a:path>
                </a:pathLst>
              </a:custGeom>
              <a:solidFill>
                <a:srgbClr val="7877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77">
                <a:extLst>
                  <a:ext uri="{FF2B5EF4-FFF2-40B4-BE49-F238E27FC236}">
                    <a16:creationId xmlns:a16="http://schemas.microsoft.com/office/drawing/2014/main" id="{A2DFD31E-AE75-DAB5-4D38-023AA89522FE}"/>
                  </a:ext>
                </a:extLst>
              </p:cNvPr>
              <p:cNvSpPr/>
              <p:nvPr/>
            </p:nvSpPr>
            <p:spPr>
              <a:xfrm>
                <a:off x="3350131" y="3454402"/>
                <a:ext cx="11778" cy="28598"/>
              </a:xfrm>
              <a:custGeom>
                <a:avLst/>
                <a:gdLst/>
                <a:ahLst/>
                <a:cxnLst/>
                <a:rect l="l" t="t" r="r" b="b"/>
                <a:pathLst>
                  <a:path w="334" h="811" extrusionOk="0">
                    <a:moveTo>
                      <a:pt x="0" y="1"/>
                    </a:moveTo>
                    <a:lnTo>
                      <a:pt x="0" y="810"/>
                    </a:lnTo>
                    <a:cubicBezTo>
                      <a:pt x="191" y="810"/>
                      <a:pt x="334" y="668"/>
                      <a:pt x="334" y="477"/>
                    </a:cubicBezTo>
                    <a:lnTo>
                      <a:pt x="334" y="287"/>
                    </a:lnTo>
                    <a:cubicBezTo>
                      <a:pt x="310" y="120"/>
                      <a:pt x="191" y="1"/>
                      <a:pt x="0" y="1"/>
                    </a:cubicBezTo>
                    <a:close/>
                  </a:path>
                </a:pathLst>
              </a:custGeom>
              <a:solidFill>
                <a:srgbClr val="6161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03718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016"/>
                                        </p:tgtEl>
                                        <p:attrNameLst>
                                          <p:attrName>style.visibility</p:attrName>
                                        </p:attrNameLst>
                                      </p:cBhvr>
                                      <p:to>
                                        <p:strVal val="visible"/>
                                      </p:to>
                                    </p:set>
                                    <p:anim calcmode="lin" valueType="num">
                                      <p:cBhvr additive="base">
                                        <p:cTn id="7" dur="1000"/>
                                        <p:tgtEl>
                                          <p:spTgt spid="2016"/>
                                        </p:tgtEl>
                                        <p:attrNameLst>
                                          <p:attrName>ppt_x</p:attrName>
                                        </p:attrNameLst>
                                      </p:cBhvr>
                                      <p:tavLst>
                                        <p:tav tm="0">
                                          <p:val>
                                            <p:strVal val="#ppt_x-1"/>
                                          </p:val>
                                        </p:tav>
                                        <p:tav tm="100000">
                                          <p:val>
                                            <p:strVal val="#ppt_x"/>
                                          </p:val>
                                        </p:tav>
                                      </p:tavLst>
                                    </p:anim>
                                  </p:childTnLst>
                                </p:cTn>
                              </p:par>
                              <p:par>
                                <p:cTn id="8" presetID="2" presetClass="entr" presetSubtype="8" fill="hold" nodeType="withEffect">
                                  <p:stCondLst>
                                    <p:cond delay="0"/>
                                  </p:stCondLst>
                                  <p:childTnLst>
                                    <p:set>
                                      <p:cBhvr>
                                        <p:cTn id="9" dur="1" fill="hold">
                                          <p:stCondLst>
                                            <p:cond delay="0"/>
                                          </p:stCondLst>
                                        </p:cTn>
                                        <p:tgtEl>
                                          <p:spTgt spid="2017"/>
                                        </p:tgtEl>
                                        <p:attrNameLst>
                                          <p:attrName>style.visibility</p:attrName>
                                        </p:attrNameLst>
                                      </p:cBhvr>
                                      <p:to>
                                        <p:strVal val="visible"/>
                                      </p:to>
                                    </p:set>
                                    <p:anim calcmode="lin" valueType="num">
                                      <p:cBhvr additive="base">
                                        <p:cTn id="10" dur="1000"/>
                                        <p:tgtEl>
                                          <p:spTgt spid="2017"/>
                                        </p:tgtEl>
                                        <p:attrNameLst>
                                          <p:attrName>ppt_x</p:attrName>
                                        </p:attrNameLst>
                                      </p:cBhvr>
                                      <p:tavLst>
                                        <p:tav tm="0">
                                          <p:val>
                                            <p:strVal val="#ppt_x-1"/>
                                          </p:val>
                                        </p:tav>
                                        <p:tav tm="100000">
                                          <p:val>
                                            <p:strVal val="#ppt_x"/>
                                          </p:val>
                                        </p:tav>
                                      </p:tavLst>
                                    </p:anim>
                                  </p:childTnLst>
                                </p:cTn>
                              </p:par>
                            </p:childTnLst>
                          </p:cTn>
                        </p:par>
                        <p:par>
                          <p:cTn id="11" fill="hold">
                            <p:stCondLst>
                              <p:cond delay="1000"/>
                            </p:stCondLst>
                            <p:childTnLst>
                              <p:par>
                                <p:cTn id="12" presetID="2" presetClass="entr" presetSubtype="2" fill="hold" nodeType="afterEffect">
                                  <p:stCondLst>
                                    <p:cond delay="0"/>
                                  </p:stCondLst>
                                  <p:childTnLst>
                                    <p:set>
                                      <p:cBhvr>
                                        <p:cTn id="13" dur="1" fill="hold">
                                          <p:stCondLst>
                                            <p:cond delay="0"/>
                                          </p:stCondLst>
                                        </p:cTn>
                                        <p:tgtEl>
                                          <p:spTgt spid="2018"/>
                                        </p:tgtEl>
                                        <p:attrNameLst>
                                          <p:attrName>style.visibility</p:attrName>
                                        </p:attrNameLst>
                                      </p:cBhvr>
                                      <p:to>
                                        <p:strVal val="visible"/>
                                      </p:to>
                                    </p:set>
                                    <p:anim calcmode="lin" valueType="num">
                                      <p:cBhvr additive="base">
                                        <p:cTn id="14" dur="1000"/>
                                        <p:tgtEl>
                                          <p:spTgt spid="2018"/>
                                        </p:tgtEl>
                                        <p:attrNameLst>
                                          <p:attrName>ppt_x</p:attrName>
                                        </p:attrNameLst>
                                      </p:cBhvr>
                                      <p:tavLst>
                                        <p:tav tm="0">
                                          <p:val>
                                            <p:strVal val="#ppt_x+1"/>
                                          </p:val>
                                        </p:tav>
                                        <p:tav tm="100000">
                                          <p:val>
                                            <p:strVal val="#ppt_x"/>
                                          </p:val>
                                        </p:tav>
                                      </p:tavLst>
                                    </p:anim>
                                  </p:childTnLst>
                                </p:cTn>
                              </p:par>
                              <p:par>
                                <p:cTn id="15" presetID="2" presetClass="entr" presetSubtype="2" fill="hold" nodeType="withEffect">
                                  <p:stCondLst>
                                    <p:cond delay="0"/>
                                  </p:stCondLst>
                                  <p:childTnLst>
                                    <p:set>
                                      <p:cBhvr>
                                        <p:cTn id="16" dur="1" fill="hold">
                                          <p:stCondLst>
                                            <p:cond delay="0"/>
                                          </p:stCondLst>
                                        </p:cTn>
                                        <p:tgtEl>
                                          <p:spTgt spid="2026"/>
                                        </p:tgtEl>
                                        <p:attrNameLst>
                                          <p:attrName>style.visibility</p:attrName>
                                        </p:attrNameLst>
                                      </p:cBhvr>
                                      <p:to>
                                        <p:strVal val="visible"/>
                                      </p:to>
                                    </p:set>
                                    <p:anim calcmode="lin" valueType="num">
                                      <p:cBhvr additive="base">
                                        <p:cTn id="17" dur="1000"/>
                                        <p:tgtEl>
                                          <p:spTgt spid="2026"/>
                                        </p:tgtEl>
                                        <p:attrNameLst>
                                          <p:attrName>ppt_x</p:attrName>
                                        </p:attrNameLst>
                                      </p:cBhvr>
                                      <p:tavLst>
                                        <p:tav tm="0">
                                          <p:val>
                                            <p:strVal val="#ppt_x+1"/>
                                          </p:val>
                                        </p:tav>
                                        <p:tav tm="100000">
                                          <p:val>
                                            <p:strVal val="#ppt_x"/>
                                          </p:val>
                                        </p:tav>
                                      </p:tavLst>
                                    </p:anim>
                                  </p:childTnLst>
                                </p:cTn>
                              </p:par>
                              <p:par>
                                <p:cTn id="18" presetID="2" presetClass="entr" presetSubtype="2" fill="hold" nodeType="withEffect">
                                  <p:stCondLst>
                                    <p:cond delay="0"/>
                                  </p:stCondLst>
                                  <p:childTnLst>
                                    <p:set>
                                      <p:cBhvr>
                                        <p:cTn id="19" dur="1" fill="hold">
                                          <p:stCondLst>
                                            <p:cond delay="0"/>
                                          </p:stCondLst>
                                        </p:cTn>
                                        <p:tgtEl>
                                          <p:spTgt spid="2019"/>
                                        </p:tgtEl>
                                        <p:attrNameLst>
                                          <p:attrName>style.visibility</p:attrName>
                                        </p:attrNameLst>
                                      </p:cBhvr>
                                      <p:to>
                                        <p:strVal val="visible"/>
                                      </p:to>
                                    </p:set>
                                    <p:anim calcmode="lin" valueType="num">
                                      <p:cBhvr additive="base">
                                        <p:cTn id="20" dur="1000"/>
                                        <p:tgtEl>
                                          <p:spTgt spid="2019"/>
                                        </p:tgtEl>
                                        <p:attrNameLst>
                                          <p:attrName>ppt_x</p:attrName>
                                        </p:attrNameLst>
                                      </p:cBhvr>
                                      <p:tavLst>
                                        <p:tav tm="0">
                                          <p:val>
                                            <p:strVal val="#ppt_x+1"/>
                                          </p:val>
                                        </p:tav>
                                        <p:tav tm="100000">
                                          <p:val>
                                            <p:strVal val="#ppt_x"/>
                                          </p:val>
                                        </p:tav>
                                      </p:tavLst>
                                    </p:anim>
                                  </p:childTnLst>
                                </p:cTn>
                              </p:par>
                              <p:par>
                                <p:cTn id="21" presetID="2" presetClass="entr" presetSubtype="8" fill="hold" nodeType="withEffect">
                                  <p:stCondLst>
                                    <p:cond delay="0"/>
                                  </p:stCondLst>
                                  <p:childTnLst>
                                    <p:set>
                                      <p:cBhvr>
                                        <p:cTn id="22" dur="1" fill="hold">
                                          <p:stCondLst>
                                            <p:cond delay="0"/>
                                          </p:stCondLst>
                                        </p:cTn>
                                        <p:tgtEl>
                                          <p:spTgt spid="2056"/>
                                        </p:tgtEl>
                                        <p:attrNameLst>
                                          <p:attrName>style.visibility</p:attrName>
                                        </p:attrNameLst>
                                      </p:cBhvr>
                                      <p:to>
                                        <p:strVal val="visible"/>
                                      </p:to>
                                    </p:set>
                                    <p:anim calcmode="lin" valueType="num">
                                      <p:cBhvr additive="base">
                                        <p:cTn id="23" dur="1000"/>
                                        <p:tgtEl>
                                          <p:spTgt spid="205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52">
          <a:extLst>
            <a:ext uri="{FF2B5EF4-FFF2-40B4-BE49-F238E27FC236}">
              <a16:creationId xmlns:a16="http://schemas.microsoft.com/office/drawing/2014/main" id="{2E72940E-57DF-DD0D-C7A4-A5E4520E3C88}"/>
            </a:ext>
          </a:extLst>
        </p:cNvPr>
        <p:cNvGrpSpPr/>
        <p:nvPr/>
      </p:nvGrpSpPr>
      <p:grpSpPr>
        <a:xfrm>
          <a:off x="0" y="0"/>
          <a:ext cx="0" cy="0"/>
          <a:chOff x="0" y="0"/>
          <a:chExt cx="0" cy="0"/>
        </a:xfrm>
      </p:grpSpPr>
      <p:sp>
        <p:nvSpPr>
          <p:cNvPr id="1953" name="Google Shape;1953;p76">
            <a:extLst>
              <a:ext uri="{FF2B5EF4-FFF2-40B4-BE49-F238E27FC236}">
                <a16:creationId xmlns:a16="http://schemas.microsoft.com/office/drawing/2014/main" id="{2A696A71-4376-D753-CE2B-4D061D38C507}"/>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DATASET FEATURES</a:t>
            </a:r>
            <a:endParaRPr/>
          </a:p>
        </p:txBody>
      </p:sp>
      <p:graphicFrame>
        <p:nvGraphicFramePr>
          <p:cNvPr id="1954" name="Google Shape;1954;p76">
            <a:extLst>
              <a:ext uri="{FF2B5EF4-FFF2-40B4-BE49-F238E27FC236}">
                <a16:creationId xmlns:a16="http://schemas.microsoft.com/office/drawing/2014/main" id="{54020048-7D65-967A-6936-5CCC99E80F17}"/>
              </a:ext>
            </a:extLst>
          </p:cNvPr>
          <p:cNvGraphicFramePr/>
          <p:nvPr>
            <p:extLst>
              <p:ext uri="{D42A27DB-BD31-4B8C-83A1-F6EECF244321}">
                <p14:modId xmlns:p14="http://schemas.microsoft.com/office/powerpoint/2010/main" val="2148605178"/>
              </p:ext>
            </p:extLst>
          </p:nvPr>
        </p:nvGraphicFramePr>
        <p:xfrm>
          <a:off x="409754" y="1078302"/>
          <a:ext cx="8415145" cy="5272890"/>
        </p:xfrm>
        <a:graphic>
          <a:graphicData uri="http://schemas.openxmlformats.org/drawingml/2006/table">
            <a:tbl>
              <a:tblPr>
                <a:noFill/>
                <a:tableStyleId>{086DF41B-37A9-4264-BB53-2D3BCF569187}</a:tableStyleId>
              </a:tblPr>
              <a:tblGrid>
                <a:gridCol w="1294278">
                  <a:extLst>
                    <a:ext uri="{9D8B030D-6E8A-4147-A177-3AD203B41FA5}">
                      <a16:colId xmlns:a16="http://schemas.microsoft.com/office/drawing/2014/main" val="20000"/>
                    </a:ext>
                  </a:extLst>
                </a:gridCol>
                <a:gridCol w="1344705">
                  <a:extLst>
                    <a:ext uri="{9D8B030D-6E8A-4147-A177-3AD203B41FA5}">
                      <a16:colId xmlns:a16="http://schemas.microsoft.com/office/drawing/2014/main" val="20001"/>
                    </a:ext>
                  </a:extLst>
                </a:gridCol>
                <a:gridCol w="1402555">
                  <a:extLst>
                    <a:ext uri="{9D8B030D-6E8A-4147-A177-3AD203B41FA5}">
                      <a16:colId xmlns:a16="http://schemas.microsoft.com/office/drawing/2014/main" val="20002"/>
                    </a:ext>
                  </a:extLst>
                </a:gridCol>
                <a:gridCol w="1277467">
                  <a:extLst>
                    <a:ext uri="{9D8B030D-6E8A-4147-A177-3AD203B41FA5}">
                      <a16:colId xmlns:a16="http://schemas.microsoft.com/office/drawing/2014/main" val="569949731"/>
                    </a:ext>
                  </a:extLst>
                </a:gridCol>
                <a:gridCol w="1630454">
                  <a:extLst>
                    <a:ext uri="{9D8B030D-6E8A-4147-A177-3AD203B41FA5}">
                      <a16:colId xmlns:a16="http://schemas.microsoft.com/office/drawing/2014/main" val="1884692341"/>
                    </a:ext>
                  </a:extLst>
                </a:gridCol>
                <a:gridCol w="1465686">
                  <a:extLst>
                    <a:ext uri="{9D8B030D-6E8A-4147-A177-3AD203B41FA5}">
                      <a16:colId xmlns:a16="http://schemas.microsoft.com/office/drawing/2014/main" val="1992242379"/>
                    </a:ext>
                  </a:extLst>
                </a:gridCol>
              </a:tblGrid>
              <a:tr h="490191">
                <a:tc>
                  <a:txBody>
                    <a:bodyPr/>
                    <a:lstStyle/>
                    <a:p>
                      <a:pPr marL="0" lvl="0" indent="0" algn="ctr">
                        <a:spcBef>
                          <a:spcPts val="0"/>
                        </a:spcBef>
                        <a:spcAft>
                          <a:spcPts val="0"/>
                        </a:spcAft>
                        <a:buNone/>
                      </a:pPr>
                      <a:r>
                        <a:rPr lang="en-US" sz="1000">
                          <a:solidFill>
                            <a:schemeClr val="lt1"/>
                          </a:solidFill>
                          <a:latin typeface="Bungee"/>
                          <a:ea typeface="Bungee"/>
                        </a:rPr>
                        <a:t>General Health &amp; Functioning</a:t>
                      </a:r>
                      <a:endParaRPr lang="en-US" sz="1000">
                        <a:sym typeface="Bungee"/>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dk2"/>
                    </a:solidFill>
                  </a:tcPr>
                </a:tc>
                <a:tc>
                  <a:txBody>
                    <a:bodyPr/>
                    <a:lstStyle/>
                    <a:p>
                      <a:pPr marL="0" lvl="0" indent="0" algn="ctr">
                        <a:spcBef>
                          <a:spcPts val="0"/>
                        </a:spcBef>
                        <a:spcAft>
                          <a:spcPts val="0"/>
                        </a:spcAft>
                        <a:buNone/>
                      </a:pPr>
                      <a:r>
                        <a:rPr lang="en-US" sz="1000">
                          <a:solidFill>
                            <a:schemeClr val="lt1"/>
                          </a:solidFill>
                          <a:latin typeface="Bungee"/>
                          <a:ea typeface="Bungee"/>
                        </a:rPr>
                        <a:t>Health Conditions</a:t>
                      </a:r>
                      <a:endParaRPr lang="en-US" sz="1000">
                        <a:sym typeface="Bungee"/>
                      </a:endParaRPr>
                    </a:p>
                  </a:txBody>
                  <a:tcPr marL="91425" marR="91425" marT="91425" marB="91425" anchor="ctr">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lgn="ctr">
                      <a:solidFill>
                        <a:schemeClr val="accent1"/>
                      </a:solidFill>
                      <a:prstDash val="solid"/>
                      <a:round/>
                      <a:headEnd type="none" w="sm" len="sm"/>
                      <a:tailEnd type="none" w="sm" len="sm"/>
                    </a:lnB>
                    <a:solidFill>
                      <a:schemeClr val="lt2"/>
                    </a:solidFill>
                  </a:tcPr>
                </a:tc>
                <a:tc>
                  <a:txBody>
                    <a:bodyPr/>
                    <a:lstStyle/>
                    <a:p>
                      <a:pPr marL="0" lvl="0" indent="0" algn="ctr">
                        <a:spcBef>
                          <a:spcPts val="0"/>
                        </a:spcBef>
                        <a:spcAft>
                          <a:spcPts val="0"/>
                        </a:spcAft>
                        <a:buNone/>
                      </a:pPr>
                      <a:r>
                        <a:rPr lang="en-US" sz="1000">
                          <a:solidFill>
                            <a:schemeClr val="lt1"/>
                          </a:solidFill>
                          <a:latin typeface="Bungee"/>
                          <a:ea typeface="Bungee"/>
                        </a:rPr>
                        <a:t>Lifestyle Behaviors</a:t>
                      </a:r>
                      <a:endParaRPr lang="en-US" sz="1000">
                        <a:sym typeface="Bungee"/>
                      </a:endParaRPr>
                    </a:p>
                  </a:txBody>
                  <a:tcPr marL="91425" marR="91425" marT="91425" marB="91425" anchor="ctr">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solidFill>
                      <a:schemeClr val="accent3"/>
                    </a:solidFill>
                  </a:tcPr>
                </a:tc>
                <a:tc>
                  <a:txBody>
                    <a:bodyPr/>
                    <a:lstStyle/>
                    <a:p>
                      <a:pPr marL="0" lvl="0" indent="0" algn="ctr">
                        <a:spcBef>
                          <a:spcPts val="0"/>
                        </a:spcBef>
                        <a:spcAft>
                          <a:spcPts val="0"/>
                        </a:spcAft>
                        <a:buNone/>
                      </a:pPr>
                      <a:r>
                        <a:rPr lang="en" sz="1000">
                          <a:solidFill>
                            <a:schemeClr val="lt1"/>
                          </a:solidFill>
                          <a:latin typeface="Bungee"/>
                          <a:ea typeface="Bungee"/>
                        </a:rPr>
                        <a:t>Oral Health</a:t>
                      </a:r>
                      <a:endParaRPr lang="en" sz="1000">
                        <a:solidFill>
                          <a:schemeClr val="lt1"/>
                        </a:solidFill>
                        <a:latin typeface="Bungee"/>
                        <a:ea typeface="Bungee"/>
                        <a:sym typeface="Bungee"/>
                      </a:endParaRPr>
                    </a:p>
                  </a:txBody>
                  <a:tcPr marL="91425" marR="91425" marT="91425" marB="91425" anchor="ctr">
                    <a:lnL w="19050" cap="flat" cmpd="sng" algn="ctr">
                      <a:solidFill>
                        <a:schemeClr val="accent1"/>
                      </a:solidFill>
                      <a:prstDash val="solid"/>
                      <a:round/>
                      <a:headEnd type="none" w="sm" len="sm"/>
                      <a:tailEnd type="none" w="sm" len="sm"/>
                    </a:lnL>
                    <a:lnR w="19050">
                      <a:solidFill>
                        <a:schemeClr val="accent1"/>
                      </a:solidFill>
                    </a:lnR>
                    <a:lnT w="19050">
                      <a:solidFill>
                        <a:schemeClr val="accent1"/>
                      </a:solidFill>
                    </a:lnT>
                    <a:lnB w="19050">
                      <a:solidFill>
                        <a:schemeClr val="accent1"/>
                      </a:solidFill>
                    </a:lnB>
                    <a:solidFill>
                      <a:schemeClr val="tx2"/>
                    </a:solidFill>
                  </a:tcPr>
                </a:tc>
                <a:tc>
                  <a:txBody>
                    <a:bodyPr/>
                    <a:lstStyle/>
                    <a:p>
                      <a:pPr marL="0" lvl="0" indent="0" algn="ctr">
                        <a:spcBef>
                          <a:spcPts val="0"/>
                        </a:spcBef>
                        <a:spcAft>
                          <a:spcPts val="0"/>
                        </a:spcAft>
                        <a:buNone/>
                      </a:pPr>
                      <a:r>
                        <a:rPr lang="en" sz="1000">
                          <a:solidFill>
                            <a:schemeClr val="lt1"/>
                          </a:solidFill>
                          <a:latin typeface="Bungee"/>
                          <a:ea typeface="Bungee"/>
                        </a:rPr>
                        <a:t>Demographics</a:t>
                      </a:r>
                      <a:endParaRPr lang="en" sz="1000">
                        <a:solidFill>
                          <a:schemeClr val="lt1"/>
                        </a:solidFill>
                        <a:latin typeface="Bungee"/>
                        <a:ea typeface="Bungee"/>
                        <a:sym typeface="Bungee"/>
                      </a:endParaRPr>
                    </a:p>
                  </a:txBody>
                  <a:tcPr marL="91425" marR="91425" marT="91425" marB="91425" anchor="ctr">
                    <a:lnL w="19050">
                      <a:solidFill>
                        <a:schemeClr val="accent1"/>
                      </a:solidFill>
                    </a:lnL>
                    <a:lnR w="19050">
                      <a:solidFill>
                        <a:schemeClr val="accent1"/>
                      </a:solidFill>
                    </a:lnR>
                    <a:lnT w="19050">
                      <a:solidFill>
                        <a:schemeClr val="accent1"/>
                      </a:solidFill>
                    </a:lnT>
                    <a:lnB w="19050">
                      <a:solidFill>
                        <a:schemeClr val="accent1"/>
                      </a:solidFill>
                    </a:lnB>
                    <a:solidFill>
                      <a:schemeClr val="bg2"/>
                    </a:solidFill>
                  </a:tcPr>
                </a:tc>
                <a:tc>
                  <a:txBody>
                    <a:bodyPr/>
                    <a:lstStyle/>
                    <a:p>
                      <a:pPr marL="0" lvl="0" indent="0" algn="ctr">
                        <a:spcBef>
                          <a:spcPts val="0"/>
                        </a:spcBef>
                        <a:spcAft>
                          <a:spcPts val="0"/>
                        </a:spcAft>
                        <a:buNone/>
                      </a:pPr>
                      <a:r>
                        <a:rPr lang="en" sz="1000">
                          <a:solidFill>
                            <a:schemeClr val="lt1"/>
                          </a:solidFill>
                          <a:latin typeface="Bungee"/>
                          <a:ea typeface="Bungee"/>
                        </a:rPr>
                        <a:t>Body Metrics</a:t>
                      </a:r>
                      <a:endParaRPr lang="en" sz="1000">
                        <a:solidFill>
                          <a:schemeClr val="lt1"/>
                        </a:solidFill>
                        <a:latin typeface="Bungee"/>
                        <a:ea typeface="Bungee"/>
                        <a:sym typeface="Bungee"/>
                      </a:endParaRPr>
                    </a:p>
                  </a:txBody>
                  <a:tcPr marL="91425" marR="91425" marT="91425" marB="91425" anchor="ctr">
                    <a:lnL w="19050">
                      <a:solidFill>
                        <a:schemeClr val="accent1"/>
                      </a:solidFill>
                    </a:lnL>
                    <a:lnR w="28575">
                      <a:solidFill>
                        <a:schemeClr val="accent1"/>
                      </a:solidFill>
                    </a:lnR>
                    <a:lnT w="19050">
                      <a:solidFill>
                        <a:schemeClr val="accent1"/>
                      </a:solidFill>
                    </a:lnT>
                    <a:lnB w="19050">
                      <a:solidFill>
                        <a:schemeClr val="accent1"/>
                      </a:solidFill>
                    </a:lnB>
                    <a:solidFill>
                      <a:schemeClr val="accent3"/>
                    </a:solidFill>
                  </a:tcPr>
                </a:tc>
                <a:extLst>
                  <a:ext uri="{0D108BD9-81ED-4DB2-BD59-A6C34878D82A}">
                    <a16:rowId xmlns:a16="http://schemas.microsoft.com/office/drawing/2014/main" val="10000"/>
                  </a:ext>
                </a:extLst>
              </a:tr>
              <a:tr h="2450961">
                <a:tc>
                  <a:txBody>
                    <a:bodyPr/>
                    <a:lstStyle/>
                    <a:p>
                      <a:pPr marL="0" lvl="0" indent="0" algn="ctr">
                        <a:spcBef>
                          <a:spcPts val="0"/>
                        </a:spcBef>
                        <a:spcAft>
                          <a:spcPts val="0"/>
                        </a:spcAft>
                        <a:buNone/>
                      </a:pPr>
                      <a:r>
                        <a:rPr lang="en" sz="1300">
                          <a:solidFill>
                            <a:schemeClr val="dk1"/>
                          </a:solidFill>
                          <a:latin typeface="Cairo"/>
                          <a:cs typeface="Cairo"/>
                        </a:rPr>
                        <a:t>Memory trouble</a:t>
                      </a:r>
                    </a:p>
                    <a:p>
                      <a:pPr marL="0" lvl="0" indent="0" algn="ctr">
                        <a:spcBef>
                          <a:spcPts val="0"/>
                        </a:spcBef>
                        <a:spcAft>
                          <a:spcPts val="0"/>
                        </a:spcAft>
                        <a:buNone/>
                      </a:pPr>
                      <a:endParaRPr lang="en" sz="1300">
                        <a:solidFill>
                          <a:schemeClr val="dk1"/>
                        </a:solidFill>
                        <a:latin typeface="Cairo"/>
                        <a:cs typeface="Cairo"/>
                      </a:endParaRPr>
                    </a:p>
                    <a:p>
                      <a:pPr marL="0" lvl="0" indent="0" algn="ctr">
                        <a:spcBef>
                          <a:spcPts val="0"/>
                        </a:spcBef>
                        <a:spcAft>
                          <a:spcPts val="0"/>
                        </a:spcAft>
                        <a:buNone/>
                      </a:pPr>
                      <a:r>
                        <a:rPr lang="en" sz="1300">
                          <a:solidFill>
                            <a:schemeClr val="dk1"/>
                          </a:solidFill>
                          <a:latin typeface="Cairo"/>
                          <a:cs typeface="Cairo"/>
                        </a:rPr>
                        <a:t>Trouble walking</a:t>
                      </a:r>
                    </a:p>
                    <a:p>
                      <a:pPr marL="0" lvl="0" indent="0" algn="ctr">
                        <a:spcBef>
                          <a:spcPts val="0"/>
                        </a:spcBef>
                        <a:spcAft>
                          <a:spcPts val="0"/>
                        </a:spcAft>
                        <a:buNone/>
                      </a:pPr>
                      <a:endParaRPr lang="en" sz="1300">
                        <a:solidFill>
                          <a:schemeClr val="dk1"/>
                        </a:solidFill>
                        <a:latin typeface="Cairo"/>
                        <a:cs typeface="Cairo"/>
                      </a:endParaRPr>
                    </a:p>
                    <a:p>
                      <a:pPr marL="0" lvl="0" indent="0" algn="ctr">
                        <a:spcBef>
                          <a:spcPts val="0"/>
                        </a:spcBef>
                        <a:spcAft>
                          <a:spcPts val="0"/>
                        </a:spcAft>
                        <a:buNone/>
                      </a:pPr>
                      <a:r>
                        <a:rPr lang="en" sz="1300">
                          <a:solidFill>
                            <a:schemeClr val="dk1"/>
                          </a:solidFill>
                          <a:latin typeface="Cairo"/>
                          <a:cs typeface="Cairo"/>
                        </a:rPr>
                        <a:t>Lack of transport to medical appointment</a:t>
                      </a:r>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 sz="1300">
                          <a:solidFill>
                            <a:schemeClr val="dk1"/>
                          </a:solidFill>
                          <a:latin typeface="Cairo"/>
                          <a:ea typeface="Cairo"/>
                          <a:cs typeface="Cairo"/>
                        </a:rPr>
                        <a:t>Heart disease indicator</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Asthma</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Arthritis diagnosis</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Cancer</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Kidney disease</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r>
                        <a:rPr lang="en" sz="1300">
                          <a:solidFill>
                            <a:schemeClr val="dk1"/>
                          </a:solidFill>
                          <a:latin typeface="Cairo"/>
                          <a:ea typeface="Cairo"/>
                          <a:cs typeface="Cairo"/>
                        </a:rPr>
                        <a:t>Hearing &amp; vision impairments</a:t>
                      </a:r>
                    </a:p>
                    <a:p>
                      <a:pPr marL="0" lvl="0" indent="0" algn="ctr">
                        <a:spcBef>
                          <a:spcPts val="0"/>
                        </a:spcBef>
                        <a:spcAft>
                          <a:spcPts val="0"/>
                        </a:spcAft>
                        <a:buNone/>
                      </a:pPr>
                      <a:endParaRPr lang="en" sz="1300">
                        <a:solidFill>
                          <a:schemeClr val="dk1"/>
                        </a:solidFill>
                        <a:latin typeface="Cairo"/>
                        <a:ea typeface="Cairo"/>
                        <a:cs typeface="Cairo"/>
                      </a:endParaRPr>
                    </a:p>
                    <a:p>
                      <a:pPr marL="0" lvl="0" indent="0" algn="ctr">
                        <a:spcBef>
                          <a:spcPts val="0"/>
                        </a:spcBef>
                        <a:spcAft>
                          <a:spcPts val="0"/>
                        </a:spcAft>
                        <a:buNone/>
                      </a:pPr>
                      <a:endParaRPr lang="en" sz="1300">
                        <a:solidFill>
                          <a:schemeClr val="dk1"/>
                        </a:solidFill>
                        <a:latin typeface="Cairo"/>
                        <a:ea typeface="Cairo"/>
                        <a:cs typeface="Cairo"/>
                      </a:endParaRPr>
                    </a:p>
                  </a:txBody>
                  <a:tcPr marL="91425" marR="91425" marT="91425" marB="91425">
                    <a:lnL w="19050" cap="flat" cmpd="sng" algn="ctr">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lgn="ctr">
                      <a:solidFill>
                        <a:schemeClr val="accent1"/>
                      </a:solidFill>
                      <a:prstDash val="solid"/>
                      <a:round/>
                      <a:headEnd type="none" w="sm" len="sm"/>
                      <a:tailEnd type="none" w="sm" len="sm"/>
                    </a:lnT>
                    <a:lnB w="76200" cap="flat" cmpd="sng" algn="ctr">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r>
                        <a:rPr lang="en-US" sz="1300">
                          <a:solidFill>
                            <a:schemeClr val="dk1"/>
                          </a:solidFill>
                          <a:latin typeface="Cairo"/>
                          <a:ea typeface="Cairo"/>
                          <a:cs typeface="Cairo"/>
                        </a:rPr>
                        <a:t>Physical activity in past 30 days</a:t>
                      </a:r>
                    </a:p>
                    <a:p>
                      <a:pPr marL="0" lvl="0" indent="0" algn="ctr" rtl="0">
                        <a:spcBef>
                          <a:spcPts val="0"/>
                        </a:spcBef>
                        <a:spcAft>
                          <a:spcPts val="0"/>
                        </a:spcAft>
                        <a:buNone/>
                      </a:pPr>
                      <a:endParaRPr lang="en-US" sz="1300">
                        <a:solidFill>
                          <a:schemeClr val="dk1"/>
                        </a:solidFill>
                        <a:latin typeface="Cairo"/>
                        <a:ea typeface="Cairo"/>
                        <a:cs typeface="Cairo"/>
                        <a:sym typeface="Cairo"/>
                      </a:endParaRPr>
                    </a:p>
                    <a:p>
                      <a:pPr marL="0" lvl="0" indent="0" algn="ctr" rtl="0">
                        <a:spcBef>
                          <a:spcPts val="0"/>
                        </a:spcBef>
                        <a:spcAft>
                          <a:spcPts val="0"/>
                        </a:spcAft>
                        <a:buNone/>
                      </a:pPr>
                      <a:r>
                        <a:rPr lang="en-US" sz="1300">
                          <a:solidFill>
                            <a:schemeClr val="dk1"/>
                          </a:solidFill>
                          <a:latin typeface="Cairo"/>
                          <a:ea typeface="Cairo"/>
                          <a:cs typeface="Cairo"/>
                          <a:sym typeface="Cairo"/>
                        </a:rPr>
                        <a:t>Cigarette/ e-cig </a:t>
                      </a:r>
                      <a:r>
                        <a:rPr lang="en-US" sz="1300">
                          <a:solidFill>
                            <a:schemeClr val="dk1"/>
                          </a:solidFill>
                          <a:latin typeface="Cairo"/>
                          <a:ea typeface="Cairo"/>
                          <a:cs typeface="Cairo"/>
                        </a:rPr>
                        <a:t>usage</a:t>
                      </a:r>
                      <a:endParaRPr lang="en-US" sz="1300">
                        <a:solidFill>
                          <a:schemeClr val="dk1"/>
                        </a:solidFill>
                        <a:latin typeface="Cairo"/>
                        <a:ea typeface="Cairo"/>
                        <a:cs typeface="Cairo"/>
                        <a:sym typeface="Cairo"/>
                      </a:endParaRP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Alcohol usage</a:t>
                      </a: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Flu shot</a:t>
                      </a:r>
                    </a:p>
                  </a:txBody>
                  <a:tcPr marL="91425" marR="91425" marT="91425" marB="91425">
                    <a:lnL w="19050" cap="flat" cmpd="sng">
                      <a:solidFill>
                        <a:schemeClr val="accent1"/>
                      </a:solidFill>
                      <a:prstDash val="solid"/>
                      <a:round/>
                      <a:headEnd type="none" w="sm" len="sm"/>
                      <a:tailEnd type="none" w="sm" len="sm"/>
                    </a:lnL>
                    <a:lnR w="19050" cap="flat" cmpd="sng" algn="ctr">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a:spcBef>
                          <a:spcPts val="0"/>
                        </a:spcBef>
                        <a:spcAft>
                          <a:spcPts val="0"/>
                        </a:spcAft>
                        <a:buNone/>
                      </a:pPr>
                      <a:r>
                        <a:rPr lang="en-US" sz="1300">
                          <a:solidFill>
                            <a:schemeClr val="dk1"/>
                          </a:solidFill>
                          <a:latin typeface="Cairo"/>
                          <a:ea typeface="Cairo"/>
                          <a:cs typeface="Cairo"/>
                        </a:rPr>
                        <a:t>Teeth removed</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Dental visit in past year </a:t>
                      </a:r>
                    </a:p>
                  </a:txBody>
                  <a:tcPr marL="91425" marR="91425" marT="91425" marB="91425">
                    <a:lnL w="19050" cap="flat" cmpd="sng" algn="ctr">
                      <a:solidFill>
                        <a:schemeClr val="accent1"/>
                      </a:solidFill>
                      <a:prstDash val="solid"/>
                      <a:round/>
                      <a:headEnd type="none" w="sm" len="sm"/>
                      <a:tailEnd type="none" w="sm" len="sm"/>
                    </a:lnL>
                    <a:lnR w="19050" cap="flat" cmpd="sng" algn="ctr">
                      <a:solidFill>
                        <a:schemeClr val="accent1"/>
                      </a:solidFill>
                      <a:prstDash val="solid"/>
                      <a:round/>
                      <a:headEnd type="none" w="med" len="med"/>
                      <a:tailEnd type="none" w="med" len="med"/>
                    </a:lnR>
                    <a:lnT w="19050">
                      <a:solidFill>
                        <a:schemeClr val="accent1"/>
                      </a:solidFill>
                    </a:lnT>
                    <a:lnB w="76200">
                      <a:solidFill>
                        <a:schemeClr val="accent5">
                          <a:alpha val="0"/>
                        </a:schemeClr>
                      </a:solidFill>
                    </a:lnB>
                  </a:tcPr>
                </a:tc>
                <a:tc>
                  <a:txBody>
                    <a:bodyPr/>
                    <a:lstStyle/>
                    <a:p>
                      <a:pPr marL="0" lvl="0" indent="0" algn="ctr">
                        <a:spcBef>
                          <a:spcPts val="0"/>
                        </a:spcBef>
                        <a:spcAft>
                          <a:spcPts val="0"/>
                        </a:spcAft>
                        <a:buNone/>
                      </a:pPr>
                      <a:r>
                        <a:rPr lang="en-US" sz="1300">
                          <a:solidFill>
                            <a:schemeClr val="dk1"/>
                          </a:solidFill>
                          <a:latin typeface="Cairo"/>
                          <a:ea typeface="Cairo"/>
                          <a:cs typeface="Cairo"/>
                        </a:rPr>
                        <a:t>Age</a:t>
                      </a: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Sex</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Race &amp; Ethnicity</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Education level</a:t>
                      </a:r>
                      <a:endParaRPr lang="en-US" sz="1300"/>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Household income</a:t>
                      </a:r>
                    </a:p>
                    <a:p>
                      <a:pPr marL="0" lvl="0" indent="0" algn="ctr">
                        <a:spcBef>
                          <a:spcPts val="0"/>
                        </a:spcBef>
                        <a:spcAft>
                          <a:spcPts val="0"/>
                        </a:spcAft>
                        <a:buNone/>
                      </a:pPr>
                      <a:endParaRPr lang="en-US" sz="1300">
                        <a:solidFill>
                          <a:schemeClr val="dk1"/>
                        </a:solidFill>
                        <a:latin typeface="Cairo"/>
                        <a:cs typeface="Cairo"/>
                      </a:endParaRPr>
                    </a:p>
                    <a:p>
                      <a:pPr marL="0" lvl="0" indent="0" algn="ctr">
                        <a:spcBef>
                          <a:spcPts val="0"/>
                        </a:spcBef>
                        <a:spcAft>
                          <a:spcPts val="0"/>
                        </a:spcAft>
                        <a:buNone/>
                      </a:pPr>
                      <a:r>
                        <a:rPr lang="en-US" sz="1300">
                          <a:solidFill>
                            <a:schemeClr val="dk1"/>
                          </a:solidFill>
                          <a:latin typeface="Cairo"/>
                          <a:cs typeface="Cairo"/>
                        </a:rPr>
                        <a:t>Employment status</a:t>
                      </a:r>
                    </a:p>
                    <a:p>
                      <a:pPr marL="0" lvl="0" indent="0" algn="ctr">
                        <a:spcBef>
                          <a:spcPts val="0"/>
                        </a:spcBef>
                        <a:spcAft>
                          <a:spcPts val="0"/>
                        </a:spcAft>
                        <a:buNone/>
                      </a:pPr>
                      <a:endParaRPr lang="en-US" sz="1300">
                        <a:solidFill>
                          <a:schemeClr val="dk1"/>
                        </a:solidFill>
                        <a:latin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Metro / urban status</a:t>
                      </a:r>
                      <a:endParaRPr lang="en-US" sz="1300">
                        <a:solidFill>
                          <a:schemeClr val="dk1"/>
                        </a:solidFill>
                        <a:latin typeface="Cairo"/>
                        <a:cs typeface="Cairo"/>
                      </a:endParaRPr>
                    </a:p>
                  </a:txBody>
                  <a:tcPr marL="91425" marR="91425" marT="91425" marB="91425">
                    <a:lnL w="19050">
                      <a:solidFill>
                        <a:schemeClr val="accent1"/>
                      </a:solidFill>
                    </a:lnL>
                    <a:lnR w="19050" cap="flat" cmpd="sng" algn="ctr">
                      <a:solidFill>
                        <a:schemeClr val="accent1"/>
                      </a:solidFill>
                      <a:prstDash val="solid"/>
                      <a:round/>
                      <a:headEnd type="none" w="med" len="med"/>
                      <a:tailEnd type="none" w="med" len="med"/>
                    </a:lnR>
                    <a:lnT w="19050">
                      <a:solidFill>
                        <a:schemeClr val="accent1"/>
                      </a:solidFill>
                    </a:lnT>
                    <a:lnB w="76200">
                      <a:solidFill>
                        <a:schemeClr val="accent5">
                          <a:alpha val="0"/>
                        </a:schemeClr>
                      </a:solidFill>
                    </a:lnB>
                  </a:tcPr>
                </a:tc>
                <a:tc>
                  <a:txBody>
                    <a:bodyPr/>
                    <a:lstStyle/>
                    <a:p>
                      <a:pPr marL="0" lvl="0" indent="0" algn="ctr">
                        <a:spcBef>
                          <a:spcPts val="0"/>
                        </a:spcBef>
                        <a:spcAft>
                          <a:spcPts val="0"/>
                        </a:spcAft>
                        <a:buNone/>
                      </a:pPr>
                      <a:r>
                        <a:rPr lang="en-US" sz="1300">
                          <a:solidFill>
                            <a:schemeClr val="dk1"/>
                          </a:solidFill>
                          <a:latin typeface="Cairo"/>
                          <a:ea typeface="Cairo"/>
                          <a:cs typeface="Cairo"/>
                        </a:rPr>
                        <a:t>Weight</a:t>
                      </a:r>
                    </a:p>
                    <a:p>
                      <a:pPr marL="0" lvl="0" indent="0" algn="ctr">
                        <a:spcBef>
                          <a:spcPts val="0"/>
                        </a:spcBef>
                        <a:spcAft>
                          <a:spcPts val="0"/>
                        </a:spcAft>
                        <a:buNone/>
                      </a:pPr>
                      <a:endParaRPr lang="en-US" sz="1300">
                        <a:solidFill>
                          <a:schemeClr val="dk1"/>
                        </a:solidFill>
                        <a:latin typeface="Cairo"/>
                        <a:ea typeface="Cairo"/>
                        <a:cs typeface="Cairo"/>
                      </a:endParaRPr>
                    </a:p>
                    <a:p>
                      <a:pPr marL="0" lvl="0" indent="0" algn="ctr">
                        <a:spcBef>
                          <a:spcPts val="0"/>
                        </a:spcBef>
                        <a:spcAft>
                          <a:spcPts val="0"/>
                        </a:spcAft>
                        <a:buNone/>
                      </a:pPr>
                      <a:r>
                        <a:rPr lang="en-US" sz="1300">
                          <a:solidFill>
                            <a:schemeClr val="dk1"/>
                          </a:solidFill>
                          <a:latin typeface="Cairo"/>
                          <a:ea typeface="Cairo"/>
                          <a:cs typeface="Cairo"/>
                        </a:rPr>
                        <a:t>BMI</a:t>
                      </a:r>
                    </a:p>
                  </a:txBody>
                  <a:tcPr marL="91425" marR="91425" marT="91425" marB="91425">
                    <a:lnL w="19050">
                      <a:solidFill>
                        <a:schemeClr val="accent1"/>
                      </a:solidFill>
                    </a:lnL>
                    <a:lnR w="19050">
                      <a:solidFill>
                        <a:schemeClr val="accent1"/>
                      </a:solidFill>
                    </a:lnR>
                    <a:lnT w="19050">
                      <a:solidFill>
                        <a:schemeClr val="accent1"/>
                      </a:solidFill>
                    </a:lnT>
                    <a:lnB w="76200">
                      <a:solidFill>
                        <a:schemeClr val="accent5">
                          <a:alpha val="0"/>
                        </a:schemeClr>
                      </a:solidFill>
                    </a:lnB>
                  </a:tcPr>
                </a:tc>
                <a:extLst>
                  <a:ext uri="{0D108BD9-81ED-4DB2-BD59-A6C34878D82A}">
                    <a16:rowId xmlns:a16="http://schemas.microsoft.com/office/drawing/2014/main" val="10001"/>
                  </a:ext>
                </a:extLst>
              </a:tr>
              <a:tr h="290695">
                <a:tc>
                  <a:txBody>
                    <a:bodyPr/>
                    <a:lstStyle/>
                    <a:p>
                      <a:pPr marL="0" lvl="0" indent="0" algn="l"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l">
                        <a:spcBef>
                          <a:spcPts val="0"/>
                        </a:spcBef>
                        <a:spcAft>
                          <a:spcPts val="0"/>
                        </a:spcAft>
                        <a:buNone/>
                      </a:pPr>
                      <a:endParaRPr lang="en" sz="1600">
                        <a:solidFill>
                          <a:schemeClr val="dk1"/>
                        </a:solidFill>
                        <a:latin typeface="Cairo"/>
                        <a:cs typeface="Cairo"/>
                        <a:sym typeface="Cairo"/>
                      </a:endParaRPr>
                    </a:p>
                  </a:txBody>
                  <a:tcPr marL="91425" marR="91425" marT="91425" marB="91425">
                    <a:lnL w="19050" cap="flat" cmpd="sng" algn="ctr">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lgn="ctr">
                      <a:solidFill>
                        <a:schemeClr val="accent5">
                          <a:alpha val="0"/>
                        </a:schemeClr>
                      </a:solidFill>
                      <a:prstDash val="solid"/>
                      <a:round/>
                      <a:headEnd type="none" w="sm" len="sm"/>
                      <a:tailEnd type="none" w="sm" len="sm"/>
                    </a:lnT>
                    <a:lnB w="76200" cap="flat" cmpd="sng" algn="ctr">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lgn="ctr">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a:solidFill>
                        <a:schemeClr val="accent5"/>
                      </a:solidFill>
                    </a:lnR>
                    <a:lnT w="76200">
                      <a:solidFill>
                        <a:schemeClr val="accent5">
                          <a:alpha val="0"/>
                        </a:schemeClr>
                      </a:solidFill>
                    </a:lnT>
                    <a:lnB w="76200">
                      <a:solidFill>
                        <a:schemeClr val="accent5">
                          <a:alpha val="0"/>
                        </a:schemeClr>
                      </a:solidFill>
                    </a:lnB>
                  </a:tcPr>
                </a:tc>
                <a:extLst>
                  <a:ext uri="{0D108BD9-81ED-4DB2-BD59-A6C34878D82A}">
                    <a16:rowId xmlns:a16="http://schemas.microsoft.com/office/drawing/2014/main" val="10002"/>
                  </a:ext>
                </a:extLst>
              </a:tr>
              <a:tr h="290695">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lgn="ctr">
                      <a:solidFill>
                        <a:schemeClr val="accent5">
                          <a:alpha val="0"/>
                        </a:schemeClr>
                      </a:solidFill>
                      <a:prstDash val="solid"/>
                      <a:round/>
                      <a:headEnd type="none" w="sm" len="sm"/>
                      <a:tailEnd type="none" w="sm" len="sm"/>
                    </a:lnT>
                    <a:lnB w="76200" cap="flat" cmpd="sng" algn="ctr">
                      <a:solidFill>
                        <a:schemeClr val="accent5">
                          <a:alpha val="0"/>
                        </a:schemeClr>
                      </a:solidFill>
                      <a:prstDash val="solid"/>
                      <a:round/>
                      <a:headEnd type="none" w="sm" len="sm"/>
                      <a:tailEnd type="none" w="sm" len="sm"/>
                    </a:lnB>
                  </a:tcPr>
                </a:tc>
                <a:tc>
                  <a:txBody>
                    <a:bodyPr/>
                    <a:lstStyle/>
                    <a:p>
                      <a:pPr marL="0" lvl="0" indent="0" algn="ctr" rtl="0">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lgn="ctr">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76200" cap="flat" cmpd="sng">
                      <a:solidFill>
                        <a:schemeClr val="accent5">
                          <a:alpha val="0"/>
                        </a:schemeClr>
                      </a:solidFill>
                      <a:prstDash val="solid"/>
                      <a:round/>
                      <a:headEnd type="none" w="sm" len="sm"/>
                      <a:tailEnd type="none" w="sm" len="sm"/>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cap="flat" cmpd="sng" algn="ctr">
                      <a:solidFill>
                        <a:schemeClr val="accent5"/>
                      </a:solidFill>
                      <a:prstDash val="solid"/>
                      <a:round/>
                      <a:headEnd type="none" w="med" len="med"/>
                      <a:tailEnd type="none" w="med" len="med"/>
                    </a:lnR>
                    <a:lnT w="76200">
                      <a:solidFill>
                        <a:schemeClr val="accent5">
                          <a:alpha val="0"/>
                        </a:schemeClr>
                      </a:solidFill>
                    </a:lnT>
                    <a:lnB w="76200">
                      <a:solidFill>
                        <a:schemeClr val="accent5">
                          <a:alpha val="0"/>
                        </a:schemeClr>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a:solidFill>
                        <a:schemeClr val="accent5"/>
                      </a:solidFill>
                    </a:lnR>
                    <a:lnT w="76200">
                      <a:solidFill>
                        <a:schemeClr val="accent5">
                          <a:alpha val="0"/>
                        </a:schemeClr>
                      </a:solidFill>
                    </a:lnT>
                    <a:lnB w="76200">
                      <a:solidFill>
                        <a:schemeClr val="accent5">
                          <a:alpha val="0"/>
                        </a:schemeClr>
                      </a:solidFill>
                    </a:lnB>
                  </a:tcPr>
                </a:tc>
                <a:extLst>
                  <a:ext uri="{0D108BD9-81ED-4DB2-BD59-A6C34878D82A}">
                    <a16:rowId xmlns:a16="http://schemas.microsoft.com/office/drawing/2014/main" val="10003"/>
                  </a:ext>
                </a:extLst>
              </a:tr>
              <a:tr h="290695">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ctr" rtl="0">
                        <a:spcBef>
                          <a:spcPts val="0"/>
                        </a:spcBef>
                        <a:spcAft>
                          <a:spcPts val="0"/>
                        </a:spcAft>
                        <a:buNone/>
                      </a:pPr>
                      <a:endParaRPr lang="en"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solidFill>
                        <a:schemeClr val="accent5"/>
                      </a:solidFill>
                      <a:prstDash val="solid"/>
                      <a:round/>
                      <a:headEnd type="none" w="sm" len="sm"/>
                      <a:tailEnd type="none" w="sm" len="sm"/>
                    </a:lnR>
                    <a:lnT w="76200" cap="flat" cmpd="sng" algn="ctr">
                      <a:solidFill>
                        <a:schemeClr val="accent5">
                          <a:alpha val="0"/>
                        </a:schemeClr>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ctr" rtl="0">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solidFill>
                        <a:schemeClr val="accent5"/>
                      </a:solidFill>
                      <a:prstDash val="solid"/>
                      <a:round/>
                      <a:headEnd type="none" w="sm" len="sm"/>
                      <a:tailEnd type="none" w="sm" len="sm"/>
                    </a:lnL>
                    <a:lnR w="19050" cap="flat" cmpd="sng" algn="ctr">
                      <a:solidFill>
                        <a:schemeClr val="accent5"/>
                      </a:solidFill>
                      <a:prstDash val="solid"/>
                      <a:round/>
                      <a:headEnd type="none" w="sm" len="sm"/>
                      <a:tailEnd type="none" w="sm" len="sm"/>
                    </a:lnR>
                    <a:lnT w="76200" cap="flat" cmpd="sng">
                      <a:solidFill>
                        <a:schemeClr val="accent5">
                          <a:alpha val="0"/>
                        </a:schemeClr>
                      </a:solidFill>
                      <a:prstDash val="solid"/>
                      <a:round/>
                      <a:headEnd type="none" w="sm" len="sm"/>
                      <a:tailEnd type="none" w="sm" len="sm"/>
                    </a:lnT>
                    <a:lnB w="19050" cap="flat" cmpd="sng">
                      <a:solidFill>
                        <a:schemeClr val="accent5"/>
                      </a:solidFill>
                      <a:prstDash val="solid"/>
                      <a:round/>
                      <a:headEnd type="none" w="sm" len="sm"/>
                      <a:tailEnd type="none" w="sm" len="sm"/>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cap="flat" cmpd="sng" algn="ctr">
                      <a:solidFill>
                        <a:schemeClr val="accent5"/>
                      </a:solidFill>
                      <a:prstDash val="solid"/>
                      <a:round/>
                      <a:headEnd type="none" w="sm" len="sm"/>
                      <a:tailEnd type="none" w="sm" len="sm"/>
                    </a:lnL>
                    <a:lnR w="19050" cap="flat" cmpd="sng" algn="ctr">
                      <a:solidFill>
                        <a:schemeClr val="accent5"/>
                      </a:solidFill>
                      <a:prstDash val="solid"/>
                      <a:round/>
                      <a:headEnd type="none" w="med" len="med"/>
                      <a:tailEnd type="none" w="med" len="med"/>
                    </a:lnR>
                    <a:lnT w="76200">
                      <a:solidFill>
                        <a:schemeClr val="accent5">
                          <a:alpha val="0"/>
                        </a:schemeClr>
                      </a:solidFill>
                    </a:lnT>
                    <a:lnB w="19050">
                      <a:solidFill>
                        <a:schemeClr val="accent5"/>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cap="flat" cmpd="sng" algn="ctr">
                      <a:solidFill>
                        <a:schemeClr val="accent5"/>
                      </a:solidFill>
                      <a:prstDash val="solid"/>
                      <a:round/>
                      <a:headEnd type="none" w="med" len="med"/>
                      <a:tailEnd type="none" w="med" len="med"/>
                    </a:lnR>
                    <a:lnT w="76200">
                      <a:solidFill>
                        <a:schemeClr val="accent5">
                          <a:alpha val="0"/>
                        </a:schemeClr>
                      </a:solidFill>
                    </a:lnT>
                    <a:lnB w="19050">
                      <a:solidFill>
                        <a:schemeClr val="accent5"/>
                      </a:solidFill>
                    </a:lnB>
                  </a:tcPr>
                </a:tc>
                <a:tc>
                  <a:txBody>
                    <a:bodyPr/>
                    <a:lstStyle/>
                    <a:p>
                      <a:pPr marL="0" lvl="0" indent="0" algn="ctr">
                        <a:spcBef>
                          <a:spcPts val="0"/>
                        </a:spcBef>
                        <a:spcAft>
                          <a:spcPts val="0"/>
                        </a:spcAft>
                        <a:buNone/>
                      </a:pPr>
                      <a:endParaRPr sz="1600">
                        <a:solidFill>
                          <a:schemeClr val="dk1"/>
                        </a:solidFill>
                        <a:latin typeface="Cairo"/>
                        <a:ea typeface="Cairo"/>
                        <a:cs typeface="Cairo"/>
                        <a:sym typeface="Cairo"/>
                      </a:endParaRPr>
                    </a:p>
                  </a:txBody>
                  <a:tcPr marL="91425" marR="91425" marT="91425" marB="91425" anchor="ctr">
                    <a:lnL w="19050">
                      <a:solidFill>
                        <a:schemeClr val="accent5"/>
                      </a:solidFill>
                    </a:lnL>
                    <a:lnR w="19050">
                      <a:solidFill>
                        <a:schemeClr val="accent5"/>
                      </a:solidFill>
                    </a:lnR>
                    <a:lnT w="76200">
                      <a:solidFill>
                        <a:schemeClr val="accent5">
                          <a:alpha val="0"/>
                        </a:schemeClr>
                      </a:solidFill>
                    </a:lnT>
                    <a:lnB w="19050">
                      <a:solidFill>
                        <a:schemeClr val="accent5"/>
                      </a:solid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377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54"/>
                                        </p:tgtEl>
                                        <p:attrNameLst>
                                          <p:attrName>style.visibility</p:attrName>
                                        </p:attrNameLst>
                                      </p:cBhvr>
                                      <p:to>
                                        <p:strVal val="visible"/>
                                      </p:to>
                                    </p:set>
                                    <p:animEffect transition="in" filter="fade">
                                      <p:cBhvr>
                                        <p:cTn id="7" dur="1000"/>
                                        <p:tgtEl>
                                          <p:spTgt spid="1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20"/>
        <p:cNvGrpSpPr/>
        <p:nvPr/>
      </p:nvGrpSpPr>
      <p:grpSpPr>
        <a:xfrm>
          <a:off x="0" y="0"/>
          <a:ext cx="0" cy="0"/>
          <a:chOff x="0" y="0"/>
          <a:chExt cx="0" cy="0"/>
        </a:xfrm>
      </p:grpSpPr>
      <p:sp>
        <p:nvSpPr>
          <p:cNvPr id="2821" name="Google Shape;2821;p88"/>
          <p:cNvSpPr txBox="1">
            <a:spLocks noGrp="1"/>
          </p:cNvSpPr>
          <p:nvPr>
            <p:ph type="title" idx="8"/>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Data exploration and preprocessing</a:t>
            </a:r>
            <a:endParaRPr/>
          </a:p>
        </p:txBody>
      </p:sp>
      <p:sp>
        <p:nvSpPr>
          <p:cNvPr id="2822" name="Google Shape;2822;p88"/>
          <p:cNvSpPr txBox="1">
            <a:spLocks noGrp="1"/>
          </p:cNvSpPr>
          <p:nvPr>
            <p:ph type="title"/>
          </p:nvPr>
        </p:nvSpPr>
        <p:spPr>
          <a:xfrm>
            <a:off x="223021" y="2181032"/>
            <a:ext cx="2985945" cy="420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1800"/>
              <a:t>Low multicollinearity</a:t>
            </a:r>
          </a:p>
        </p:txBody>
      </p:sp>
      <p:sp>
        <p:nvSpPr>
          <p:cNvPr id="2824" name="Google Shape;2824;p88"/>
          <p:cNvSpPr txBox="1">
            <a:spLocks noGrp="1"/>
          </p:cNvSpPr>
          <p:nvPr>
            <p:ph type="title" idx="2"/>
          </p:nvPr>
        </p:nvSpPr>
        <p:spPr>
          <a:xfrm>
            <a:off x="5964801" y="2270130"/>
            <a:ext cx="2317200" cy="420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Rename columns</a:t>
            </a:r>
            <a:endParaRPr/>
          </a:p>
        </p:txBody>
      </p:sp>
      <p:sp>
        <p:nvSpPr>
          <p:cNvPr id="2826" name="Google Shape;2826;p88"/>
          <p:cNvSpPr txBox="1">
            <a:spLocks noGrp="1"/>
          </p:cNvSpPr>
          <p:nvPr>
            <p:ph type="title" idx="4"/>
          </p:nvPr>
        </p:nvSpPr>
        <p:spPr>
          <a:xfrm>
            <a:off x="893716" y="3183743"/>
            <a:ext cx="2317200" cy="4206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diabetes</a:t>
            </a:r>
            <a:endParaRPr/>
          </a:p>
        </p:txBody>
      </p:sp>
      <p:sp>
        <p:nvSpPr>
          <p:cNvPr id="2827" name="Google Shape;2827;p88"/>
          <p:cNvSpPr txBox="1">
            <a:spLocks noGrp="1"/>
          </p:cNvSpPr>
          <p:nvPr>
            <p:ph type="subTitle" idx="5"/>
          </p:nvPr>
        </p:nvSpPr>
        <p:spPr>
          <a:xfrm>
            <a:off x="895666" y="3464493"/>
            <a:ext cx="23133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Keep only clear yes or no</a:t>
            </a:r>
            <a:endParaRPr/>
          </a:p>
        </p:txBody>
      </p:sp>
      <p:sp>
        <p:nvSpPr>
          <p:cNvPr id="2829" name="Google Shape;2829;p88"/>
          <p:cNvSpPr txBox="1">
            <a:spLocks noGrp="1"/>
          </p:cNvSpPr>
          <p:nvPr>
            <p:ph type="subTitle" idx="7"/>
          </p:nvPr>
        </p:nvSpPr>
        <p:spPr>
          <a:xfrm>
            <a:off x="5936247" y="3464493"/>
            <a:ext cx="23133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Missing data in most columns</a:t>
            </a:r>
            <a:endParaRPr/>
          </a:p>
        </p:txBody>
      </p:sp>
      <p:grpSp>
        <p:nvGrpSpPr>
          <p:cNvPr id="2830" name="Google Shape;2830;p88"/>
          <p:cNvGrpSpPr/>
          <p:nvPr/>
        </p:nvGrpSpPr>
        <p:grpSpPr>
          <a:xfrm>
            <a:off x="3536029" y="1863485"/>
            <a:ext cx="817467" cy="757800"/>
            <a:chOff x="3536029" y="1711085"/>
            <a:chExt cx="817467" cy="757800"/>
          </a:xfrm>
        </p:grpSpPr>
        <p:sp>
          <p:nvSpPr>
            <p:cNvPr id="2831" name="Google Shape;2831;p88"/>
            <p:cNvSpPr/>
            <p:nvPr/>
          </p:nvSpPr>
          <p:spPr>
            <a:xfrm>
              <a:off x="3536029" y="1711085"/>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2" name="Google Shape;2832;p88"/>
            <p:cNvGrpSpPr/>
            <p:nvPr/>
          </p:nvGrpSpPr>
          <p:grpSpPr>
            <a:xfrm>
              <a:off x="3721350" y="1714624"/>
              <a:ext cx="632146" cy="629010"/>
              <a:chOff x="6435388" y="1933813"/>
              <a:chExt cx="381293" cy="379424"/>
            </a:xfrm>
          </p:grpSpPr>
          <p:sp>
            <p:nvSpPr>
              <p:cNvPr id="2833" name="Google Shape;2833;p88"/>
              <p:cNvSpPr/>
              <p:nvPr/>
            </p:nvSpPr>
            <p:spPr>
              <a:xfrm>
                <a:off x="6435388" y="2261331"/>
                <a:ext cx="54622" cy="51906"/>
              </a:xfrm>
              <a:custGeom>
                <a:avLst/>
                <a:gdLst/>
                <a:ahLst/>
                <a:cxnLst/>
                <a:rect l="l" t="t" r="r" b="b"/>
                <a:pathLst>
                  <a:path w="1549" h="1472" extrusionOk="0">
                    <a:moveTo>
                      <a:pt x="1203" y="0"/>
                    </a:moveTo>
                    <a:cubicBezTo>
                      <a:pt x="1120" y="0"/>
                      <a:pt x="1037" y="30"/>
                      <a:pt x="977" y="90"/>
                    </a:cubicBezTo>
                    <a:lnTo>
                      <a:pt x="120" y="947"/>
                    </a:lnTo>
                    <a:cubicBezTo>
                      <a:pt x="1" y="1066"/>
                      <a:pt x="1" y="1281"/>
                      <a:pt x="120" y="1400"/>
                    </a:cubicBezTo>
                    <a:cubicBezTo>
                      <a:pt x="179" y="1447"/>
                      <a:pt x="263" y="1471"/>
                      <a:pt x="346" y="1471"/>
                    </a:cubicBezTo>
                    <a:cubicBezTo>
                      <a:pt x="429" y="1471"/>
                      <a:pt x="513" y="1447"/>
                      <a:pt x="572" y="1400"/>
                    </a:cubicBezTo>
                    <a:lnTo>
                      <a:pt x="1430" y="518"/>
                    </a:lnTo>
                    <a:cubicBezTo>
                      <a:pt x="1549" y="399"/>
                      <a:pt x="1549" y="209"/>
                      <a:pt x="1430" y="90"/>
                    </a:cubicBezTo>
                    <a:cubicBezTo>
                      <a:pt x="1370" y="30"/>
                      <a:pt x="1287" y="0"/>
                      <a:pt x="1203" y="0"/>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88"/>
              <p:cNvSpPr/>
              <p:nvPr/>
            </p:nvSpPr>
            <p:spPr>
              <a:xfrm>
                <a:off x="6439584" y="2264469"/>
                <a:ext cx="50425" cy="48768"/>
              </a:xfrm>
              <a:custGeom>
                <a:avLst/>
                <a:gdLst/>
                <a:ahLst/>
                <a:cxnLst/>
                <a:rect l="l" t="t" r="r" b="b"/>
                <a:pathLst>
                  <a:path w="1430" h="1383" extrusionOk="0">
                    <a:moveTo>
                      <a:pt x="1311" y="1"/>
                    </a:moveTo>
                    <a:lnTo>
                      <a:pt x="1" y="1311"/>
                    </a:lnTo>
                    <a:cubicBezTo>
                      <a:pt x="60" y="1358"/>
                      <a:pt x="144" y="1382"/>
                      <a:pt x="227" y="1382"/>
                    </a:cubicBezTo>
                    <a:cubicBezTo>
                      <a:pt x="310" y="1382"/>
                      <a:pt x="394" y="1358"/>
                      <a:pt x="453" y="1311"/>
                    </a:cubicBezTo>
                    <a:lnTo>
                      <a:pt x="1311" y="429"/>
                    </a:lnTo>
                    <a:cubicBezTo>
                      <a:pt x="1430" y="310"/>
                      <a:pt x="1430" y="120"/>
                      <a:pt x="1311"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88"/>
              <p:cNvSpPr/>
              <p:nvPr/>
            </p:nvSpPr>
            <p:spPr>
              <a:xfrm>
                <a:off x="6485778" y="2139570"/>
                <a:ext cx="125182" cy="122220"/>
              </a:xfrm>
              <a:custGeom>
                <a:avLst/>
                <a:gdLst/>
                <a:ahLst/>
                <a:cxnLst/>
                <a:rect l="l" t="t" r="r" b="b"/>
                <a:pathLst>
                  <a:path w="3550" h="3466" extrusionOk="0">
                    <a:moveTo>
                      <a:pt x="2370" y="0"/>
                    </a:moveTo>
                    <a:cubicBezTo>
                      <a:pt x="2287" y="0"/>
                      <a:pt x="2204" y="30"/>
                      <a:pt x="2144" y="90"/>
                    </a:cubicBezTo>
                    <a:lnTo>
                      <a:pt x="120" y="2114"/>
                    </a:lnTo>
                    <a:cubicBezTo>
                      <a:pt x="1" y="2209"/>
                      <a:pt x="1" y="2424"/>
                      <a:pt x="120" y="2543"/>
                    </a:cubicBezTo>
                    <a:lnTo>
                      <a:pt x="953" y="3376"/>
                    </a:lnTo>
                    <a:cubicBezTo>
                      <a:pt x="1013" y="3436"/>
                      <a:pt x="1096" y="3465"/>
                      <a:pt x="1180" y="3465"/>
                    </a:cubicBezTo>
                    <a:cubicBezTo>
                      <a:pt x="1263" y="3465"/>
                      <a:pt x="1346" y="3436"/>
                      <a:pt x="1406" y="3376"/>
                    </a:cubicBezTo>
                    <a:lnTo>
                      <a:pt x="3430" y="1352"/>
                    </a:lnTo>
                    <a:cubicBezTo>
                      <a:pt x="3549" y="1233"/>
                      <a:pt x="3549" y="1018"/>
                      <a:pt x="3430" y="923"/>
                    </a:cubicBezTo>
                    <a:lnTo>
                      <a:pt x="2596" y="90"/>
                    </a:lnTo>
                    <a:cubicBezTo>
                      <a:pt x="2537" y="30"/>
                      <a:pt x="2454" y="0"/>
                      <a:pt x="2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88"/>
              <p:cNvSpPr/>
              <p:nvPr/>
            </p:nvSpPr>
            <p:spPr>
              <a:xfrm>
                <a:off x="6504256" y="2156989"/>
                <a:ext cx="106704" cy="104800"/>
              </a:xfrm>
              <a:custGeom>
                <a:avLst/>
                <a:gdLst/>
                <a:ahLst/>
                <a:cxnLst/>
                <a:rect l="l" t="t" r="r" b="b"/>
                <a:pathLst>
                  <a:path w="3026" h="2972" extrusionOk="0">
                    <a:moveTo>
                      <a:pt x="2477" y="1"/>
                    </a:moveTo>
                    <a:lnTo>
                      <a:pt x="1" y="2477"/>
                    </a:lnTo>
                    <a:lnTo>
                      <a:pt x="429" y="2882"/>
                    </a:lnTo>
                    <a:cubicBezTo>
                      <a:pt x="489" y="2942"/>
                      <a:pt x="572" y="2971"/>
                      <a:pt x="656" y="2971"/>
                    </a:cubicBezTo>
                    <a:cubicBezTo>
                      <a:pt x="739" y="2971"/>
                      <a:pt x="822" y="2942"/>
                      <a:pt x="882" y="2882"/>
                    </a:cubicBezTo>
                    <a:lnTo>
                      <a:pt x="2906" y="858"/>
                    </a:lnTo>
                    <a:cubicBezTo>
                      <a:pt x="3025" y="739"/>
                      <a:pt x="3025" y="524"/>
                      <a:pt x="2906" y="429"/>
                    </a:cubicBezTo>
                    <a:lnTo>
                      <a:pt x="24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88"/>
              <p:cNvSpPr/>
              <p:nvPr/>
            </p:nvSpPr>
            <p:spPr>
              <a:xfrm>
                <a:off x="6449669" y="2214079"/>
                <a:ext cx="84842" cy="83819"/>
              </a:xfrm>
              <a:custGeom>
                <a:avLst/>
                <a:gdLst/>
                <a:ahLst/>
                <a:cxnLst/>
                <a:rect l="l" t="t" r="r" b="b"/>
                <a:pathLst>
                  <a:path w="2406" h="2377" extrusionOk="0">
                    <a:moveTo>
                      <a:pt x="1144" y="1"/>
                    </a:moveTo>
                    <a:lnTo>
                      <a:pt x="120" y="1001"/>
                    </a:lnTo>
                    <a:cubicBezTo>
                      <a:pt x="1" y="1120"/>
                      <a:pt x="1" y="1335"/>
                      <a:pt x="120" y="1454"/>
                    </a:cubicBezTo>
                    <a:lnTo>
                      <a:pt x="953" y="2287"/>
                    </a:lnTo>
                    <a:cubicBezTo>
                      <a:pt x="1013" y="2347"/>
                      <a:pt x="1096" y="2376"/>
                      <a:pt x="1179" y="2376"/>
                    </a:cubicBezTo>
                    <a:cubicBezTo>
                      <a:pt x="1263" y="2376"/>
                      <a:pt x="1346" y="2347"/>
                      <a:pt x="1406" y="2287"/>
                    </a:cubicBezTo>
                    <a:lnTo>
                      <a:pt x="2406" y="1263"/>
                    </a:lnTo>
                    <a:lnTo>
                      <a:pt x="1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88"/>
              <p:cNvSpPr/>
              <p:nvPr/>
            </p:nvSpPr>
            <p:spPr>
              <a:xfrm>
                <a:off x="6469839" y="2235942"/>
                <a:ext cx="66364" cy="61110"/>
              </a:xfrm>
              <a:custGeom>
                <a:avLst/>
                <a:gdLst/>
                <a:ahLst/>
                <a:cxnLst/>
                <a:rect l="l" t="t" r="r" b="b"/>
                <a:pathLst>
                  <a:path w="1882" h="1733" extrusionOk="0">
                    <a:moveTo>
                      <a:pt x="1215" y="0"/>
                    </a:moveTo>
                    <a:lnTo>
                      <a:pt x="0" y="1215"/>
                    </a:lnTo>
                    <a:lnTo>
                      <a:pt x="429" y="1643"/>
                    </a:lnTo>
                    <a:cubicBezTo>
                      <a:pt x="488" y="1703"/>
                      <a:pt x="566" y="1733"/>
                      <a:pt x="643" y="1733"/>
                    </a:cubicBezTo>
                    <a:cubicBezTo>
                      <a:pt x="721" y="1733"/>
                      <a:pt x="798" y="1703"/>
                      <a:pt x="858" y="1643"/>
                    </a:cubicBezTo>
                    <a:lnTo>
                      <a:pt x="1882" y="619"/>
                    </a:lnTo>
                    <a:lnTo>
                      <a:pt x="12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88"/>
              <p:cNvSpPr/>
              <p:nvPr/>
            </p:nvSpPr>
            <p:spPr>
              <a:xfrm>
                <a:off x="6737729" y="1933813"/>
                <a:ext cx="78953" cy="77084"/>
              </a:xfrm>
              <a:custGeom>
                <a:avLst/>
                <a:gdLst/>
                <a:ahLst/>
                <a:cxnLst/>
                <a:rect l="l" t="t" r="r" b="b"/>
                <a:pathLst>
                  <a:path w="2239" h="2186" extrusionOk="0">
                    <a:moveTo>
                      <a:pt x="1179" y="1"/>
                    </a:moveTo>
                    <a:cubicBezTo>
                      <a:pt x="1096" y="1"/>
                      <a:pt x="1012" y="31"/>
                      <a:pt x="953" y="90"/>
                    </a:cubicBezTo>
                    <a:lnTo>
                      <a:pt x="119" y="924"/>
                    </a:lnTo>
                    <a:cubicBezTo>
                      <a:pt x="0" y="1043"/>
                      <a:pt x="0" y="1233"/>
                      <a:pt x="119" y="1352"/>
                    </a:cubicBezTo>
                    <a:lnTo>
                      <a:pt x="810" y="2114"/>
                    </a:lnTo>
                    <a:cubicBezTo>
                      <a:pt x="857" y="2162"/>
                      <a:pt x="953" y="2186"/>
                      <a:pt x="1000" y="2186"/>
                    </a:cubicBezTo>
                    <a:cubicBezTo>
                      <a:pt x="1096" y="2186"/>
                      <a:pt x="1191" y="2162"/>
                      <a:pt x="1238" y="2114"/>
                    </a:cubicBezTo>
                    <a:lnTo>
                      <a:pt x="2120" y="1233"/>
                    </a:lnTo>
                    <a:cubicBezTo>
                      <a:pt x="2239" y="1114"/>
                      <a:pt x="2239" y="900"/>
                      <a:pt x="2120" y="805"/>
                    </a:cubicBezTo>
                    <a:lnTo>
                      <a:pt x="1405" y="90"/>
                    </a:lnTo>
                    <a:cubicBezTo>
                      <a:pt x="1346" y="31"/>
                      <a:pt x="1262" y="1"/>
                      <a:pt x="11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88"/>
              <p:cNvSpPr/>
              <p:nvPr/>
            </p:nvSpPr>
            <p:spPr>
              <a:xfrm>
                <a:off x="6753667" y="1949575"/>
                <a:ext cx="63014" cy="61321"/>
              </a:xfrm>
              <a:custGeom>
                <a:avLst/>
                <a:gdLst/>
                <a:ahLst/>
                <a:cxnLst/>
                <a:rect l="l" t="t" r="r" b="b"/>
                <a:pathLst>
                  <a:path w="1787" h="1739" extrusionOk="0">
                    <a:moveTo>
                      <a:pt x="1310" y="0"/>
                    </a:moveTo>
                    <a:lnTo>
                      <a:pt x="1" y="1310"/>
                    </a:lnTo>
                    <a:lnTo>
                      <a:pt x="310" y="1644"/>
                    </a:lnTo>
                    <a:cubicBezTo>
                      <a:pt x="382" y="1715"/>
                      <a:pt x="477" y="1739"/>
                      <a:pt x="524" y="1739"/>
                    </a:cubicBezTo>
                    <a:cubicBezTo>
                      <a:pt x="620" y="1739"/>
                      <a:pt x="715" y="1715"/>
                      <a:pt x="763" y="1644"/>
                    </a:cubicBezTo>
                    <a:lnTo>
                      <a:pt x="1620" y="786"/>
                    </a:lnTo>
                    <a:cubicBezTo>
                      <a:pt x="1787" y="667"/>
                      <a:pt x="1787" y="453"/>
                      <a:pt x="1668" y="358"/>
                    </a:cubicBezTo>
                    <a:lnTo>
                      <a:pt x="1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88"/>
              <p:cNvSpPr/>
              <p:nvPr/>
            </p:nvSpPr>
            <p:spPr>
              <a:xfrm>
                <a:off x="6722601" y="2034593"/>
                <a:ext cx="74757" cy="111324"/>
              </a:xfrm>
              <a:custGeom>
                <a:avLst/>
                <a:gdLst/>
                <a:ahLst/>
                <a:cxnLst/>
                <a:rect l="l" t="t" r="r" b="b"/>
                <a:pathLst>
                  <a:path w="2120" h="3157" extrusionOk="0">
                    <a:moveTo>
                      <a:pt x="1215" y="1"/>
                    </a:moveTo>
                    <a:cubicBezTo>
                      <a:pt x="1138" y="1"/>
                      <a:pt x="1060" y="30"/>
                      <a:pt x="1001" y="90"/>
                    </a:cubicBezTo>
                    <a:cubicBezTo>
                      <a:pt x="882" y="185"/>
                      <a:pt x="882" y="399"/>
                      <a:pt x="1001" y="519"/>
                    </a:cubicBezTo>
                    <a:lnTo>
                      <a:pt x="1239" y="757"/>
                    </a:lnTo>
                    <a:cubicBezTo>
                      <a:pt x="1429" y="971"/>
                      <a:pt x="1429" y="1304"/>
                      <a:pt x="1239" y="1519"/>
                    </a:cubicBezTo>
                    <a:lnTo>
                      <a:pt x="119" y="2614"/>
                    </a:lnTo>
                    <a:cubicBezTo>
                      <a:pt x="0" y="2733"/>
                      <a:pt x="0" y="2948"/>
                      <a:pt x="119" y="3067"/>
                    </a:cubicBezTo>
                    <a:cubicBezTo>
                      <a:pt x="179" y="3126"/>
                      <a:pt x="256" y="3156"/>
                      <a:pt x="337" y="3156"/>
                    </a:cubicBezTo>
                    <a:cubicBezTo>
                      <a:pt x="417" y="3156"/>
                      <a:pt x="500" y="3126"/>
                      <a:pt x="572" y="3067"/>
                    </a:cubicBezTo>
                    <a:lnTo>
                      <a:pt x="1667" y="1947"/>
                    </a:lnTo>
                    <a:cubicBezTo>
                      <a:pt x="2120" y="1519"/>
                      <a:pt x="2120" y="757"/>
                      <a:pt x="1667" y="328"/>
                    </a:cubicBezTo>
                    <a:lnTo>
                      <a:pt x="1429" y="90"/>
                    </a:lnTo>
                    <a:cubicBezTo>
                      <a:pt x="1370" y="30"/>
                      <a:pt x="1292" y="1"/>
                      <a:pt x="1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88"/>
              <p:cNvSpPr/>
              <p:nvPr/>
            </p:nvSpPr>
            <p:spPr>
              <a:xfrm>
                <a:off x="6545407" y="2087487"/>
                <a:ext cx="116754" cy="114251"/>
              </a:xfrm>
              <a:custGeom>
                <a:avLst/>
                <a:gdLst/>
                <a:ahLst/>
                <a:cxnLst/>
                <a:rect l="l" t="t" r="r" b="b"/>
                <a:pathLst>
                  <a:path w="3311" h="3240" extrusionOk="0">
                    <a:moveTo>
                      <a:pt x="1239" y="1"/>
                    </a:moveTo>
                    <a:cubicBezTo>
                      <a:pt x="1161" y="1"/>
                      <a:pt x="1084" y="31"/>
                      <a:pt x="1025" y="90"/>
                    </a:cubicBezTo>
                    <a:lnTo>
                      <a:pt x="239" y="876"/>
                    </a:lnTo>
                    <a:cubicBezTo>
                      <a:pt x="1" y="1114"/>
                      <a:pt x="1" y="1519"/>
                      <a:pt x="239" y="1757"/>
                    </a:cubicBezTo>
                    <a:lnTo>
                      <a:pt x="1525" y="3043"/>
                    </a:lnTo>
                    <a:cubicBezTo>
                      <a:pt x="1644" y="3174"/>
                      <a:pt x="1799" y="3240"/>
                      <a:pt x="1956" y="3240"/>
                    </a:cubicBezTo>
                    <a:cubicBezTo>
                      <a:pt x="2114" y="3240"/>
                      <a:pt x="2275" y="3174"/>
                      <a:pt x="2406" y="3043"/>
                    </a:cubicBezTo>
                    <a:lnTo>
                      <a:pt x="3192" y="2257"/>
                    </a:lnTo>
                    <a:cubicBezTo>
                      <a:pt x="3311" y="2162"/>
                      <a:pt x="3311" y="1948"/>
                      <a:pt x="3192" y="1829"/>
                    </a:cubicBezTo>
                    <a:lnTo>
                      <a:pt x="1453" y="90"/>
                    </a:lnTo>
                    <a:cubicBezTo>
                      <a:pt x="1394" y="31"/>
                      <a:pt x="1316" y="1"/>
                      <a:pt x="1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88"/>
              <p:cNvSpPr/>
              <p:nvPr/>
            </p:nvSpPr>
            <p:spPr>
              <a:xfrm>
                <a:off x="6575627" y="2121727"/>
                <a:ext cx="86534" cy="79376"/>
              </a:xfrm>
              <a:custGeom>
                <a:avLst/>
                <a:gdLst/>
                <a:ahLst/>
                <a:cxnLst/>
                <a:rect l="l" t="t" r="r" b="b"/>
                <a:pathLst>
                  <a:path w="2454" h="2251" extrusionOk="0">
                    <a:moveTo>
                      <a:pt x="1477" y="0"/>
                    </a:moveTo>
                    <a:lnTo>
                      <a:pt x="1" y="1453"/>
                    </a:lnTo>
                    <a:lnTo>
                      <a:pt x="644" y="2072"/>
                    </a:lnTo>
                    <a:cubicBezTo>
                      <a:pt x="763" y="2191"/>
                      <a:pt x="924" y="2251"/>
                      <a:pt x="1084" y="2251"/>
                    </a:cubicBezTo>
                    <a:cubicBezTo>
                      <a:pt x="1245" y="2251"/>
                      <a:pt x="1406" y="2191"/>
                      <a:pt x="1525" y="2072"/>
                    </a:cubicBezTo>
                    <a:lnTo>
                      <a:pt x="2311" y="1310"/>
                    </a:lnTo>
                    <a:cubicBezTo>
                      <a:pt x="2454" y="1191"/>
                      <a:pt x="2454" y="977"/>
                      <a:pt x="2335" y="858"/>
                    </a:cubicBezTo>
                    <a:lnTo>
                      <a:pt x="14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88"/>
              <p:cNvSpPr/>
              <p:nvPr/>
            </p:nvSpPr>
            <p:spPr>
              <a:xfrm>
                <a:off x="6683142" y="1950845"/>
                <a:ext cx="116754" cy="113616"/>
              </a:xfrm>
              <a:custGeom>
                <a:avLst/>
                <a:gdLst/>
                <a:ahLst/>
                <a:cxnLst/>
                <a:rect l="l" t="t" r="r" b="b"/>
                <a:pathLst>
                  <a:path w="3311" h="3222" extrusionOk="0">
                    <a:moveTo>
                      <a:pt x="1334" y="0"/>
                    </a:moveTo>
                    <a:cubicBezTo>
                      <a:pt x="1167" y="0"/>
                      <a:pt x="1000" y="60"/>
                      <a:pt x="881" y="179"/>
                    </a:cubicBezTo>
                    <a:lnTo>
                      <a:pt x="119" y="965"/>
                    </a:lnTo>
                    <a:cubicBezTo>
                      <a:pt x="0" y="1084"/>
                      <a:pt x="0" y="1298"/>
                      <a:pt x="119" y="1417"/>
                    </a:cubicBezTo>
                    <a:lnTo>
                      <a:pt x="1834" y="3132"/>
                    </a:lnTo>
                    <a:cubicBezTo>
                      <a:pt x="1893" y="3191"/>
                      <a:pt x="1977" y="3221"/>
                      <a:pt x="2060" y="3221"/>
                    </a:cubicBezTo>
                    <a:cubicBezTo>
                      <a:pt x="2143" y="3221"/>
                      <a:pt x="2227" y="3191"/>
                      <a:pt x="2286" y="3132"/>
                    </a:cubicBezTo>
                    <a:lnTo>
                      <a:pt x="3072" y="2370"/>
                    </a:lnTo>
                    <a:cubicBezTo>
                      <a:pt x="3310" y="2132"/>
                      <a:pt x="3310" y="1703"/>
                      <a:pt x="3072" y="1465"/>
                    </a:cubicBezTo>
                    <a:lnTo>
                      <a:pt x="1786" y="179"/>
                    </a:lnTo>
                    <a:cubicBezTo>
                      <a:pt x="1667" y="60"/>
                      <a:pt x="1500" y="0"/>
                      <a:pt x="1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88"/>
              <p:cNvSpPr/>
              <p:nvPr/>
            </p:nvSpPr>
            <p:spPr>
              <a:xfrm>
                <a:off x="6718405" y="1979795"/>
                <a:ext cx="82338" cy="84665"/>
              </a:xfrm>
              <a:custGeom>
                <a:avLst/>
                <a:gdLst/>
                <a:ahLst/>
                <a:cxnLst/>
                <a:rect l="l" t="t" r="r" b="b"/>
                <a:pathLst>
                  <a:path w="2335" h="2401" extrusionOk="0">
                    <a:moveTo>
                      <a:pt x="1477" y="1"/>
                    </a:moveTo>
                    <a:lnTo>
                      <a:pt x="0" y="1453"/>
                    </a:lnTo>
                    <a:lnTo>
                      <a:pt x="881" y="2311"/>
                    </a:lnTo>
                    <a:cubicBezTo>
                      <a:pt x="941" y="2370"/>
                      <a:pt x="1018" y="2400"/>
                      <a:pt x="1096" y="2400"/>
                    </a:cubicBezTo>
                    <a:cubicBezTo>
                      <a:pt x="1173" y="2400"/>
                      <a:pt x="1251" y="2370"/>
                      <a:pt x="1310" y="2311"/>
                    </a:cubicBezTo>
                    <a:lnTo>
                      <a:pt x="2096" y="1549"/>
                    </a:lnTo>
                    <a:cubicBezTo>
                      <a:pt x="2334" y="1287"/>
                      <a:pt x="2334" y="882"/>
                      <a:pt x="2096" y="620"/>
                    </a:cubicBezTo>
                    <a:lnTo>
                      <a:pt x="14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88"/>
              <p:cNvSpPr/>
              <p:nvPr/>
            </p:nvSpPr>
            <p:spPr>
              <a:xfrm>
                <a:off x="6581516" y="1984838"/>
                <a:ext cx="182272" cy="183118"/>
              </a:xfrm>
              <a:custGeom>
                <a:avLst/>
                <a:gdLst/>
                <a:ahLst/>
                <a:cxnLst/>
                <a:rect l="l" t="t" r="r" b="b"/>
                <a:pathLst>
                  <a:path w="5169" h="5193" extrusionOk="0">
                    <a:moveTo>
                      <a:pt x="3001" y="1"/>
                    </a:moveTo>
                    <a:lnTo>
                      <a:pt x="1" y="3001"/>
                    </a:lnTo>
                    <a:lnTo>
                      <a:pt x="2168" y="5192"/>
                    </a:lnTo>
                    <a:lnTo>
                      <a:pt x="5168" y="2168"/>
                    </a:lnTo>
                    <a:lnTo>
                      <a:pt x="3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88"/>
              <p:cNvSpPr/>
              <p:nvPr/>
            </p:nvSpPr>
            <p:spPr>
              <a:xfrm>
                <a:off x="6620163" y="2023485"/>
                <a:ext cx="143624" cy="144470"/>
              </a:xfrm>
              <a:custGeom>
                <a:avLst/>
                <a:gdLst/>
                <a:ahLst/>
                <a:cxnLst/>
                <a:rect l="l" t="t" r="r" b="b"/>
                <a:pathLst>
                  <a:path w="4073" h="4097" extrusionOk="0">
                    <a:moveTo>
                      <a:pt x="3001" y="0"/>
                    </a:moveTo>
                    <a:lnTo>
                      <a:pt x="0" y="3024"/>
                    </a:lnTo>
                    <a:lnTo>
                      <a:pt x="1072" y="4096"/>
                    </a:lnTo>
                    <a:lnTo>
                      <a:pt x="4072" y="1072"/>
                    </a:lnTo>
                    <a:lnTo>
                      <a:pt x="3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48" name="Google Shape;2848;p88"/>
          <p:cNvGrpSpPr/>
          <p:nvPr/>
        </p:nvGrpSpPr>
        <p:grpSpPr>
          <a:xfrm>
            <a:off x="3543203" y="3170313"/>
            <a:ext cx="810289" cy="856604"/>
            <a:chOff x="3543203" y="3017913"/>
            <a:chExt cx="810289" cy="856604"/>
          </a:xfrm>
        </p:grpSpPr>
        <p:sp>
          <p:nvSpPr>
            <p:cNvPr id="2849" name="Google Shape;2849;p88"/>
            <p:cNvSpPr/>
            <p:nvPr/>
          </p:nvSpPr>
          <p:spPr>
            <a:xfrm>
              <a:off x="3543203" y="3116717"/>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50" name="Google Shape;2850;p88"/>
            <p:cNvGrpSpPr/>
            <p:nvPr/>
          </p:nvGrpSpPr>
          <p:grpSpPr>
            <a:xfrm>
              <a:off x="3806766" y="3017913"/>
              <a:ext cx="546727" cy="757809"/>
              <a:chOff x="2416309" y="3144022"/>
              <a:chExt cx="275471" cy="381787"/>
            </a:xfrm>
          </p:grpSpPr>
          <p:sp>
            <p:nvSpPr>
              <p:cNvPr id="2851" name="Google Shape;2851;p88"/>
              <p:cNvSpPr/>
              <p:nvPr/>
            </p:nvSpPr>
            <p:spPr>
              <a:xfrm>
                <a:off x="2543113" y="3144022"/>
                <a:ext cx="41187" cy="46758"/>
              </a:xfrm>
              <a:custGeom>
                <a:avLst/>
                <a:gdLst/>
                <a:ahLst/>
                <a:cxnLst/>
                <a:rect l="l" t="t" r="r" b="b"/>
                <a:pathLst>
                  <a:path w="1168" h="1326" extrusionOk="0">
                    <a:moveTo>
                      <a:pt x="829" y="1"/>
                    </a:moveTo>
                    <a:cubicBezTo>
                      <a:pt x="798" y="1"/>
                      <a:pt x="768" y="6"/>
                      <a:pt x="739" y="15"/>
                    </a:cubicBezTo>
                    <a:cubicBezTo>
                      <a:pt x="286" y="182"/>
                      <a:pt x="1" y="539"/>
                      <a:pt x="1" y="1015"/>
                    </a:cubicBezTo>
                    <a:cubicBezTo>
                      <a:pt x="1" y="1182"/>
                      <a:pt x="144" y="1325"/>
                      <a:pt x="334" y="1325"/>
                    </a:cubicBezTo>
                    <a:cubicBezTo>
                      <a:pt x="501" y="1325"/>
                      <a:pt x="644" y="1182"/>
                      <a:pt x="644" y="1015"/>
                    </a:cubicBezTo>
                    <a:cubicBezTo>
                      <a:pt x="644" y="730"/>
                      <a:pt x="810" y="658"/>
                      <a:pt x="929" y="611"/>
                    </a:cubicBezTo>
                    <a:cubicBezTo>
                      <a:pt x="1072" y="587"/>
                      <a:pt x="1168" y="420"/>
                      <a:pt x="1120" y="230"/>
                    </a:cubicBezTo>
                    <a:cubicBezTo>
                      <a:pt x="1082" y="77"/>
                      <a:pt x="952" y="1"/>
                      <a:pt x="829" y="1"/>
                    </a:cubicBezTo>
                    <a:close/>
                  </a:path>
                </a:pathLst>
              </a:custGeom>
              <a:solidFill>
                <a:srgbClr val="FF31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88"/>
              <p:cNvSpPr/>
              <p:nvPr/>
            </p:nvSpPr>
            <p:spPr>
              <a:xfrm>
                <a:off x="2554891" y="3144022"/>
                <a:ext cx="30255" cy="46758"/>
              </a:xfrm>
              <a:custGeom>
                <a:avLst/>
                <a:gdLst/>
                <a:ahLst/>
                <a:cxnLst/>
                <a:rect l="l" t="t" r="r" b="b"/>
                <a:pathLst>
                  <a:path w="858" h="1326" extrusionOk="0">
                    <a:moveTo>
                      <a:pt x="495" y="1"/>
                    </a:moveTo>
                    <a:cubicBezTo>
                      <a:pt x="464" y="1"/>
                      <a:pt x="434" y="6"/>
                      <a:pt x="405" y="15"/>
                    </a:cubicBezTo>
                    <a:cubicBezTo>
                      <a:pt x="262" y="87"/>
                      <a:pt x="119" y="134"/>
                      <a:pt x="0" y="253"/>
                    </a:cubicBezTo>
                    <a:lnTo>
                      <a:pt x="0" y="1325"/>
                    </a:lnTo>
                    <a:cubicBezTo>
                      <a:pt x="167" y="1325"/>
                      <a:pt x="310" y="1182"/>
                      <a:pt x="310" y="1015"/>
                    </a:cubicBezTo>
                    <a:cubicBezTo>
                      <a:pt x="310" y="730"/>
                      <a:pt x="476" y="658"/>
                      <a:pt x="595" y="611"/>
                    </a:cubicBezTo>
                    <a:cubicBezTo>
                      <a:pt x="738" y="587"/>
                      <a:pt x="857" y="420"/>
                      <a:pt x="786" y="230"/>
                    </a:cubicBezTo>
                    <a:cubicBezTo>
                      <a:pt x="748" y="77"/>
                      <a:pt x="618" y="1"/>
                      <a:pt x="4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88"/>
              <p:cNvSpPr/>
              <p:nvPr/>
            </p:nvSpPr>
            <p:spPr>
              <a:xfrm>
                <a:off x="2488527" y="3168882"/>
                <a:ext cx="130189" cy="111747"/>
              </a:xfrm>
              <a:custGeom>
                <a:avLst/>
                <a:gdLst/>
                <a:ahLst/>
                <a:cxnLst/>
                <a:rect l="l" t="t" r="r" b="b"/>
                <a:pathLst>
                  <a:path w="3692" h="3169" extrusionOk="0">
                    <a:moveTo>
                      <a:pt x="1334" y="1"/>
                    </a:moveTo>
                    <a:cubicBezTo>
                      <a:pt x="953" y="1"/>
                      <a:pt x="596" y="120"/>
                      <a:pt x="358" y="382"/>
                    </a:cubicBezTo>
                    <a:cubicBezTo>
                      <a:pt x="120" y="620"/>
                      <a:pt x="1" y="953"/>
                      <a:pt x="1" y="1334"/>
                    </a:cubicBezTo>
                    <a:cubicBezTo>
                      <a:pt x="1" y="2097"/>
                      <a:pt x="620" y="3168"/>
                      <a:pt x="1477" y="3168"/>
                    </a:cubicBezTo>
                    <a:lnTo>
                      <a:pt x="2168" y="3168"/>
                    </a:lnTo>
                    <a:cubicBezTo>
                      <a:pt x="3025" y="3168"/>
                      <a:pt x="3668" y="2049"/>
                      <a:pt x="3668" y="1334"/>
                    </a:cubicBezTo>
                    <a:cubicBezTo>
                      <a:pt x="3692" y="953"/>
                      <a:pt x="3573" y="620"/>
                      <a:pt x="3335" y="382"/>
                    </a:cubicBezTo>
                    <a:cubicBezTo>
                      <a:pt x="3097" y="144"/>
                      <a:pt x="2763" y="1"/>
                      <a:pt x="2358" y="1"/>
                    </a:cubicBezTo>
                    <a:cubicBezTo>
                      <a:pt x="2168" y="1"/>
                      <a:pt x="2001" y="25"/>
                      <a:pt x="1834" y="96"/>
                    </a:cubicBezTo>
                    <a:cubicBezTo>
                      <a:pt x="1692" y="25"/>
                      <a:pt x="1525" y="1"/>
                      <a:pt x="133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88"/>
              <p:cNvSpPr/>
              <p:nvPr/>
            </p:nvSpPr>
            <p:spPr>
              <a:xfrm>
                <a:off x="2554045" y="3168882"/>
                <a:ext cx="64671" cy="111747"/>
              </a:xfrm>
              <a:custGeom>
                <a:avLst/>
                <a:gdLst/>
                <a:ahLst/>
                <a:cxnLst/>
                <a:rect l="l" t="t" r="r" b="b"/>
                <a:pathLst>
                  <a:path w="1834" h="3169" extrusionOk="0">
                    <a:moveTo>
                      <a:pt x="524" y="1"/>
                    </a:moveTo>
                    <a:cubicBezTo>
                      <a:pt x="334" y="1"/>
                      <a:pt x="167" y="25"/>
                      <a:pt x="0" y="96"/>
                    </a:cubicBezTo>
                    <a:lnTo>
                      <a:pt x="0" y="3168"/>
                    </a:lnTo>
                    <a:lnTo>
                      <a:pt x="334" y="3168"/>
                    </a:lnTo>
                    <a:cubicBezTo>
                      <a:pt x="1191" y="3168"/>
                      <a:pt x="1834" y="2049"/>
                      <a:pt x="1834" y="1334"/>
                    </a:cubicBezTo>
                    <a:cubicBezTo>
                      <a:pt x="1834" y="953"/>
                      <a:pt x="1715" y="620"/>
                      <a:pt x="1501" y="382"/>
                    </a:cubicBezTo>
                    <a:cubicBezTo>
                      <a:pt x="1262" y="144"/>
                      <a:pt x="929" y="1"/>
                      <a:pt x="5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88"/>
              <p:cNvSpPr/>
              <p:nvPr/>
            </p:nvSpPr>
            <p:spPr>
              <a:xfrm>
                <a:off x="2501962" y="3298965"/>
                <a:ext cx="21863" cy="65624"/>
              </a:xfrm>
              <a:custGeom>
                <a:avLst/>
                <a:gdLst/>
                <a:ahLst/>
                <a:cxnLst/>
                <a:rect l="l" t="t" r="r" b="b"/>
                <a:pathLst>
                  <a:path w="620" h="1861" extrusionOk="0">
                    <a:moveTo>
                      <a:pt x="304" y="0"/>
                    </a:moveTo>
                    <a:cubicBezTo>
                      <a:pt x="290" y="0"/>
                      <a:pt x="277" y="1"/>
                      <a:pt x="263" y="3"/>
                    </a:cubicBezTo>
                    <a:cubicBezTo>
                      <a:pt x="120" y="27"/>
                      <a:pt x="1" y="194"/>
                      <a:pt x="1" y="336"/>
                    </a:cubicBezTo>
                    <a:lnTo>
                      <a:pt x="1" y="1503"/>
                    </a:lnTo>
                    <a:cubicBezTo>
                      <a:pt x="1" y="1670"/>
                      <a:pt x="120" y="1813"/>
                      <a:pt x="263" y="1861"/>
                    </a:cubicBezTo>
                    <a:cubicBezTo>
                      <a:pt x="477" y="1861"/>
                      <a:pt x="620" y="1694"/>
                      <a:pt x="620" y="1527"/>
                    </a:cubicBezTo>
                    <a:lnTo>
                      <a:pt x="620" y="336"/>
                    </a:lnTo>
                    <a:cubicBezTo>
                      <a:pt x="620" y="138"/>
                      <a:pt x="477" y="0"/>
                      <a:pt x="304" y="0"/>
                    </a:cubicBezTo>
                    <a:close/>
                  </a:path>
                </a:pathLst>
              </a:custGeom>
              <a:solidFill>
                <a:srgbClr val="9ADD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88"/>
              <p:cNvSpPr/>
              <p:nvPr/>
            </p:nvSpPr>
            <p:spPr>
              <a:xfrm>
                <a:off x="2585111" y="3298965"/>
                <a:ext cx="21863" cy="65624"/>
              </a:xfrm>
              <a:custGeom>
                <a:avLst/>
                <a:gdLst/>
                <a:ahLst/>
                <a:cxnLst/>
                <a:rect l="l" t="t" r="r" b="b"/>
                <a:pathLst>
                  <a:path w="620" h="1861" extrusionOk="0">
                    <a:moveTo>
                      <a:pt x="304" y="0"/>
                    </a:moveTo>
                    <a:cubicBezTo>
                      <a:pt x="290" y="0"/>
                      <a:pt x="276" y="1"/>
                      <a:pt x="262" y="3"/>
                    </a:cubicBezTo>
                    <a:cubicBezTo>
                      <a:pt x="119" y="27"/>
                      <a:pt x="0" y="194"/>
                      <a:pt x="0" y="336"/>
                    </a:cubicBezTo>
                    <a:lnTo>
                      <a:pt x="0" y="1503"/>
                    </a:lnTo>
                    <a:cubicBezTo>
                      <a:pt x="0" y="1670"/>
                      <a:pt x="119" y="1813"/>
                      <a:pt x="262" y="1861"/>
                    </a:cubicBezTo>
                    <a:cubicBezTo>
                      <a:pt x="477" y="1861"/>
                      <a:pt x="620" y="1694"/>
                      <a:pt x="620" y="1527"/>
                    </a:cubicBezTo>
                    <a:lnTo>
                      <a:pt x="620" y="336"/>
                    </a:lnTo>
                    <a:cubicBezTo>
                      <a:pt x="620" y="138"/>
                      <a:pt x="476" y="0"/>
                      <a:pt x="304" y="0"/>
                    </a:cubicBezTo>
                    <a:close/>
                  </a:path>
                </a:pathLst>
              </a:custGeom>
              <a:solidFill>
                <a:srgbClr val="7BD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88"/>
              <p:cNvSpPr/>
              <p:nvPr/>
            </p:nvSpPr>
            <p:spPr>
              <a:xfrm>
                <a:off x="2447376" y="3269662"/>
                <a:ext cx="213338" cy="52929"/>
              </a:xfrm>
              <a:custGeom>
                <a:avLst/>
                <a:gdLst/>
                <a:ahLst/>
                <a:cxnLst/>
                <a:rect l="l" t="t" r="r" b="b"/>
                <a:pathLst>
                  <a:path w="6050" h="1501" extrusionOk="0">
                    <a:moveTo>
                      <a:pt x="334" y="1"/>
                    </a:moveTo>
                    <a:cubicBezTo>
                      <a:pt x="144" y="1"/>
                      <a:pt x="1" y="143"/>
                      <a:pt x="1" y="334"/>
                    </a:cubicBezTo>
                    <a:lnTo>
                      <a:pt x="1" y="501"/>
                    </a:lnTo>
                    <a:cubicBezTo>
                      <a:pt x="1" y="1048"/>
                      <a:pt x="453" y="1501"/>
                      <a:pt x="977" y="1501"/>
                    </a:cubicBezTo>
                    <a:lnTo>
                      <a:pt x="5026" y="1501"/>
                    </a:lnTo>
                    <a:cubicBezTo>
                      <a:pt x="5573" y="1501"/>
                      <a:pt x="6002" y="1048"/>
                      <a:pt x="6002" y="501"/>
                    </a:cubicBezTo>
                    <a:lnTo>
                      <a:pt x="6002" y="334"/>
                    </a:lnTo>
                    <a:cubicBezTo>
                      <a:pt x="6050" y="120"/>
                      <a:pt x="5907" y="1"/>
                      <a:pt x="57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88"/>
              <p:cNvSpPr/>
              <p:nvPr/>
            </p:nvSpPr>
            <p:spPr>
              <a:xfrm>
                <a:off x="2554045" y="3269662"/>
                <a:ext cx="106669" cy="52929"/>
              </a:xfrm>
              <a:custGeom>
                <a:avLst/>
                <a:gdLst/>
                <a:ahLst/>
                <a:cxnLst/>
                <a:rect l="l" t="t" r="r" b="b"/>
                <a:pathLst>
                  <a:path w="3025" h="1501" extrusionOk="0">
                    <a:moveTo>
                      <a:pt x="0" y="1"/>
                    </a:moveTo>
                    <a:lnTo>
                      <a:pt x="0" y="1501"/>
                    </a:lnTo>
                    <a:lnTo>
                      <a:pt x="2048" y="1501"/>
                    </a:lnTo>
                    <a:cubicBezTo>
                      <a:pt x="2572" y="1501"/>
                      <a:pt x="3025" y="1048"/>
                      <a:pt x="3025" y="501"/>
                    </a:cubicBezTo>
                    <a:lnTo>
                      <a:pt x="3025" y="334"/>
                    </a:lnTo>
                    <a:cubicBezTo>
                      <a:pt x="3025" y="120"/>
                      <a:pt x="2882" y="1"/>
                      <a:pt x="2691" y="1"/>
                    </a:cubicBezTo>
                    <a:close/>
                  </a:path>
                </a:pathLst>
              </a:custGeom>
              <a:solidFill>
                <a:srgbClr val="9ADD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88"/>
              <p:cNvSpPr/>
              <p:nvPr/>
            </p:nvSpPr>
            <p:spPr>
              <a:xfrm>
                <a:off x="2471742" y="3483706"/>
                <a:ext cx="21863" cy="42103"/>
              </a:xfrm>
              <a:custGeom>
                <a:avLst/>
                <a:gdLst/>
                <a:ahLst/>
                <a:cxnLst/>
                <a:rect l="l" t="t" r="r" b="b"/>
                <a:pathLst>
                  <a:path w="620" h="1194" extrusionOk="0">
                    <a:moveTo>
                      <a:pt x="304" y="1"/>
                    </a:moveTo>
                    <a:cubicBezTo>
                      <a:pt x="290" y="1"/>
                      <a:pt x="276" y="2"/>
                      <a:pt x="262" y="3"/>
                    </a:cubicBezTo>
                    <a:cubicBezTo>
                      <a:pt x="120" y="27"/>
                      <a:pt x="0" y="194"/>
                      <a:pt x="0" y="337"/>
                    </a:cubicBezTo>
                    <a:lnTo>
                      <a:pt x="0" y="837"/>
                    </a:lnTo>
                    <a:cubicBezTo>
                      <a:pt x="0" y="980"/>
                      <a:pt x="120" y="1146"/>
                      <a:pt x="262" y="1194"/>
                    </a:cubicBezTo>
                    <a:cubicBezTo>
                      <a:pt x="477" y="1194"/>
                      <a:pt x="620" y="1051"/>
                      <a:pt x="620" y="861"/>
                    </a:cubicBezTo>
                    <a:lnTo>
                      <a:pt x="620" y="337"/>
                    </a:lnTo>
                    <a:cubicBezTo>
                      <a:pt x="620" y="138"/>
                      <a:pt x="476"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88"/>
              <p:cNvSpPr/>
              <p:nvPr/>
            </p:nvSpPr>
            <p:spPr>
              <a:xfrm>
                <a:off x="2620373" y="3483706"/>
                <a:ext cx="21863" cy="42103"/>
              </a:xfrm>
              <a:custGeom>
                <a:avLst/>
                <a:gdLst/>
                <a:ahLst/>
                <a:cxnLst/>
                <a:rect l="l" t="t" r="r" b="b"/>
                <a:pathLst>
                  <a:path w="620" h="1194" extrusionOk="0">
                    <a:moveTo>
                      <a:pt x="304" y="1"/>
                    </a:moveTo>
                    <a:cubicBezTo>
                      <a:pt x="290" y="1"/>
                      <a:pt x="276" y="2"/>
                      <a:pt x="263" y="3"/>
                    </a:cubicBezTo>
                    <a:cubicBezTo>
                      <a:pt x="120" y="27"/>
                      <a:pt x="1" y="194"/>
                      <a:pt x="1" y="337"/>
                    </a:cubicBezTo>
                    <a:lnTo>
                      <a:pt x="1" y="837"/>
                    </a:lnTo>
                    <a:cubicBezTo>
                      <a:pt x="1" y="980"/>
                      <a:pt x="120" y="1146"/>
                      <a:pt x="263" y="1194"/>
                    </a:cubicBezTo>
                    <a:cubicBezTo>
                      <a:pt x="477" y="1194"/>
                      <a:pt x="620" y="1051"/>
                      <a:pt x="620" y="861"/>
                    </a:cubicBezTo>
                    <a:lnTo>
                      <a:pt x="620" y="337"/>
                    </a:lnTo>
                    <a:cubicBezTo>
                      <a:pt x="620" y="138"/>
                      <a:pt x="477" y="1"/>
                      <a:pt x="304" y="1"/>
                    </a:cubicBezTo>
                    <a:close/>
                  </a:path>
                </a:pathLst>
              </a:custGeom>
              <a:solidFill>
                <a:srgbClr val="7BD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88"/>
              <p:cNvSpPr/>
              <p:nvPr/>
            </p:nvSpPr>
            <p:spPr>
              <a:xfrm>
                <a:off x="2416309" y="3341033"/>
                <a:ext cx="275471" cy="163794"/>
              </a:xfrm>
              <a:custGeom>
                <a:avLst/>
                <a:gdLst/>
                <a:ahLst/>
                <a:cxnLst/>
                <a:rect l="l" t="t" r="r" b="b"/>
                <a:pathLst>
                  <a:path w="7812" h="4645" extrusionOk="0">
                    <a:moveTo>
                      <a:pt x="1858" y="1"/>
                    </a:moveTo>
                    <a:cubicBezTo>
                      <a:pt x="1358" y="1"/>
                      <a:pt x="882" y="358"/>
                      <a:pt x="763" y="834"/>
                    </a:cubicBezTo>
                    <a:lnTo>
                      <a:pt x="72" y="3192"/>
                    </a:lnTo>
                    <a:cubicBezTo>
                      <a:pt x="1" y="3549"/>
                      <a:pt x="48" y="3906"/>
                      <a:pt x="263" y="4192"/>
                    </a:cubicBezTo>
                    <a:cubicBezTo>
                      <a:pt x="477" y="4502"/>
                      <a:pt x="834" y="4645"/>
                      <a:pt x="1191" y="4645"/>
                    </a:cubicBezTo>
                    <a:lnTo>
                      <a:pt x="6573" y="4645"/>
                    </a:lnTo>
                    <a:cubicBezTo>
                      <a:pt x="6931" y="4645"/>
                      <a:pt x="7288" y="4478"/>
                      <a:pt x="7502" y="4192"/>
                    </a:cubicBezTo>
                    <a:cubicBezTo>
                      <a:pt x="7740" y="3930"/>
                      <a:pt x="7812" y="3549"/>
                      <a:pt x="7693" y="3192"/>
                    </a:cubicBezTo>
                    <a:lnTo>
                      <a:pt x="7026" y="834"/>
                    </a:lnTo>
                    <a:cubicBezTo>
                      <a:pt x="6859" y="334"/>
                      <a:pt x="6431" y="1"/>
                      <a:pt x="5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88"/>
              <p:cNvSpPr/>
              <p:nvPr/>
            </p:nvSpPr>
            <p:spPr>
              <a:xfrm>
                <a:off x="2554045" y="3341033"/>
                <a:ext cx="137735" cy="164641"/>
              </a:xfrm>
              <a:custGeom>
                <a:avLst/>
                <a:gdLst/>
                <a:ahLst/>
                <a:cxnLst/>
                <a:rect l="l" t="t" r="r" b="b"/>
                <a:pathLst>
                  <a:path w="3906" h="4669" extrusionOk="0">
                    <a:moveTo>
                      <a:pt x="0" y="1"/>
                    </a:moveTo>
                    <a:lnTo>
                      <a:pt x="0" y="4668"/>
                    </a:lnTo>
                    <a:lnTo>
                      <a:pt x="2691" y="4668"/>
                    </a:lnTo>
                    <a:cubicBezTo>
                      <a:pt x="3049" y="4668"/>
                      <a:pt x="3406" y="4502"/>
                      <a:pt x="3620" y="4240"/>
                    </a:cubicBezTo>
                    <a:cubicBezTo>
                      <a:pt x="3858" y="3930"/>
                      <a:pt x="3906" y="3549"/>
                      <a:pt x="3834" y="3192"/>
                    </a:cubicBezTo>
                    <a:lnTo>
                      <a:pt x="3144" y="834"/>
                    </a:lnTo>
                    <a:cubicBezTo>
                      <a:pt x="2977" y="334"/>
                      <a:pt x="2548" y="1"/>
                      <a:pt x="20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88"/>
              <p:cNvSpPr/>
              <p:nvPr/>
            </p:nvSpPr>
            <p:spPr>
              <a:xfrm>
                <a:off x="2513740" y="3383031"/>
                <a:ext cx="81492" cy="81492"/>
              </a:xfrm>
              <a:custGeom>
                <a:avLst/>
                <a:gdLst/>
                <a:ahLst/>
                <a:cxnLst/>
                <a:rect l="l" t="t" r="r" b="b"/>
                <a:pathLst>
                  <a:path w="2311" h="2311" extrusionOk="0">
                    <a:moveTo>
                      <a:pt x="1143" y="1"/>
                    </a:moveTo>
                    <a:cubicBezTo>
                      <a:pt x="524" y="1"/>
                      <a:pt x="0" y="524"/>
                      <a:pt x="0" y="1167"/>
                    </a:cubicBezTo>
                    <a:cubicBezTo>
                      <a:pt x="0" y="1810"/>
                      <a:pt x="524" y="2311"/>
                      <a:pt x="1143" y="2311"/>
                    </a:cubicBezTo>
                    <a:cubicBezTo>
                      <a:pt x="1786" y="2311"/>
                      <a:pt x="2310" y="1810"/>
                      <a:pt x="2310" y="1167"/>
                    </a:cubicBezTo>
                    <a:cubicBezTo>
                      <a:pt x="2310" y="524"/>
                      <a:pt x="1786" y="1"/>
                      <a:pt x="1143" y="1"/>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88"/>
              <p:cNvSpPr/>
              <p:nvPr/>
            </p:nvSpPr>
            <p:spPr>
              <a:xfrm>
                <a:off x="2554045" y="3383031"/>
                <a:ext cx="41187" cy="82338"/>
              </a:xfrm>
              <a:custGeom>
                <a:avLst/>
                <a:gdLst/>
                <a:ahLst/>
                <a:cxnLst/>
                <a:rect l="l" t="t" r="r" b="b"/>
                <a:pathLst>
                  <a:path w="1168" h="2335" extrusionOk="0">
                    <a:moveTo>
                      <a:pt x="0" y="1"/>
                    </a:moveTo>
                    <a:lnTo>
                      <a:pt x="0" y="2334"/>
                    </a:lnTo>
                    <a:cubicBezTo>
                      <a:pt x="643" y="2334"/>
                      <a:pt x="1167" y="1810"/>
                      <a:pt x="1167" y="1167"/>
                    </a:cubicBezTo>
                    <a:cubicBezTo>
                      <a:pt x="1167" y="501"/>
                      <a:pt x="643" y="1"/>
                      <a:pt x="0"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65" name="Google Shape;2865;p88"/>
          <p:cNvGrpSpPr/>
          <p:nvPr/>
        </p:nvGrpSpPr>
        <p:grpSpPr>
          <a:xfrm>
            <a:off x="4863930" y="3230031"/>
            <a:ext cx="828373" cy="796886"/>
            <a:chOff x="4863930" y="3077631"/>
            <a:chExt cx="828373" cy="796886"/>
          </a:xfrm>
        </p:grpSpPr>
        <p:sp>
          <p:nvSpPr>
            <p:cNvPr id="2866" name="Google Shape;2866;p88"/>
            <p:cNvSpPr/>
            <p:nvPr/>
          </p:nvSpPr>
          <p:spPr>
            <a:xfrm>
              <a:off x="4863930" y="3116717"/>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67" name="Google Shape;2867;p88"/>
            <p:cNvGrpSpPr/>
            <p:nvPr/>
          </p:nvGrpSpPr>
          <p:grpSpPr>
            <a:xfrm>
              <a:off x="5169279" y="3077631"/>
              <a:ext cx="523024" cy="665440"/>
              <a:chOff x="1584961" y="3144551"/>
              <a:chExt cx="298991" cy="380447"/>
            </a:xfrm>
          </p:grpSpPr>
          <p:sp>
            <p:nvSpPr>
              <p:cNvPr id="2868" name="Google Shape;2868;p88"/>
              <p:cNvSpPr/>
              <p:nvPr/>
            </p:nvSpPr>
            <p:spPr>
              <a:xfrm>
                <a:off x="1585807" y="3205837"/>
                <a:ext cx="236823" cy="127686"/>
              </a:xfrm>
              <a:custGeom>
                <a:avLst/>
                <a:gdLst/>
                <a:ahLst/>
                <a:cxnLst/>
                <a:rect l="l" t="t" r="r" b="b"/>
                <a:pathLst>
                  <a:path w="6716" h="3621" extrusionOk="0">
                    <a:moveTo>
                      <a:pt x="2001" y="1"/>
                    </a:moveTo>
                    <a:cubicBezTo>
                      <a:pt x="1810" y="1"/>
                      <a:pt x="1667" y="144"/>
                      <a:pt x="1667" y="334"/>
                    </a:cubicBezTo>
                    <a:lnTo>
                      <a:pt x="1667" y="1168"/>
                    </a:lnTo>
                    <a:cubicBezTo>
                      <a:pt x="1667" y="1310"/>
                      <a:pt x="1572" y="1430"/>
                      <a:pt x="1453" y="1477"/>
                    </a:cubicBezTo>
                    <a:lnTo>
                      <a:pt x="572" y="1930"/>
                    </a:lnTo>
                    <a:cubicBezTo>
                      <a:pt x="214" y="2120"/>
                      <a:pt x="0" y="2430"/>
                      <a:pt x="0" y="2835"/>
                    </a:cubicBezTo>
                    <a:lnTo>
                      <a:pt x="0" y="3311"/>
                    </a:lnTo>
                    <a:cubicBezTo>
                      <a:pt x="0" y="3478"/>
                      <a:pt x="143" y="3620"/>
                      <a:pt x="334" y="3620"/>
                    </a:cubicBezTo>
                    <a:lnTo>
                      <a:pt x="6406" y="3620"/>
                    </a:lnTo>
                    <a:cubicBezTo>
                      <a:pt x="6573" y="3620"/>
                      <a:pt x="6716" y="3478"/>
                      <a:pt x="6716" y="3311"/>
                    </a:cubicBezTo>
                    <a:lnTo>
                      <a:pt x="6716" y="2835"/>
                    </a:lnTo>
                    <a:cubicBezTo>
                      <a:pt x="6692" y="2430"/>
                      <a:pt x="6454" y="2120"/>
                      <a:pt x="6120" y="1930"/>
                    </a:cubicBezTo>
                    <a:lnTo>
                      <a:pt x="5216" y="1477"/>
                    </a:lnTo>
                    <a:cubicBezTo>
                      <a:pt x="5096" y="1430"/>
                      <a:pt x="5001" y="1287"/>
                      <a:pt x="5001" y="1168"/>
                    </a:cubicBezTo>
                    <a:lnTo>
                      <a:pt x="5001" y="334"/>
                    </a:lnTo>
                    <a:cubicBezTo>
                      <a:pt x="5001" y="144"/>
                      <a:pt x="4858" y="1"/>
                      <a:pt x="46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88"/>
              <p:cNvSpPr/>
              <p:nvPr/>
            </p:nvSpPr>
            <p:spPr>
              <a:xfrm>
                <a:off x="1703372" y="3205837"/>
                <a:ext cx="118447" cy="128532"/>
              </a:xfrm>
              <a:custGeom>
                <a:avLst/>
                <a:gdLst/>
                <a:ahLst/>
                <a:cxnLst/>
                <a:rect l="l" t="t" r="r" b="b"/>
                <a:pathLst>
                  <a:path w="3359" h="3645" extrusionOk="0">
                    <a:moveTo>
                      <a:pt x="0" y="1"/>
                    </a:moveTo>
                    <a:lnTo>
                      <a:pt x="0" y="3644"/>
                    </a:lnTo>
                    <a:lnTo>
                      <a:pt x="3025" y="3644"/>
                    </a:lnTo>
                    <a:cubicBezTo>
                      <a:pt x="3215" y="3644"/>
                      <a:pt x="3358" y="3501"/>
                      <a:pt x="3358" y="3335"/>
                    </a:cubicBezTo>
                    <a:lnTo>
                      <a:pt x="3358" y="2835"/>
                    </a:lnTo>
                    <a:cubicBezTo>
                      <a:pt x="3358" y="2430"/>
                      <a:pt x="3120" y="2120"/>
                      <a:pt x="2786" y="1930"/>
                    </a:cubicBezTo>
                    <a:lnTo>
                      <a:pt x="1882" y="1477"/>
                    </a:lnTo>
                    <a:cubicBezTo>
                      <a:pt x="1762" y="1430"/>
                      <a:pt x="1667" y="1287"/>
                      <a:pt x="1667" y="1168"/>
                    </a:cubicBezTo>
                    <a:lnTo>
                      <a:pt x="1667" y="334"/>
                    </a:lnTo>
                    <a:cubicBezTo>
                      <a:pt x="1667" y="144"/>
                      <a:pt x="1524" y="1"/>
                      <a:pt x="1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88"/>
              <p:cNvSpPr/>
              <p:nvPr/>
            </p:nvSpPr>
            <p:spPr>
              <a:xfrm>
                <a:off x="1584961" y="3441814"/>
                <a:ext cx="236858" cy="83184"/>
              </a:xfrm>
              <a:custGeom>
                <a:avLst/>
                <a:gdLst/>
                <a:ahLst/>
                <a:cxnLst/>
                <a:rect l="l" t="t" r="r" b="b"/>
                <a:pathLst>
                  <a:path w="6717" h="2359" extrusionOk="0">
                    <a:moveTo>
                      <a:pt x="310" y="1"/>
                    </a:moveTo>
                    <a:cubicBezTo>
                      <a:pt x="143" y="1"/>
                      <a:pt x="0" y="143"/>
                      <a:pt x="0" y="334"/>
                    </a:cubicBezTo>
                    <a:lnTo>
                      <a:pt x="0" y="1668"/>
                    </a:lnTo>
                    <a:cubicBezTo>
                      <a:pt x="0" y="2025"/>
                      <a:pt x="286" y="2358"/>
                      <a:pt x="667" y="2358"/>
                    </a:cubicBezTo>
                    <a:lnTo>
                      <a:pt x="6002" y="2358"/>
                    </a:lnTo>
                    <a:cubicBezTo>
                      <a:pt x="6359" y="2358"/>
                      <a:pt x="6692" y="2049"/>
                      <a:pt x="6692" y="1668"/>
                    </a:cubicBezTo>
                    <a:lnTo>
                      <a:pt x="6692" y="334"/>
                    </a:lnTo>
                    <a:cubicBezTo>
                      <a:pt x="6716" y="143"/>
                      <a:pt x="6573" y="1"/>
                      <a:pt x="6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88"/>
              <p:cNvSpPr/>
              <p:nvPr/>
            </p:nvSpPr>
            <p:spPr>
              <a:xfrm>
                <a:off x="1703372" y="3441814"/>
                <a:ext cx="118447" cy="82338"/>
              </a:xfrm>
              <a:custGeom>
                <a:avLst/>
                <a:gdLst/>
                <a:ahLst/>
                <a:cxnLst/>
                <a:rect l="l" t="t" r="r" b="b"/>
                <a:pathLst>
                  <a:path w="3359" h="2335" extrusionOk="0">
                    <a:moveTo>
                      <a:pt x="0" y="1"/>
                    </a:moveTo>
                    <a:lnTo>
                      <a:pt x="0" y="2334"/>
                    </a:lnTo>
                    <a:lnTo>
                      <a:pt x="2667" y="2334"/>
                    </a:lnTo>
                    <a:cubicBezTo>
                      <a:pt x="3025" y="2334"/>
                      <a:pt x="3358" y="2025"/>
                      <a:pt x="3358" y="1644"/>
                    </a:cubicBezTo>
                    <a:lnTo>
                      <a:pt x="3358" y="310"/>
                    </a:lnTo>
                    <a:cubicBezTo>
                      <a:pt x="3358" y="143"/>
                      <a:pt x="3215" y="1"/>
                      <a:pt x="30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88"/>
              <p:cNvSpPr/>
              <p:nvPr/>
            </p:nvSpPr>
            <p:spPr>
              <a:xfrm>
                <a:off x="1585807" y="3322556"/>
                <a:ext cx="236012" cy="130224"/>
              </a:xfrm>
              <a:custGeom>
                <a:avLst/>
                <a:gdLst/>
                <a:ahLst/>
                <a:cxnLst/>
                <a:rect l="l" t="t" r="r" b="b"/>
                <a:pathLst>
                  <a:path w="6693" h="3693" extrusionOk="0">
                    <a:moveTo>
                      <a:pt x="0" y="1"/>
                    </a:moveTo>
                    <a:lnTo>
                      <a:pt x="0" y="3692"/>
                    </a:lnTo>
                    <a:lnTo>
                      <a:pt x="6692" y="3692"/>
                    </a:lnTo>
                    <a:lnTo>
                      <a:pt x="6692" y="1"/>
                    </a:ln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88"/>
              <p:cNvSpPr/>
              <p:nvPr/>
            </p:nvSpPr>
            <p:spPr>
              <a:xfrm>
                <a:off x="1703372" y="3322556"/>
                <a:ext cx="117600" cy="130224"/>
              </a:xfrm>
              <a:custGeom>
                <a:avLst/>
                <a:gdLst/>
                <a:ahLst/>
                <a:cxnLst/>
                <a:rect l="l" t="t" r="r" b="b"/>
                <a:pathLst>
                  <a:path w="3335" h="3693" extrusionOk="0">
                    <a:moveTo>
                      <a:pt x="0" y="1"/>
                    </a:moveTo>
                    <a:lnTo>
                      <a:pt x="0" y="3692"/>
                    </a:lnTo>
                    <a:lnTo>
                      <a:pt x="3334" y="3692"/>
                    </a:lnTo>
                    <a:lnTo>
                      <a:pt x="3334" y="1"/>
                    </a:ln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88"/>
              <p:cNvSpPr/>
              <p:nvPr/>
            </p:nvSpPr>
            <p:spPr>
              <a:xfrm>
                <a:off x="1667263" y="3352705"/>
                <a:ext cx="71407" cy="70772"/>
              </a:xfrm>
              <a:custGeom>
                <a:avLst/>
                <a:gdLst/>
                <a:ahLst/>
                <a:cxnLst/>
                <a:rect l="l" t="t" r="r" b="b"/>
                <a:pathLst>
                  <a:path w="2025" h="2007" extrusionOk="0">
                    <a:moveTo>
                      <a:pt x="1035" y="1"/>
                    </a:moveTo>
                    <a:cubicBezTo>
                      <a:pt x="878" y="1"/>
                      <a:pt x="715" y="138"/>
                      <a:pt x="715" y="337"/>
                    </a:cubicBezTo>
                    <a:lnTo>
                      <a:pt x="715" y="694"/>
                    </a:lnTo>
                    <a:lnTo>
                      <a:pt x="357" y="694"/>
                    </a:lnTo>
                    <a:cubicBezTo>
                      <a:pt x="215" y="694"/>
                      <a:pt x="72" y="813"/>
                      <a:pt x="48" y="956"/>
                    </a:cubicBezTo>
                    <a:cubicBezTo>
                      <a:pt x="0" y="1122"/>
                      <a:pt x="167" y="1313"/>
                      <a:pt x="357" y="1313"/>
                    </a:cubicBezTo>
                    <a:lnTo>
                      <a:pt x="715" y="1313"/>
                    </a:lnTo>
                    <a:lnTo>
                      <a:pt x="715" y="1670"/>
                    </a:lnTo>
                    <a:cubicBezTo>
                      <a:pt x="715" y="1813"/>
                      <a:pt x="834" y="1956"/>
                      <a:pt x="1000" y="2004"/>
                    </a:cubicBezTo>
                    <a:cubicBezTo>
                      <a:pt x="1013" y="2005"/>
                      <a:pt x="1025" y="2006"/>
                      <a:pt x="1037" y="2006"/>
                    </a:cubicBezTo>
                    <a:cubicBezTo>
                      <a:pt x="1194" y="2006"/>
                      <a:pt x="1358" y="1869"/>
                      <a:pt x="1358" y="1670"/>
                    </a:cubicBezTo>
                    <a:lnTo>
                      <a:pt x="1358" y="1313"/>
                    </a:lnTo>
                    <a:lnTo>
                      <a:pt x="1715" y="1313"/>
                    </a:lnTo>
                    <a:cubicBezTo>
                      <a:pt x="1882" y="1313"/>
                      <a:pt x="2024" y="1170"/>
                      <a:pt x="2024" y="956"/>
                    </a:cubicBezTo>
                    <a:cubicBezTo>
                      <a:pt x="2001" y="813"/>
                      <a:pt x="1858" y="694"/>
                      <a:pt x="1715" y="694"/>
                    </a:cubicBezTo>
                    <a:lnTo>
                      <a:pt x="1358" y="694"/>
                    </a:lnTo>
                    <a:lnTo>
                      <a:pt x="1358" y="337"/>
                    </a:lnTo>
                    <a:cubicBezTo>
                      <a:pt x="1358" y="170"/>
                      <a:pt x="1239" y="27"/>
                      <a:pt x="1072" y="3"/>
                    </a:cubicBezTo>
                    <a:cubicBezTo>
                      <a:pt x="1060" y="1"/>
                      <a:pt x="1047" y="1"/>
                      <a:pt x="10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88"/>
              <p:cNvSpPr/>
              <p:nvPr/>
            </p:nvSpPr>
            <p:spPr>
              <a:xfrm>
                <a:off x="1703372" y="3352811"/>
                <a:ext cx="35298" cy="68868"/>
              </a:xfrm>
              <a:custGeom>
                <a:avLst/>
                <a:gdLst/>
                <a:ahLst/>
                <a:cxnLst/>
                <a:rect l="l" t="t" r="r" b="b"/>
                <a:pathLst>
                  <a:path w="1001" h="1953" extrusionOk="0">
                    <a:moveTo>
                      <a:pt x="0" y="0"/>
                    </a:moveTo>
                    <a:lnTo>
                      <a:pt x="0" y="1953"/>
                    </a:lnTo>
                    <a:cubicBezTo>
                      <a:pt x="167" y="1953"/>
                      <a:pt x="334" y="1810"/>
                      <a:pt x="334" y="1643"/>
                    </a:cubicBezTo>
                    <a:lnTo>
                      <a:pt x="334" y="1286"/>
                    </a:lnTo>
                    <a:lnTo>
                      <a:pt x="691" y="1286"/>
                    </a:lnTo>
                    <a:cubicBezTo>
                      <a:pt x="858" y="1286"/>
                      <a:pt x="1000" y="1119"/>
                      <a:pt x="1000" y="929"/>
                    </a:cubicBezTo>
                    <a:cubicBezTo>
                      <a:pt x="977" y="810"/>
                      <a:pt x="834" y="691"/>
                      <a:pt x="691" y="691"/>
                    </a:cubicBezTo>
                    <a:lnTo>
                      <a:pt x="334" y="691"/>
                    </a:lnTo>
                    <a:lnTo>
                      <a:pt x="334" y="334"/>
                    </a:lnTo>
                    <a:cubicBezTo>
                      <a:pt x="334" y="143"/>
                      <a:pt x="167" y="0"/>
                      <a:pt x="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88"/>
              <p:cNvSpPr/>
              <p:nvPr/>
            </p:nvSpPr>
            <p:spPr>
              <a:xfrm>
                <a:off x="1626958" y="3144551"/>
                <a:ext cx="152863" cy="83149"/>
              </a:xfrm>
              <a:custGeom>
                <a:avLst/>
                <a:gdLst/>
                <a:ahLst/>
                <a:cxnLst/>
                <a:rect l="l" t="t" r="r" b="b"/>
                <a:pathLst>
                  <a:path w="4335" h="2358" extrusionOk="0">
                    <a:moveTo>
                      <a:pt x="310" y="0"/>
                    </a:moveTo>
                    <a:cubicBezTo>
                      <a:pt x="143" y="0"/>
                      <a:pt x="0" y="167"/>
                      <a:pt x="0" y="334"/>
                    </a:cubicBezTo>
                    <a:lnTo>
                      <a:pt x="0" y="2024"/>
                    </a:lnTo>
                    <a:cubicBezTo>
                      <a:pt x="0" y="2215"/>
                      <a:pt x="143" y="2358"/>
                      <a:pt x="310" y="2358"/>
                    </a:cubicBezTo>
                    <a:lnTo>
                      <a:pt x="4001" y="2358"/>
                    </a:lnTo>
                    <a:cubicBezTo>
                      <a:pt x="4191" y="2358"/>
                      <a:pt x="4334" y="2215"/>
                      <a:pt x="4334" y="2024"/>
                    </a:cubicBezTo>
                    <a:lnTo>
                      <a:pt x="4334" y="334"/>
                    </a:lnTo>
                    <a:cubicBezTo>
                      <a:pt x="4334" y="167"/>
                      <a:pt x="4191" y="0"/>
                      <a:pt x="4001" y="0"/>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88"/>
              <p:cNvSpPr/>
              <p:nvPr/>
            </p:nvSpPr>
            <p:spPr>
              <a:xfrm>
                <a:off x="1703372" y="3144551"/>
                <a:ext cx="76449" cy="82338"/>
              </a:xfrm>
              <a:custGeom>
                <a:avLst/>
                <a:gdLst/>
                <a:ahLst/>
                <a:cxnLst/>
                <a:rect l="l" t="t" r="r" b="b"/>
                <a:pathLst>
                  <a:path w="2168" h="2335" extrusionOk="0">
                    <a:moveTo>
                      <a:pt x="0" y="0"/>
                    </a:moveTo>
                    <a:lnTo>
                      <a:pt x="0" y="2334"/>
                    </a:lnTo>
                    <a:lnTo>
                      <a:pt x="1834" y="2334"/>
                    </a:lnTo>
                    <a:cubicBezTo>
                      <a:pt x="2024" y="2334"/>
                      <a:pt x="2167" y="2191"/>
                      <a:pt x="2167" y="2001"/>
                    </a:cubicBezTo>
                    <a:lnTo>
                      <a:pt x="2167" y="310"/>
                    </a:lnTo>
                    <a:cubicBezTo>
                      <a:pt x="2167" y="167"/>
                      <a:pt x="2024" y="0"/>
                      <a:pt x="1834" y="0"/>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88"/>
              <p:cNvSpPr/>
              <p:nvPr/>
            </p:nvSpPr>
            <p:spPr>
              <a:xfrm>
                <a:off x="1771393" y="3449360"/>
                <a:ext cx="76449" cy="74792"/>
              </a:xfrm>
              <a:custGeom>
                <a:avLst/>
                <a:gdLst/>
                <a:ahLst/>
                <a:cxnLst/>
                <a:rect l="l" t="t" r="r" b="b"/>
                <a:pathLst>
                  <a:path w="2168" h="2121" extrusionOk="0">
                    <a:moveTo>
                      <a:pt x="977" y="1"/>
                    </a:moveTo>
                    <a:lnTo>
                      <a:pt x="334" y="691"/>
                    </a:lnTo>
                    <a:cubicBezTo>
                      <a:pt x="0" y="1001"/>
                      <a:pt x="0" y="1549"/>
                      <a:pt x="334" y="1882"/>
                    </a:cubicBezTo>
                    <a:cubicBezTo>
                      <a:pt x="476" y="2025"/>
                      <a:pt x="691" y="2120"/>
                      <a:pt x="929" y="2120"/>
                    </a:cubicBezTo>
                    <a:cubicBezTo>
                      <a:pt x="1167" y="2120"/>
                      <a:pt x="1381" y="2025"/>
                      <a:pt x="1524" y="1882"/>
                    </a:cubicBezTo>
                    <a:lnTo>
                      <a:pt x="2167" y="1192"/>
                    </a:lnTo>
                    <a:lnTo>
                      <a:pt x="1882" y="287"/>
                    </a:lnTo>
                    <a:lnTo>
                      <a:pt x="977" y="1"/>
                    </a:ln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88"/>
              <p:cNvSpPr/>
              <p:nvPr/>
            </p:nvSpPr>
            <p:spPr>
              <a:xfrm>
                <a:off x="1783136" y="3459445"/>
                <a:ext cx="64707" cy="64707"/>
              </a:xfrm>
              <a:custGeom>
                <a:avLst/>
                <a:gdLst/>
                <a:ahLst/>
                <a:cxnLst/>
                <a:rect l="l" t="t" r="r" b="b"/>
                <a:pathLst>
                  <a:path w="1835" h="1835" extrusionOk="0">
                    <a:moveTo>
                      <a:pt x="1549" y="1"/>
                    </a:moveTo>
                    <a:lnTo>
                      <a:pt x="1" y="1596"/>
                    </a:lnTo>
                    <a:cubicBezTo>
                      <a:pt x="143" y="1739"/>
                      <a:pt x="358" y="1834"/>
                      <a:pt x="596" y="1834"/>
                    </a:cubicBezTo>
                    <a:cubicBezTo>
                      <a:pt x="834" y="1834"/>
                      <a:pt x="1048" y="1739"/>
                      <a:pt x="1191" y="1596"/>
                    </a:cubicBezTo>
                    <a:lnTo>
                      <a:pt x="1834" y="906"/>
                    </a:lnTo>
                    <a:lnTo>
                      <a:pt x="1549" y="1"/>
                    </a:ln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88"/>
              <p:cNvSpPr/>
              <p:nvPr/>
            </p:nvSpPr>
            <p:spPr>
              <a:xfrm>
                <a:off x="1807502" y="3417447"/>
                <a:ext cx="76449" cy="74792"/>
              </a:xfrm>
              <a:custGeom>
                <a:avLst/>
                <a:gdLst/>
                <a:ahLst/>
                <a:cxnLst/>
                <a:rect l="l" t="t" r="r" b="b"/>
                <a:pathLst>
                  <a:path w="2168" h="2121" extrusionOk="0">
                    <a:moveTo>
                      <a:pt x="1239" y="1"/>
                    </a:moveTo>
                    <a:cubicBezTo>
                      <a:pt x="1000" y="1"/>
                      <a:pt x="786" y="96"/>
                      <a:pt x="643" y="239"/>
                    </a:cubicBezTo>
                    <a:lnTo>
                      <a:pt x="0" y="930"/>
                    </a:lnTo>
                    <a:lnTo>
                      <a:pt x="1191" y="2120"/>
                    </a:lnTo>
                    <a:lnTo>
                      <a:pt x="1834" y="1430"/>
                    </a:lnTo>
                    <a:cubicBezTo>
                      <a:pt x="2167" y="1120"/>
                      <a:pt x="2167" y="572"/>
                      <a:pt x="1834" y="239"/>
                    </a:cubicBezTo>
                    <a:cubicBezTo>
                      <a:pt x="1691" y="96"/>
                      <a:pt x="1477" y="1"/>
                      <a:pt x="1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88"/>
              <p:cNvSpPr/>
              <p:nvPr/>
            </p:nvSpPr>
            <p:spPr>
              <a:xfrm>
                <a:off x="1826791" y="3425875"/>
                <a:ext cx="55468" cy="66364"/>
              </a:xfrm>
              <a:custGeom>
                <a:avLst/>
                <a:gdLst/>
                <a:ahLst/>
                <a:cxnLst/>
                <a:rect l="l" t="t" r="r" b="b"/>
                <a:pathLst>
                  <a:path w="1573" h="1882" extrusionOk="0">
                    <a:moveTo>
                      <a:pt x="1263" y="0"/>
                    </a:moveTo>
                    <a:lnTo>
                      <a:pt x="1" y="1286"/>
                    </a:lnTo>
                    <a:lnTo>
                      <a:pt x="596" y="1881"/>
                    </a:lnTo>
                    <a:lnTo>
                      <a:pt x="1263" y="1191"/>
                    </a:lnTo>
                    <a:cubicBezTo>
                      <a:pt x="1573" y="881"/>
                      <a:pt x="1573" y="333"/>
                      <a:pt x="12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82" name="Google Shape;2882;p88"/>
          <p:cNvGrpSpPr/>
          <p:nvPr/>
        </p:nvGrpSpPr>
        <p:grpSpPr>
          <a:xfrm>
            <a:off x="4863930" y="1800202"/>
            <a:ext cx="814075" cy="821083"/>
            <a:chOff x="4863930" y="1647802"/>
            <a:chExt cx="814075" cy="821083"/>
          </a:xfrm>
        </p:grpSpPr>
        <p:sp>
          <p:nvSpPr>
            <p:cNvPr id="2883" name="Google Shape;2883;p88"/>
            <p:cNvSpPr/>
            <p:nvPr/>
          </p:nvSpPr>
          <p:spPr>
            <a:xfrm>
              <a:off x="4863930" y="1711085"/>
              <a:ext cx="757800" cy="757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84" name="Google Shape;2884;p88"/>
            <p:cNvGrpSpPr/>
            <p:nvPr/>
          </p:nvGrpSpPr>
          <p:grpSpPr>
            <a:xfrm>
              <a:off x="5183601" y="1647802"/>
              <a:ext cx="494404" cy="665412"/>
              <a:chOff x="762004" y="2531406"/>
              <a:chExt cx="283863" cy="382069"/>
            </a:xfrm>
          </p:grpSpPr>
          <p:sp>
            <p:nvSpPr>
              <p:cNvPr id="2885" name="Google Shape;2885;p88"/>
              <p:cNvSpPr/>
              <p:nvPr/>
            </p:nvSpPr>
            <p:spPr>
              <a:xfrm>
                <a:off x="955137" y="2621361"/>
                <a:ext cx="51272" cy="97466"/>
              </a:xfrm>
              <a:custGeom>
                <a:avLst/>
                <a:gdLst/>
                <a:ahLst/>
                <a:cxnLst/>
                <a:rect l="l" t="t" r="r" b="b"/>
                <a:pathLst>
                  <a:path w="1454" h="2764" extrusionOk="0">
                    <a:moveTo>
                      <a:pt x="1089" y="1"/>
                    </a:moveTo>
                    <a:cubicBezTo>
                      <a:pt x="953" y="1"/>
                      <a:pt x="841" y="87"/>
                      <a:pt x="786" y="215"/>
                    </a:cubicBezTo>
                    <a:lnTo>
                      <a:pt x="0" y="2501"/>
                    </a:lnTo>
                    <a:lnTo>
                      <a:pt x="548" y="2763"/>
                    </a:lnTo>
                    <a:lnTo>
                      <a:pt x="1358" y="406"/>
                    </a:lnTo>
                    <a:cubicBezTo>
                      <a:pt x="1453" y="263"/>
                      <a:pt x="1358" y="72"/>
                      <a:pt x="1215" y="25"/>
                    </a:cubicBezTo>
                    <a:cubicBezTo>
                      <a:pt x="1171" y="8"/>
                      <a:pt x="1129" y="1"/>
                      <a:pt x="108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88"/>
              <p:cNvSpPr/>
              <p:nvPr/>
            </p:nvSpPr>
            <p:spPr>
              <a:xfrm>
                <a:off x="947591" y="2574321"/>
                <a:ext cx="98277" cy="62203"/>
              </a:xfrm>
              <a:custGeom>
                <a:avLst/>
                <a:gdLst/>
                <a:ahLst/>
                <a:cxnLst/>
                <a:rect l="l" t="t" r="r" b="b"/>
                <a:pathLst>
                  <a:path w="2787" h="1764" extrusionOk="0">
                    <a:moveTo>
                      <a:pt x="959" y="0"/>
                    </a:moveTo>
                    <a:cubicBezTo>
                      <a:pt x="430" y="0"/>
                      <a:pt x="0" y="444"/>
                      <a:pt x="0" y="1001"/>
                    </a:cubicBezTo>
                    <a:lnTo>
                      <a:pt x="0" y="1454"/>
                    </a:lnTo>
                    <a:cubicBezTo>
                      <a:pt x="0" y="1621"/>
                      <a:pt x="143" y="1764"/>
                      <a:pt x="334" y="1764"/>
                    </a:cubicBezTo>
                    <a:lnTo>
                      <a:pt x="1882" y="1764"/>
                    </a:lnTo>
                    <a:cubicBezTo>
                      <a:pt x="2382" y="1764"/>
                      <a:pt x="2786" y="1359"/>
                      <a:pt x="2763" y="859"/>
                    </a:cubicBezTo>
                    <a:cubicBezTo>
                      <a:pt x="2739" y="359"/>
                      <a:pt x="2334" y="1"/>
                      <a:pt x="1882" y="1"/>
                    </a:cubicBezTo>
                    <a:lnTo>
                      <a:pt x="1000" y="1"/>
                    </a:lnTo>
                    <a:cubicBezTo>
                      <a:pt x="987" y="1"/>
                      <a:pt x="973" y="0"/>
                      <a:pt x="9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88"/>
              <p:cNvSpPr/>
              <p:nvPr/>
            </p:nvSpPr>
            <p:spPr>
              <a:xfrm>
                <a:off x="762004" y="2531406"/>
                <a:ext cx="82303" cy="194120"/>
              </a:xfrm>
              <a:custGeom>
                <a:avLst/>
                <a:gdLst/>
                <a:ahLst/>
                <a:cxnLst/>
                <a:rect l="l" t="t" r="r" b="b"/>
                <a:pathLst>
                  <a:path w="2334" h="5505" extrusionOk="0">
                    <a:moveTo>
                      <a:pt x="334" y="1"/>
                    </a:moveTo>
                    <a:cubicBezTo>
                      <a:pt x="318" y="1"/>
                      <a:pt x="302" y="2"/>
                      <a:pt x="286" y="4"/>
                    </a:cubicBezTo>
                    <a:cubicBezTo>
                      <a:pt x="119" y="51"/>
                      <a:pt x="0" y="194"/>
                      <a:pt x="24" y="361"/>
                    </a:cubicBezTo>
                    <a:lnTo>
                      <a:pt x="95" y="1171"/>
                    </a:lnTo>
                    <a:cubicBezTo>
                      <a:pt x="167" y="1576"/>
                      <a:pt x="429" y="1957"/>
                      <a:pt x="857" y="2123"/>
                    </a:cubicBezTo>
                    <a:lnTo>
                      <a:pt x="857" y="3885"/>
                    </a:lnTo>
                    <a:cubicBezTo>
                      <a:pt x="857" y="3933"/>
                      <a:pt x="881" y="4005"/>
                      <a:pt x="881" y="4028"/>
                    </a:cubicBezTo>
                    <a:lnTo>
                      <a:pt x="1762" y="5505"/>
                    </a:lnTo>
                    <a:lnTo>
                      <a:pt x="2334" y="5219"/>
                    </a:lnTo>
                    <a:lnTo>
                      <a:pt x="1500" y="3790"/>
                    </a:lnTo>
                    <a:lnTo>
                      <a:pt x="1500" y="2314"/>
                    </a:lnTo>
                    <a:lnTo>
                      <a:pt x="1596" y="2338"/>
                    </a:lnTo>
                    <a:lnTo>
                      <a:pt x="1691" y="2338"/>
                    </a:lnTo>
                    <a:cubicBezTo>
                      <a:pt x="1834" y="2338"/>
                      <a:pt x="1953" y="2242"/>
                      <a:pt x="1977" y="2099"/>
                    </a:cubicBezTo>
                    <a:cubicBezTo>
                      <a:pt x="2048" y="1909"/>
                      <a:pt x="1929" y="1766"/>
                      <a:pt x="1786" y="1718"/>
                    </a:cubicBezTo>
                    <a:lnTo>
                      <a:pt x="1119" y="1528"/>
                    </a:lnTo>
                    <a:cubicBezTo>
                      <a:pt x="905" y="1480"/>
                      <a:pt x="762" y="1290"/>
                      <a:pt x="738" y="1075"/>
                    </a:cubicBezTo>
                    <a:lnTo>
                      <a:pt x="643" y="290"/>
                    </a:lnTo>
                    <a:cubicBezTo>
                      <a:pt x="621" y="115"/>
                      <a:pt x="500" y="1"/>
                      <a:pt x="3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88"/>
              <p:cNvSpPr/>
              <p:nvPr/>
            </p:nvSpPr>
            <p:spPr>
              <a:xfrm>
                <a:off x="775439" y="2865942"/>
                <a:ext cx="259497" cy="47534"/>
              </a:xfrm>
              <a:custGeom>
                <a:avLst/>
                <a:gdLst/>
                <a:ahLst/>
                <a:cxnLst/>
                <a:rect l="l" t="t" r="r" b="b"/>
                <a:pathLst>
                  <a:path w="7359" h="1348" extrusionOk="0">
                    <a:moveTo>
                      <a:pt x="7040" y="0"/>
                    </a:moveTo>
                    <a:cubicBezTo>
                      <a:pt x="6864" y="0"/>
                      <a:pt x="6716" y="138"/>
                      <a:pt x="6716" y="328"/>
                    </a:cubicBezTo>
                    <a:lnTo>
                      <a:pt x="6716" y="352"/>
                    </a:lnTo>
                    <a:lnTo>
                      <a:pt x="619" y="352"/>
                    </a:lnTo>
                    <a:lnTo>
                      <a:pt x="619" y="233"/>
                    </a:lnTo>
                    <a:cubicBezTo>
                      <a:pt x="619" y="209"/>
                      <a:pt x="619" y="162"/>
                      <a:pt x="596" y="138"/>
                    </a:cubicBezTo>
                    <a:cubicBezTo>
                      <a:pt x="510" y="53"/>
                      <a:pt x="418" y="18"/>
                      <a:pt x="331" y="18"/>
                    </a:cubicBezTo>
                    <a:cubicBezTo>
                      <a:pt x="152" y="18"/>
                      <a:pt x="0" y="168"/>
                      <a:pt x="0" y="328"/>
                    </a:cubicBezTo>
                    <a:lnTo>
                      <a:pt x="0" y="1114"/>
                    </a:lnTo>
                    <a:cubicBezTo>
                      <a:pt x="0" y="1162"/>
                      <a:pt x="0" y="1186"/>
                      <a:pt x="24" y="1209"/>
                    </a:cubicBezTo>
                    <a:cubicBezTo>
                      <a:pt x="114" y="1299"/>
                      <a:pt x="211" y="1336"/>
                      <a:pt x="301" y="1336"/>
                    </a:cubicBezTo>
                    <a:cubicBezTo>
                      <a:pt x="475" y="1336"/>
                      <a:pt x="619" y="1199"/>
                      <a:pt x="619" y="1043"/>
                    </a:cubicBezTo>
                    <a:lnTo>
                      <a:pt x="619" y="995"/>
                    </a:lnTo>
                    <a:lnTo>
                      <a:pt x="6716" y="995"/>
                    </a:lnTo>
                    <a:lnTo>
                      <a:pt x="6716" y="1162"/>
                    </a:lnTo>
                    <a:cubicBezTo>
                      <a:pt x="6716" y="1186"/>
                      <a:pt x="6764" y="1233"/>
                      <a:pt x="6764" y="1233"/>
                    </a:cubicBezTo>
                    <a:cubicBezTo>
                      <a:pt x="6852" y="1314"/>
                      <a:pt x="6949" y="1348"/>
                      <a:pt x="7038" y="1348"/>
                    </a:cubicBezTo>
                    <a:cubicBezTo>
                      <a:pt x="7213" y="1348"/>
                      <a:pt x="7359" y="1216"/>
                      <a:pt x="7359" y="1043"/>
                    </a:cubicBezTo>
                    <a:lnTo>
                      <a:pt x="7359" y="233"/>
                    </a:lnTo>
                    <a:cubicBezTo>
                      <a:pt x="7359" y="162"/>
                      <a:pt x="7359" y="138"/>
                      <a:pt x="7311" y="114"/>
                    </a:cubicBezTo>
                    <a:cubicBezTo>
                      <a:pt x="7224" y="35"/>
                      <a:pt x="7129" y="0"/>
                      <a:pt x="704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88"/>
              <p:cNvSpPr/>
              <p:nvPr/>
            </p:nvSpPr>
            <p:spPr>
              <a:xfrm>
                <a:off x="905593" y="2865942"/>
                <a:ext cx="129343" cy="46688"/>
              </a:xfrm>
              <a:custGeom>
                <a:avLst/>
                <a:gdLst/>
                <a:ahLst/>
                <a:cxnLst/>
                <a:rect l="l" t="t" r="r" b="b"/>
                <a:pathLst>
                  <a:path w="3668" h="1324" extrusionOk="0">
                    <a:moveTo>
                      <a:pt x="3349" y="0"/>
                    </a:moveTo>
                    <a:cubicBezTo>
                      <a:pt x="3173" y="0"/>
                      <a:pt x="3025" y="138"/>
                      <a:pt x="3025" y="328"/>
                    </a:cubicBezTo>
                    <a:lnTo>
                      <a:pt x="3025" y="352"/>
                    </a:lnTo>
                    <a:lnTo>
                      <a:pt x="0" y="352"/>
                    </a:lnTo>
                    <a:lnTo>
                      <a:pt x="0" y="971"/>
                    </a:lnTo>
                    <a:lnTo>
                      <a:pt x="3025" y="971"/>
                    </a:lnTo>
                    <a:lnTo>
                      <a:pt x="3025" y="1114"/>
                    </a:lnTo>
                    <a:cubicBezTo>
                      <a:pt x="3025" y="1162"/>
                      <a:pt x="3073" y="1209"/>
                      <a:pt x="3073" y="1209"/>
                    </a:cubicBezTo>
                    <a:cubicBezTo>
                      <a:pt x="3160" y="1289"/>
                      <a:pt x="3255" y="1323"/>
                      <a:pt x="3343" y="1323"/>
                    </a:cubicBezTo>
                    <a:cubicBezTo>
                      <a:pt x="3520" y="1323"/>
                      <a:pt x="3668" y="1186"/>
                      <a:pt x="3668" y="995"/>
                    </a:cubicBezTo>
                    <a:lnTo>
                      <a:pt x="3668" y="209"/>
                    </a:lnTo>
                    <a:cubicBezTo>
                      <a:pt x="3668" y="162"/>
                      <a:pt x="3668" y="138"/>
                      <a:pt x="3620" y="114"/>
                    </a:cubicBezTo>
                    <a:cubicBezTo>
                      <a:pt x="3533" y="35"/>
                      <a:pt x="3438" y="0"/>
                      <a:pt x="33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88"/>
              <p:cNvSpPr/>
              <p:nvPr/>
            </p:nvSpPr>
            <p:spPr>
              <a:xfrm>
                <a:off x="792224" y="2674290"/>
                <a:ext cx="224234" cy="225081"/>
              </a:xfrm>
              <a:custGeom>
                <a:avLst/>
                <a:gdLst/>
                <a:ahLst/>
                <a:cxnLst/>
                <a:rect l="l" t="t" r="r" b="b"/>
                <a:pathLst>
                  <a:path w="6359" h="6383" extrusionOk="0">
                    <a:moveTo>
                      <a:pt x="3168" y="0"/>
                    </a:moveTo>
                    <a:cubicBezTo>
                      <a:pt x="1429" y="0"/>
                      <a:pt x="0" y="1429"/>
                      <a:pt x="0" y="3191"/>
                    </a:cubicBezTo>
                    <a:cubicBezTo>
                      <a:pt x="0" y="4954"/>
                      <a:pt x="1429" y="6382"/>
                      <a:pt x="3168" y="6382"/>
                    </a:cubicBezTo>
                    <a:cubicBezTo>
                      <a:pt x="4930" y="6382"/>
                      <a:pt x="6359" y="4954"/>
                      <a:pt x="6359" y="3191"/>
                    </a:cubicBezTo>
                    <a:cubicBezTo>
                      <a:pt x="6359" y="1429"/>
                      <a:pt x="4930" y="0"/>
                      <a:pt x="3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88"/>
              <p:cNvSpPr/>
              <p:nvPr/>
            </p:nvSpPr>
            <p:spPr>
              <a:xfrm>
                <a:off x="903901" y="2675947"/>
                <a:ext cx="112558" cy="224269"/>
              </a:xfrm>
              <a:custGeom>
                <a:avLst/>
                <a:gdLst/>
                <a:ahLst/>
                <a:cxnLst/>
                <a:rect l="l" t="t" r="r" b="b"/>
                <a:pathLst>
                  <a:path w="3192" h="6360" extrusionOk="0">
                    <a:moveTo>
                      <a:pt x="1" y="1"/>
                    </a:moveTo>
                    <a:lnTo>
                      <a:pt x="1" y="6359"/>
                    </a:lnTo>
                    <a:cubicBezTo>
                      <a:pt x="1763" y="6359"/>
                      <a:pt x="3192" y="4930"/>
                      <a:pt x="3192" y="3168"/>
                    </a:cubicBezTo>
                    <a:cubicBezTo>
                      <a:pt x="3192" y="1430"/>
                      <a:pt x="1763"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88"/>
              <p:cNvSpPr/>
              <p:nvPr/>
            </p:nvSpPr>
            <p:spPr>
              <a:xfrm>
                <a:off x="851853" y="2716252"/>
                <a:ext cx="105012" cy="105012"/>
              </a:xfrm>
              <a:custGeom>
                <a:avLst/>
                <a:gdLst/>
                <a:ahLst/>
                <a:cxnLst/>
                <a:rect l="l" t="t" r="r" b="b"/>
                <a:pathLst>
                  <a:path w="2978" h="2978" extrusionOk="0">
                    <a:moveTo>
                      <a:pt x="1477" y="1"/>
                    </a:moveTo>
                    <a:cubicBezTo>
                      <a:pt x="667" y="1"/>
                      <a:pt x="0" y="668"/>
                      <a:pt x="0" y="1501"/>
                    </a:cubicBezTo>
                    <a:cubicBezTo>
                      <a:pt x="0" y="2311"/>
                      <a:pt x="667" y="2978"/>
                      <a:pt x="1477" y="2978"/>
                    </a:cubicBezTo>
                    <a:cubicBezTo>
                      <a:pt x="2310" y="2978"/>
                      <a:pt x="2977" y="2311"/>
                      <a:pt x="2977" y="1501"/>
                    </a:cubicBezTo>
                    <a:cubicBezTo>
                      <a:pt x="2977" y="668"/>
                      <a:pt x="2310" y="1"/>
                      <a:pt x="147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88"/>
              <p:cNvSpPr/>
              <p:nvPr/>
            </p:nvSpPr>
            <p:spPr>
              <a:xfrm>
                <a:off x="903901" y="2716252"/>
                <a:ext cx="52964" cy="106704"/>
              </a:xfrm>
              <a:custGeom>
                <a:avLst/>
                <a:gdLst/>
                <a:ahLst/>
                <a:cxnLst/>
                <a:rect l="l" t="t" r="r" b="b"/>
                <a:pathLst>
                  <a:path w="1502" h="3026" extrusionOk="0">
                    <a:moveTo>
                      <a:pt x="1" y="1"/>
                    </a:moveTo>
                    <a:lnTo>
                      <a:pt x="1" y="3025"/>
                    </a:lnTo>
                    <a:cubicBezTo>
                      <a:pt x="858" y="3025"/>
                      <a:pt x="1501" y="2335"/>
                      <a:pt x="1501" y="1525"/>
                    </a:cubicBezTo>
                    <a:cubicBezTo>
                      <a:pt x="1501" y="715"/>
                      <a:pt x="858" y="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88"/>
              <p:cNvSpPr/>
              <p:nvPr/>
            </p:nvSpPr>
            <p:spPr>
              <a:xfrm>
                <a:off x="893851" y="2758250"/>
                <a:ext cx="21863" cy="88227"/>
              </a:xfrm>
              <a:custGeom>
                <a:avLst/>
                <a:gdLst/>
                <a:ahLst/>
                <a:cxnLst/>
                <a:rect l="l" t="t" r="r" b="b"/>
                <a:pathLst>
                  <a:path w="620" h="2502" extrusionOk="0">
                    <a:moveTo>
                      <a:pt x="262" y="1"/>
                    </a:moveTo>
                    <a:cubicBezTo>
                      <a:pt x="119" y="48"/>
                      <a:pt x="0" y="167"/>
                      <a:pt x="0" y="334"/>
                    </a:cubicBezTo>
                    <a:lnTo>
                      <a:pt x="0" y="2501"/>
                    </a:lnTo>
                    <a:lnTo>
                      <a:pt x="619" y="2501"/>
                    </a:lnTo>
                    <a:lnTo>
                      <a:pt x="619" y="334"/>
                    </a:lnTo>
                    <a:cubicBezTo>
                      <a:pt x="619" y="167"/>
                      <a:pt x="476" y="1"/>
                      <a:pt x="262" y="1"/>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88"/>
              <p:cNvSpPr/>
              <p:nvPr/>
            </p:nvSpPr>
            <p:spPr>
              <a:xfrm>
                <a:off x="903901" y="2758250"/>
                <a:ext cx="11813" cy="88227"/>
              </a:xfrm>
              <a:custGeom>
                <a:avLst/>
                <a:gdLst/>
                <a:ahLst/>
                <a:cxnLst/>
                <a:rect l="l" t="t" r="r" b="b"/>
                <a:pathLst>
                  <a:path w="335" h="2502" extrusionOk="0">
                    <a:moveTo>
                      <a:pt x="1" y="1"/>
                    </a:moveTo>
                    <a:lnTo>
                      <a:pt x="1" y="2501"/>
                    </a:lnTo>
                    <a:lnTo>
                      <a:pt x="334" y="2501"/>
                    </a:lnTo>
                    <a:lnTo>
                      <a:pt x="334" y="334"/>
                    </a:lnTo>
                    <a:cubicBezTo>
                      <a:pt x="334" y="167"/>
                      <a:pt x="191" y="1"/>
                      <a:pt x="1"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88"/>
              <p:cNvSpPr/>
              <p:nvPr/>
            </p:nvSpPr>
            <p:spPr>
              <a:xfrm>
                <a:off x="881227" y="2836357"/>
                <a:ext cx="47075" cy="21863"/>
              </a:xfrm>
              <a:custGeom>
                <a:avLst/>
                <a:gdLst/>
                <a:ahLst/>
                <a:cxnLst/>
                <a:rect l="l" t="t" r="r" b="b"/>
                <a:pathLst>
                  <a:path w="1335" h="620" extrusionOk="0">
                    <a:moveTo>
                      <a:pt x="358" y="0"/>
                    </a:moveTo>
                    <a:cubicBezTo>
                      <a:pt x="215" y="0"/>
                      <a:pt x="72" y="119"/>
                      <a:pt x="25" y="262"/>
                    </a:cubicBezTo>
                    <a:cubicBezTo>
                      <a:pt x="1" y="453"/>
                      <a:pt x="144" y="620"/>
                      <a:pt x="358" y="620"/>
                    </a:cubicBezTo>
                    <a:lnTo>
                      <a:pt x="1025" y="620"/>
                    </a:lnTo>
                    <a:cubicBezTo>
                      <a:pt x="1168" y="620"/>
                      <a:pt x="1311" y="500"/>
                      <a:pt x="1334" y="358"/>
                    </a:cubicBezTo>
                    <a:cubicBezTo>
                      <a:pt x="1334" y="143"/>
                      <a:pt x="1192" y="0"/>
                      <a:pt x="10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88"/>
              <p:cNvSpPr/>
              <p:nvPr/>
            </p:nvSpPr>
            <p:spPr>
              <a:xfrm>
                <a:off x="904747" y="2836357"/>
                <a:ext cx="22709" cy="21863"/>
              </a:xfrm>
              <a:custGeom>
                <a:avLst/>
                <a:gdLst/>
                <a:ahLst/>
                <a:cxnLst/>
                <a:rect l="l" t="t" r="r" b="b"/>
                <a:pathLst>
                  <a:path w="644" h="620" extrusionOk="0">
                    <a:moveTo>
                      <a:pt x="1" y="0"/>
                    </a:moveTo>
                    <a:lnTo>
                      <a:pt x="1" y="620"/>
                    </a:lnTo>
                    <a:lnTo>
                      <a:pt x="310" y="620"/>
                    </a:lnTo>
                    <a:cubicBezTo>
                      <a:pt x="501" y="620"/>
                      <a:pt x="644" y="477"/>
                      <a:pt x="644" y="262"/>
                    </a:cubicBezTo>
                    <a:cubicBezTo>
                      <a:pt x="644" y="119"/>
                      <a:pt x="501" y="0"/>
                      <a:pt x="31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 name="Title 6">
            <a:extLst>
              <a:ext uri="{FF2B5EF4-FFF2-40B4-BE49-F238E27FC236}">
                <a16:creationId xmlns:a16="http://schemas.microsoft.com/office/drawing/2014/main" id="{D0F15FC3-D9EC-2F77-3F94-CE34A4FAD51D}"/>
              </a:ext>
            </a:extLst>
          </p:cNvPr>
          <p:cNvSpPr>
            <a:spLocks noGrp="1"/>
          </p:cNvSpPr>
          <p:nvPr>
            <p:ph type="title" idx="6"/>
          </p:nvPr>
        </p:nvSpPr>
        <p:spPr/>
        <p:txBody>
          <a:bodyPr/>
          <a:lstStyle/>
          <a:p>
            <a:r>
              <a:rPr lang="en-CA"/>
              <a:t>Nulls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830"/>
                                        </p:tgtEl>
                                        <p:attrNameLst>
                                          <p:attrName>style.visibility</p:attrName>
                                        </p:attrNameLst>
                                      </p:cBhvr>
                                      <p:to>
                                        <p:strVal val="visible"/>
                                      </p:to>
                                    </p:set>
                                    <p:animEffect transition="in" filter="fade">
                                      <p:cBhvr>
                                        <p:cTn id="7" dur="1000"/>
                                        <p:tgtEl>
                                          <p:spTgt spid="2830"/>
                                        </p:tgtEl>
                                      </p:cBhvr>
                                    </p:animEffect>
                                  </p:childTnLst>
                                </p:cTn>
                              </p:par>
                              <p:par>
                                <p:cTn id="8" presetID="10" presetClass="entr" presetSubtype="0" fill="hold" nodeType="withEffect">
                                  <p:stCondLst>
                                    <p:cond delay="0"/>
                                  </p:stCondLst>
                                  <p:childTnLst>
                                    <p:set>
                                      <p:cBhvr>
                                        <p:cTn id="9" dur="1" fill="hold">
                                          <p:stCondLst>
                                            <p:cond delay="0"/>
                                          </p:stCondLst>
                                        </p:cTn>
                                        <p:tgtEl>
                                          <p:spTgt spid="2848"/>
                                        </p:tgtEl>
                                        <p:attrNameLst>
                                          <p:attrName>style.visibility</p:attrName>
                                        </p:attrNameLst>
                                      </p:cBhvr>
                                      <p:to>
                                        <p:strVal val="visible"/>
                                      </p:to>
                                    </p:set>
                                    <p:animEffect transition="in" filter="fade">
                                      <p:cBhvr>
                                        <p:cTn id="10" dur="1000"/>
                                        <p:tgtEl>
                                          <p:spTgt spid="2848"/>
                                        </p:tgtEl>
                                      </p:cBhvr>
                                    </p:animEffect>
                                  </p:childTnLst>
                                </p:cTn>
                              </p:par>
                              <p:par>
                                <p:cTn id="11" presetID="10" presetClass="entr" presetSubtype="0" fill="hold" nodeType="withEffect">
                                  <p:stCondLst>
                                    <p:cond delay="0"/>
                                  </p:stCondLst>
                                  <p:childTnLst>
                                    <p:set>
                                      <p:cBhvr>
                                        <p:cTn id="12" dur="1" fill="hold">
                                          <p:stCondLst>
                                            <p:cond delay="0"/>
                                          </p:stCondLst>
                                        </p:cTn>
                                        <p:tgtEl>
                                          <p:spTgt spid="2882"/>
                                        </p:tgtEl>
                                        <p:attrNameLst>
                                          <p:attrName>style.visibility</p:attrName>
                                        </p:attrNameLst>
                                      </p:cBhvr>
                                      <p:to>
                                        <p:strVal val="visible"/>
                                      </p:to>
                                    </p:set>
                                    <p:animEffect transition="in" filter="fade">
                                      <p:cBhvr>
                                        <p:cTn id="13" dur="1000"/>
                                        <p:tgtEl>
                                          <p:spTgt spid="2882"/>
                                        </p:tgtEl>
                                      </p:cBhvr>
                                    </p:animEffect>
                                  </p:childTnLst>
                                </p:cTn>
                              </p:par>
                              <p:par>
                                <p:cTn id="14" presetID="10" presetClass="entr" presetSubtype="0" fill="hold" nodeType="withEffect">
                                  <p:stCondLst>
                                    <p:cond delay="0"/>
                                  </p:stCondLst>
                                  <p:childTnLst>
                                    <p:set>
                                      <p:cBhvr>
                                        <p:cTn id="15" dur="1" fill="hold">
                                          <p:stCondLst>
                                            <p:cond delay="0"/>
                                          </p:stCondLst>
                                        </p:cTn>
                                        <p:tgtEl>
                                          <p:spTgt spid="2865"/>
                                        </p:tgtEl>
                                        <p:attrNameLst>
                                          <p:attrName>style.visibility</p:attrName>
                                        </p:attrNameLst>
                                      </p:cBhvr>
                                      <p:to>
                                        <p:strVal val="visible"/>
                                      </p:to>
                                    </p:set>
                                    <p:animEffect transition="in" filter="fade">
                                      <p:cBhvr>
                                        <p:cTn id="16" dur="1000"/>
                                        <p:tgtEl>
                                          <p:spTgt spid="2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58"/>
        <p:cNvGrpSpPr/>
        <p:nvPr/>
      </p:nvGrpSpPr>
      <p:grpSpPr>
        <a:xfrm>
          <a:off x="0" y="0"/>
          <a:ext cx="0" cy="0"/>
          <a:chOff x="0" y="0"/>
          <a:chExt cx="0" cy="0"/>
        </a:xfrm>
      </p:grpSpPr>
      <p:sp>
        <p:nvSpPr>
          <p:cNvPr id="4459" name="Google Shape;4459;p116"/>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Feature engineering</a:t>
            </a:r>
            <a:endParaRPr/>
          </a:p>
        </p:txBody>
      </p:sp>
      <p:cxnSp>
        <p:nvCxnSpPr>
          <p:cNvPr id="4464" name="Google Shape;4464;p116"/>
          <p:cNvCxnSpPr>
            <a:stCxn id="4465" idx="3"/>
            <a:endCxn id="4466" idx="2"/>
          </p:cNvCxnSpPr>
          <p:nvPr/>
        </p:nvCxnSpPr>
        <p:spPr>
          <a:xfrm rot="10800000" flipH="1">
            <a:off x="2684700" y="1753292"/>
            <a:ext cx="664800" cy="1117200"/>
          </a:xfrm>
          <a:prstGeom prst="bentConnector3">
            <a:avLst>
              <a:gd name="adj1" fmla="val 50005"/>
            </a:avLst>
          </a:prstGeom>
          <a:noFill/>
          <a:ln w="19050" cap="flat" cmpd="sng">
            <a:solidFill>
              <a:schemeClr val="accent1"/>
            </a:solidFill>
            <a:prstDash val="solid"/>
            <a:round/>
            <a:headEnd type="none" w="med" len="med"/>
            <a:tailEnd type="oval" w="med" len="med"/>
          </a:ln>
        </p:spPr>
      </p:cxnSp>
      <p:cxnSp>
        <p:nvCxnSpPr>
          <p:cNvPr id="4467" name="Google Shape;4467;p116"/>
          <p:cNvCxnSpPr>
            <a:cxnSpLocks/>
            <a:stCxn id="4465" idx="3"/>
          </p:cNvCxnSpPr>
          <p:nvPr/>
        </p:nvCxnSpPr>
        <p:spPr>
          <a:xfrm>
            <a:off x="2684700" y="2870492"/>
            <a:ext cx="664800" cy="1126200"/>
          </a:xfrm>
          <a:prstGeom prst="bentConnector3">
            <a:avLst>
              <a:gd name="adj1" fmla="val 50005"/>
            </a:avLst>
          </a:prstGeom>
          <a:noFill/>
          <a:ln w="19050" cap="flat" cmpd="sng">
            <a:solidFill>
              <a:schemeClr val="accent1"/>
            </a:solidFill>
            <a:prstDash val="solid"/>
            <a:round/>
            <a:headEnd type="none" w="med" len="med"/>
            <a:tailEnd type="oval" w="med" len="med"/>
          </a:ln>
        </p:spPr>
      </p:cxnSp>
      <p:cxnSp>
        <p:nvCxnSpPr>
          <p:cNvPr id="4469" name="Google Shape;4469;p116"/>
          <p:cNvCxnSpPr>
            <a:cxnSpLocks/>
            <a:stCxn id="4465" idx="3"/>
          </p:cNvCxnSpPr>
          <p:nvPr/>
        </p:nvCxnSpPr>
        <p:spPr>
          <a:xfrm>
            <a:off x="2684700" y="2870492"/>
            <a:ext cx="664800" cy="4500"/>
          </a:xfrm>
          <a:prstGeom prst="straightConnector1">
            <a:avLst/>
          </a:prstGeom>
          <a:noFill/>
          <a:ln w="19050" cap="flat" cmpd="sng">
            <a:solidFill>
              <a:schemeClr val="accent1"/>
            </a:solidFill>
            <a:prstDash val="solid"/>
            <a:round/>
            <a:headEnd type="none" w="med" len="med"/>
            <a:tailEnd type="oval" w="med" len="med"/>
          </a:ln>
        </p:spPr>
      </p:cxnSp>
      <p:sp>
        <p:nvSpPr>
          <p:cNvPr id="4472" name="Google Shape;4472;p116"/>
          <p:cNvSpPr txBox="1"/>
          <p:nvPr/>
        </p:nvSpPr>
        <p:spPr>
          <a:xfrm>
            <a:off x="4862475" y="2611127"/>
            <a:ext cx="13950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2"/>
                </a:solidFill>
                <a:latin typeface="Bungee"/>
                <a:ea typeface="Bungee"/>
                <a:cs typeface="Bungee"/>
                <a:sym typeface="Bungee"/>
              </a:rPr>
              <a:t>Impute</a:t>
            </a:r>
            <a:endParaRPr sz="2000">
              <a:solidFill>
                <a:schemeClr val="dk2"/>
              </a:solidFill>
              <a:latin typeface="Bungee"/>
              <a:ea typeface="Bungee"/>
              <a:cs typeface="Bungee"/>
              <a:sym typeface="Bungee"/>
            </a:endParaRPr>
          </a:p>
        </p:txBody>
      </p:sp>
      <p:sp>
        <p:nvSpPr>
          <p:cNvPr id="4473" name="Google Shape;4473;p116"/>
          <p:cNvSpPr txBox="1"/>
          <p:nvPr/>
        </p:nvSpPr>
        <p:spPr>
          <a:xfrm>
            <a:off x="6354587" y="2588627"/>
            <a:ext cx="2064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latin typeface="Cairo Medium"/>
                <a:ea typeface="Cairo Medium"/>
                <a:cs typeface="Cairo Medium"/>
                <a:sym typeface="Cairo Medium"/>
              </a:rPr>
              <a:t>Missing values when needed</a:t>
            </a:r>
            <a:endParaRPr sz="1600">
              <a:solidFill>
                <a:schemeClr val="dk1"/>
              </a:solidFill>
              <a:latin typeface="Cairo Medium"/>
              <a:ea typeface="Cairo Medium"/>
              <a:cs typeface="Cairo Medium"/>
              <a:sym typeface="Cairo Medium"/>
            </a:endParaRPr>
          </a:p>
        </p:txBody>
      </p:sp>
      <p:cxnSp>
        <p:nvCxnSpPr>
          <p:cNvPr id="4474" name="Google Shape;4474;p116"/>
          <p:cNvCxnSpPr>
            <a:cxnSpLocks/>
            <a:endCxn id="4472" idx="1"/>
          </p:cNvCxnSpPr>
          <p:nvPr/>
        </p:nvCxnSpPr>
        <p:spPr>
          <a:xfrm>
            <a:off x="4108563" y="2874977"/>
            <a:ext cx="753900" cy="0"/>
          </a:xfrm>
          <a:prstGeom prst="straightConnector1">
            <a:avLst/>
          </a:prstGeom>
          <a:noFill/>
          <a:ln w="19050" cap="flat" cmpd="sng">
            <a:solidFill>
              <a:schemeClr val="accent1"/>
            </a:solidFill>
            <a:prstDash val="solid"/>
            <a:round/>
            <a:headEnd type="none" w="med" len="med"/>
            <a:tailEnd type="oval" w="med" len="med"/>
          </a:ln>
        </p:spPr>
      </p:cxnSp>
      <p:grpSp>
        <p:nvGrpSpPr>
          <p:cNvPr id="4490" name="Google Shape;4490;p116"/>
          <p:cNvGrpSpPr/>
          <p:nvPr/>
        </p:nvGrpSpPr>
        <p:grpSpPr>
          <a:xfrm>
            <a:off x="3349563" y="1373859"/>
            <a:ext cx="5069624" cy="759000"/>
            <a:chOff x="3349563" y="1373859"/>
            <a:chExt cx="5069624" cy="759000"/>
          </a:xfrm>
        </p:grpSpPr>
        <p:sp>
          <p:nvSpPr>
            <p:cNvPr id="4491" name="Google Shape;4491;p116"/>
            <p:cNvSpPr txBox="1"/>
            <p:nvPr/>
          </p:nvSpPr>
          <p:spPr>
            <a:xfrm>
              <a:off x="4862475" y="1489509"/>
              <a:ext cx="13950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500">
                  <a:solidFill>
                    <a:schemeClr val="dk2"/>
                  </a:solidFill>
                  <a:latin typeface="Bungee"/>
                  <a:ea typeface="Bungee"/>
                  <a:cs typeface="Bungee"/>
                  <a:sym typeface="Bungee"/>
                </a:rPr>
                <a:t>Map </a:t>
              </a:r>
              <a:endParaRPr sz="2500">
                <a:solidFill>
                  <a:schemeClr val="dk2"/>
                </a:solidFill>
                <a:latin typeface="Bungee"/>
                <a:ea typeface="Bungee"/>
                <a:cs typeface="Bungee"/>
                <a:sym typeface="Bungee"/>
              </a:endParaRPr>
            </a:p>
          </p:txBody>
        </p:sp>
        <p:sp>
          <p:nvSpPr>
            <p:cNvPr id="4492" name="Google Shape;4492;p116"/>
            <p:cNvSpPr txBox="1"/>
            <p:nvPr/>
          </p:nvSpPr>
          <p:spPr>
            <a:xfrm>
              <a:off x="6354587" y="1467009"/>
              <a:ext cx="2064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latin typeface="Cairo Medium"/>
                  <a:ea typeface="Cairo Medium"/>
                  <a:cs typeface="Cairo Medium"/>
                  <a:sym typeface="Cairo Medium"/>
                </a:rPr>
                <a:t>To logical numbers models can understand</a:t>
              </a:r>
              <a:endParaRPr sz="1600">
                <a:solidFill>
                  <a:schemeClr val="dk1"/>
                </a:solidFill>
                <a:latin typeface="Cairo Medium"/>
                <a:ea typeface="Cairo Medium"/>
                <a:cs typeface="Cairo Medium"/>
                <a:sym typeface="Cairo Medium"/>
              </a:endParaRPr>
            </a:p>
          </p:txBody>
        </p:sp>
        <p:cxnSp>
          <p:nvCxnSpPr>
            <p:cNvPr id="4493" name="Google Shape;4493;p116"/>
            <p:cNvCxnSpPr>
              <a:stCxn id="4466" idx="6"/>
              <a:endCxn id="4491" idx="1"/>
            </p:cNvCxnSpPr>
            <p:nvPr/>
          </p:nvCxnSpPr>
          <p:spPr>
            <a:xfrm>
              <a:off x="4108563" y="1753359"/>
              <a:ext cx="753900" cy="0"/>
            </a:xfrm>
            <a:prstGeom prst="straightConnector1">
              <a:avLst/>
            </a:prstGeom>
            <a:noFill/>
            <a:ln w="19050" cap="flat" cmpd="sng">
              <a:solidFill>
                <a:schemeClr val="accent1"/>
              </a:solidFill>
              <a:prstDash val="solid"/>
              <a:round/>
              <a:headEnd type="none" w="med" len="med"/>
              <a:tailEnd type="oval" w="med" len="med"/>
            </a:ln>
          </p:spPr>
        </p:cxnSp>
        <p:sp>
          <p:nvSpPr>
            <p:cNvPr id="4466" name="Google Shape;4466;p116"/>
            <p:cNvSpPr/>
            <p:nvPr/>
          </p:nvSpPr>
          <p:spPr>
            <a:xfrm>
              <a:off x="3349563" y="1373859"/>
              <a:ext cx="759000" cy="75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05" name="Google Shape;4505;p116"/>
          <p:cNvSpPr txBox="1"/>
          <p:nvPr/>
        </p:nvSpPr>
        <p:spPr>
          <a:xfrm>
            <a:off x="4862475" y="3732745"/>
            <a:ext cx="1395000" cy="52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Bungee"/>
                <a:ea typeface="Bungee"/>
                <a:cs typeface="Bungee"/>
                <a:sym typeface="Bungee"/>
              </a:rPr>
              <a:t>Dummies</a:t>
            </a:r>
            <a:endParaRPr sz="1800">
              <a:solidFill>
                <a:schemeClr val="dk2"/>
              </a:solidFill>
              <a:latin typeface="Bungee"/>
              <a:ea typeface="Bungee"/>
              <a:cs typeface="Bungee"/>
              <a:sym typeface="Bungee"/>
            </a:endParaRPr>
          </a:p>
        </p:txBody>
      </p:sp>
      <p:sp>
        <p:nvSpPr>
          <p:cNvPr id="4506" name="Google Shape;4506;p116"/>
          <p:cNvSpPr txBox="1"/>
          <p:nvPr/>
        </p:nvSpPr>
        <p:spPr>
          <a:xfrm>
            <a:off x="6354587" y="3710245"/>
            <a:ext cx="2064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latin typeface="Cairo Medium"/>
                <a:ea typeface="Cairo Medium"/>
                <a:cs typeface="Cairo Medium"/>
                <a:sym typeface="Cairo Medium"/>
              </a:rPr>
              <a:t>For categorical vars</a:t>
            </a:r>
            <a:endParaRPr sz="1600">
              <a:solidFill>
                <a:schemeClr val="dk1"/>
              </a:solidFill>
              <a:latin typeface="Cairo Medium"/>
              <a:ea typeface="Cairo Medium"/>
              <a:cs typeface="Cairo Medium"/>
              <a:sym typeface="Cairo Medium"/>
            </a:endParaRPr>
          </a:p>
        </p:txBody>
      </p:sp>
      <p:cxnSp>
        <p:nvCxnSpPr>
          <p:cNvPr id="4507" name="Google Shape;4507;p116"/>
          <p:cNvCxnSpPr>
            <a:cxnSpLocks/>
            <a:endCxn id="4505" idx="1"/>
          </p:cNvCxnSpPr>
          <p:nvPr/>
        </p:nvCxnSpPr>
        <p:spPr>
          <a:xfrm>
            <a:off x="4108563" y="3996595"/>
            <a:ext cx="753900" cy="0"/>
          </a:xfrm>
          <a:prstGeom prst="straightConnector1">
            <a:avLst/>
          </a:prstGeom>
          <a:noFill/>
          <a:ln w="19050" cap="flat" cmpd="sng">
            <a:solidFill>
              <a:schemeClr val="accent1"/>
            </a:solidFill>
            <a:prstDash val="solid"/>
            <a:round/>
            <a:headEnd type="none" w="med" len="med"/>
            <a:tailEnd type="oval" w="med" len="med"/>
          </a:ln>
        </p:spPr>
      </p:cxnSp>
      <p:grpSp>
        <p:nvGrpSpPr>
          <p:cNvPr id="4520" name="Google Shape;4520;p116"/>
          <p:cNvGrpSpPr/>
          <p:nvPr/>
        </p:nvGrpSpPr>
        <p:grpSpPr>
          <a:xfrm>
            <a:off x="671444" y="1373731"/>
            <a:ext cx="2013256" cy="2928061"/>
            <a:chOff x="671444" y="1373731"/>
            <a:chExt cx="2013256" cy="2928061"/>
          </a:xfrm>
        </p:grpSpPr>
        <p:sp>
          <p:nvSpPr>
            <p:cNvPr id="4465" name="Google Shape;4465;p116"/>
            <p:cNvSpPr txBox="1"/>
            <p:nvPr/>
          </p:nvSpPr>
          <p:spPr>
            <a:xfrm>
              <a:off x="720000" y="2641892"/>
              <a:ext cx="1964700" cy="45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500">
                  <a:solidFill>
                    <a:schemeClr val="dk2"/>
                  </a:solidFill>
                  <a:latin typeface="Bungee"/>
                  <a:ea typeface="Bungee"/>
                  <a:cs typeface="Bungee"/>
                  <a:sym typeface="Bungee"/>
                </a:rPr>
                <a:t>SAS format</a:t>
              </a:r>
              <a:endParaRPr sz="2500">
                <a:solidFill>
                  <a:schemeClr val="dk2"/>
                </a:solidFill>
                <a:latin typeface="Bungee"/>
                <a:ea typeface="Bungee"/>
                <a:cs typeface="Bungee"/>
                <a:sym typeface="Bungee"/>
              </a:endParaRPr>
            </a:p>
          </p:txBody>
        </p:sp>
        <p:sp>
          <p:nvSpPr>
            <p:cNvPr id="4521" name="Google Shape;4521;p116"/>
            <p:cNvSpPr txBox="1"/>
            <p:nvPr/>
          </p:nvSpPr>
          <p:spPr>
            <a:xfrm>
              <a:off x="671444" y="3673592"/>
              <a:ext cx="1964700" cy="628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accent5"/>
                  </a:solidFill>
                  <a:latin typeface="Archivo"/>
                  <a:ea typeface="Archivo"/>
                  <a:cs typeface="Archivo"/>
                  <a:sym typeface="Archivo"/>
                </a:rPr>
                <a:t>Requires changes for analysis</a:t>
              </a:r>
              <a:endParaRPr>
                <a:solidFill>
                  <a:schemeClr val="accent5"/>
                </a:solidFill>
                <a:latin typeface="Archivo"/>
                <a:ea typeface="Archivo"/>
                <a:cs typeface="Archivo"/>
                <a:sym typeface="Archivo"/>
              </a:endParaRPr>
            </a:p>
          </p:txBody>
        </p:sp>
        <p:grpSp>
          <p:nvGrpSpPr>
            <p:cNvPr id="4522" name="Google Shape;4522;p116"/>
            <p:cNvGrpSpPr/>
            <p:nvPr/>
          </p:nvGrpSpPr>
          <p:grpSpPr>
            <a:xfrm>
              <a:off x="1092545" y="1373731"/>
              <a:ext cx="1168428" cy="1197830"/>
              <a:chOff x="1092545" y="1373731"/>
              <a:chExt cx="1168428" cy="1197830"/>
            </a:xfrm>
          </p:grpSpPr>
          <p:sp>
            <p:nvSpPr>
              <p:cNvPr id="4523" name="Google Shape;4523;p116"/>
              <p:cNvSpPr/>
              <p:nvPr/>
            </p:nvSpPr>
            <p:spPr>
              <a:xfrm>
                <a:off x="1092545" y="1373731"/>
                <a:ext cx="1168428" cy="1168411"/>
              </a:xfrm>
              <a:custGeom>
                <a:avLst/>
                <a:gdLst/>
                <a:ahLst/>
                <a:cxnLst/>
                <a:rect l="l" t="t" r="r" b="b"/>
                <a:pathLst>
                  <a:path w="70218" h="70217" extrusionOk="0">
                    <a:moveTo>
                      <a:pt x="35093" y="0"/>
                    </a:moveTo>
                    <a:cubicBezTo>
                      <a:pt x="15712" y="0"/>
                      <a:pt x="1" y="15711"/>
                      <a:pt x="1" y="35092"/>
                    </a:cubicBezTo>
                    <a:cubicBezTo>
                      <a:pt x="1" y="54439"/>
                      <a:pt x="15712" y="70217"/>
                      <a:pt x="35093" y="70217"/>
                    </a:cubicBezTo>
                    <a:cubicBezTo>
                      <a:pt x="54473" y="70217"/>
                      <a:pt x="70218" y="54472"/>
                      <a:pt x="70218" y="35092"/>
                    </a:cubicBezTo>
                    <a:cubicBezTo>
                      <a:pt x="70218" y="15711"/>
                      <a:pt x="54473" y="0"/>
                      <a:pt x="350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116"/>
              <p:cNvSpPr/>
              <p:nvPr/>
            </p:nvSpPr>
            <p:spPr>
              <a:xfrm>
                <a:off x="1761956" y="2134711"/>
                <a:ext cx="291433" cy="413321"/>
              </a:xfrm>
              <a:custGeom>
                <a:avLst/>
                <a:gdLst/>
                <a:ahLst/>
                <a:cxnLst/>
                <a:rect l="l" t="t" r="r" b="b"/>
                <a:pathLst>
                  <a:path w="17514" h="24839" extrusionOk="0">
                    <a:moveTo>
                      <a:pt x="5338" y="1"/>
                    </a:moveTo>
                    <a:cubicBezTo>
                      <a:pt x="5338" y="1"/>
                      <a:pt x="1" y="12677"/>
                      <a:pt x="7139" y="19081"/>
                    </a:cubicBezTo>
                    <a:cubicBezTo>
                      <a:pt x="13019" y="24381"/>
                      <a:pt x="16272" y="24838"/>
                      <a:pt x="17219" y="24838"/>
                    </a:cubicBezTo>
                    <a:cubicBezTo>
                      <a:pt x="17416" y="24838"/>
                      <a:pt x="17513" y="24819"/>
                      <a:pt x="17513" y="24819"/>
                    </a:cubicBezTo>
                    <a:lnTo>
                      <a:pt x="15912" y="11175"/>
                    </a:lnTo>
                    <a:cubicBezTo>
                      <a:pt x="15912" y="11175"/>
                      <a:pt x="7739" y="1335"/>
                      <a:pt x="533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116"/>
              <p:cNvSpPr/>
              <p:nvPr/>
            </p:nvSpPr>
            <p:spPr>
              <a:xfrm>
                <a:off x="1115309" y="1514405"/>
                <a:ext cx="376896" cy="594298"/>
              </a:xfrm>
              <a:custGeom>
                <a:avLst/>
                <a:gdLst/>
                <a:ahLst/>
                <a:cxnLst/>
                <a:rect l="l" t="t" r="r" b="b"/>
                <a:pathLst>
                  <a:path w="22650" h="35715" extrusionOk="0">
                    <a:moveTo>
                      <a:pt x="14659" y="1"/>
                    </a:moveTo>
                    <a:cubicBezTo>
                      <a:pt x="12592" y="1"/>
                      <a:pt x="10517" y="626"/>
                      <a:pt x="8974" y="2521"/>
                    </a:cubicBezTo>
                    <a:cubicBezTo>
                      <a:pt x="3303" y="9459"/>
                      <a:pt x="9174" y="17798"/>
                      <a:pt x="6739" y="20867"/>
                    </a:cubicBezTo>
                    <a:cubicBezTo>
                      <a:pt x="4971" y="23135"/>
                      <a:pt x="0" y="23502"/>
                      <a:pt x="1335" y="29773"/>
                    </a:cubicBezTo>
                    <a:cubicBezTo>
                      <a:pt x="2081" y="33238"/>
                      <a:pt x="6826" y="35714"/>
                      <a:pt x="11232" y="35714"/>
                    </a:cubicBezTo>
                    <a:cubicBezTo>
                      <a:pt x="14505" y="35714"/>
                      <a:pt x="17591" y="34348"/>
                      <a:pt x="18714" y="31008"/>
                    </a:cubicBezTo>
                    <a:cubicBezTo>
                      <a:pt x="21349" y="23169"/>
                      <a:pt x="16379" y="14429"/>
                      <a:pt x="15545" y="10826"/>
                    </a:cubicBezTo>
                    <a:cubicBezTo>
                      <a:pt x="14644" y="7122"/>
                      <a:pt x="16523" y="5615"/>
                      <a:pt x="19194" y="5615"/>
                    </a:cubicBezTo>
                    <a:cubicBezTo>
                      <a:pt x="20082" y="5615"/>
                      <a:pt x="21059" y="5782"/>
                      <a:pt x="22050" y="6090"/>
                    </a:cubicBezTo>
                    <a:lnTo>
                      <a:pt x="22650" y="2354"/>
                    </a:lnTo>
                    <a:cubicBezTo>
                      <a:pt x="22650" y="2354"/>
                      <a:pt x="18670" y="1"/>
                      <a:pt x="146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116"/>
              <p:cNvSpPr/>
              <p:nvPr/>
            </p:nvSpPr>
            <p:spPr>
              <a:xfrm>
                <a:off x="1158040" y="1525820"/>
                <a:ext cx="307224" cy="505972"/>
              </a:xfrm>
              <a:custGeom>
                <a:avLst/>
                <a:gdLst/>
                <a:ahLst/>
                <a:cxnLst/>
                <a:rect l="l" t="t" r="r" b="b"/>
                <a:pathLst>
                  <a:path w="18463" h="30407" extrusionOk="0">
                    <a:moveTo>
                      <a:pt x="11982" y="1"/>
                    </a:moveTo>
                    <a:cubicBezTo>
                      <a:pt x="10585" y="1"/>
                      <a:pt x="9224" y="343"/>
                      <a:pt x="7973" y="1301"/>
                    </a:cubicBezTo>
                    <a:cubicBezTo>
                      <a:pt x="5305" y="3369"/>
                      <a:pt x="4437" y="7238"/>
                      <a:pt x="4771" y="10407"/>
                    </a:cubicBezTo>
                    <a:cubicBezTo>
                      <a:pt x="4971" y="12509"/>
                      <a:pt x="5572" y="14610"/>
                      <a:pt x="6005" y="16745"/>
                    </a:cubicBezTo>
                    <a:cubicBezTo>
                      <a:pt x="6305" y="17946"/>
                      <a:pt x="6506" y="19314"/>
                      <a:pt x="5838" y="20448"/>
                    </a:cubicBezTo>
                    <a:cubicBezTo>
                      <a:pt x="5338" y="21315"/>
                      <a:pt x="4571" y="21982"/>
                      <a:pt x="3737" y="22583"/>
                    </a:cubicBezTo>
                    <a:cubicBezTo>
                      <a:pt x="2503" y="23450"/>
                      <a:pt x="1335" y="24384"/>
                      <a:pt x="802" y="25785"/>
                    </a:cubicBezTo>
                    <a:cubicBezTo>
                      <a:pt x="301" y="27219"/>
                      <a:pt x="1" y="28821"/>
                      <a:pt x="535" y="30288"/>
                    </a:cubicBezTo>
                    <a:cubicBezTo>
                      <a:pt x="575" y="30369"/>
                      <a:pt x="654" y="30407"/>
                      <a:pt x="727" y="30407"/>
                    </a:cubicBezTo>
                    <a:cubicBezTo>
                      <a:pt x="834" y="30407"/>
                      <a:pt x="928" y="30327"/>
                      <a:pt x="868" y="30188"/>
                    </a:cubicBezTo>
                    <a:cubicBezTo>
                      <a:pt x="268" y="28687"/>
                      <a:pt x="601" y="26486"/>
                      <a:pt x="1502" y="25151"/>
                    </a:cubicBezTo>
                    <a:cubicBezTo>
                      <a:pt x="2469" y="23784"/>
                      <a:pt x="3970" y="23083"/>
                      <a:pt x="5138" y="21949"/>
                    </a:cubicBezTo>
                    <a:cubicBezTo>
                      <a:pt x="6272" y="20815"/>
                      <a:pt x="6772" y="19481"/>
                      <a:pt x="6539" y="17913"/>
                    </a:cubicBezTo>
                    <a:cubicBezTo>
                      <a:pt x="6272" y="15978"/>
                      <a:pt x="5672" y="14143"/>
                      <a:pt x="5338" y="12275"/>
                    </a:cubicBezTo>
                    <a:cubicBezTo>
                      <a:pt x="4704" y="8739"/>
                      <a:pt x="4938" y="4470"/>
                      <a:pt x="7807" y="1901"/>
                    </a:cubicBezTo>
                    <a:cubicBezTo>
                      <a:pt x="9075" y="758"/>
                      <a:pt x="10506" y="361"/>
                      <a:pt x="11989" y="361"/>
                    </a:cubicBezTo>
                    <a:cubicBezTo>
                      <a:pt x="14054" y="361"/>
                      <a:pt x="16219" y="1132"/>
                      <a:pt x="18181" y="1734"/>
                    </a:cubicBezTo>
                    <a:cubicBezTo>
                      <a:pt x="18202" y="1740"/>
                      <a:pt x="18221" y="1743"/>
                      <a:pt x="18240" y="1743"/>
                    </a:cubicBezTo>
                    <a:cubicBezTo>
                      <a:pt x="18424" y="1743"/>
                      <a:pt x="18463" y="1462"/>
                      <a:pt x="18281" y="1401"/>
                    </a:cubicBezTo>
                    <a:cubicBezTo>
                      <a:pt x="16275" y="779"/>
                      <a:pt x="14089" y="1"/>
                      <a:pt x="119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116"/>
              <p:cNvSpPr/>
              <p:nvPr/>
            </p:nvSpPr>
            <p:spPr>
              <a:xfrm>
                <a:off x="1327336" y="1591365"/>
                <a:ext cx="133220" cy="487901"/>
              </a:xfrm>
              <a:custGeom>
                <a:avLst/>
                <a:gdLst/>
                <a:ahLst/>
                <a:cxnLst/>
                <a:rect l="l" t="t" r="r" b="b"/>
                <a:pathLst>
                  <a:path w="8006" h="29321" extrusionOk="0">
                    <a:moveTo>
                      <a:pt x="6396" y="1"/>
                    </a:moveTo>
                    <a:cubicBezTo>
                      <a:pt x="4375" y="1"/>
                      <a:pt x="2182" y="289"/>
                      <a:pt x="1268" y="2332"/>
                    </a:cubicBezTo>
                    <a:cubicBezTo>
                      <a:pt x="1" y="5034"/>
                      <a:pt x="1469" y="8170"/>
                      <a:pt x="2469" y="10771"/>
                    </a:cubicBezTo>
                    <a:cubicBezTo>
                      <a:pt x="3804" y="14207"/>
                      <a:pt x="5271" y="17810"/>
                      <a:pt x="5505" y="21546"/>
                    </a:cubicBezTo>
                    <a:cubicBezTo>
                      <a:pt x="5605" y="23180"/>
                      <a:pt x="5638" y="24882"/>
                      <a:pt x="4638" y="26283"/>
                    </a:cubicBezTo>
                    <a:cubicBezTo>
                      <a:pt x="3804" y="27450"/>
                      <a:pt x="2636" y="28217"/>
                      <a:pt x="1435" y="28951"/>
                    </a:cubicBezTo>
                    <a:cubicBezTo>
                      <a:pt x="1245" y="29015"/>
                      <a:pt x="1387" y="29320"/>
                      <a:pt x="1631" y="29320"/>
                    </a:cubicBezTo>
                    <a:cubicBezTo>
                      <a:pt x="1644" y="29320"/>
                      <a:pt x="1656" y="29320"/>
                      <a:pt x="1669" y="29318"/>
                    </a:cubicBezTo>
                    <a:cubicBezTo>
                      <a:pt x="3770" y="28151"/>
                      <a:pt x="5672" y="26516"/>
                      <a:pt x="5938" y="23981"/>
                    </a:cubicBezTo>
                    <a:cubicBezTo>
                      <a:pt x="6239" y="20612"/>
                      <a:pt x="5171" y="17109"/>
                      <a:pt x="4070" y="13974"/>
                    </a:cubicBezTo>
                    <a:cubicBezTo>
                      <a:pt x="3437" y="12306"/>
                      <a:pt x="2770" y="10638"/>
                      <a:pt x="2136" y="8970"/>
                    </a:cubicBezTo>
                    <a:cubicBezTo>
                      <a:pt x="1635" y="7502"/>
                      <a:pt x="1102" y="5968"/>
                      <a:pt x="1135" y="4434"/>
                    </a:cubicBezTo>
                    <a:cubicBezTo>
                      <a:pt x="1235" y="2699"/>
                      <a:pt x="2069" y="1098"/>
                      <a:pt x="3804" y="631"/>
                    </a:cubicBezTo>
                    <a:cubicBezTo>
                      <a:pt x="4652" y="392"/>
                      <a:pt x="5528" y="337"/>
                      <a:pt x="6405" y="337"/>
                    </a:cubicBezTo>
                    <a:cubicBezTo>
                      <a:pt x="6874" y="337"/>
                      <a:pt x="7342" y="352"/>
                      <a:pt x="7806" y="364"/>
                    </a:cubicBezTo>
                    <a:cubicBezTo>
                      <a:pt x="7822" y="369"/>
                      <a:pt x="7836" y="371"/>
                      <a:pt x="7849" y="371"/>
                    </a:cubicBezTo>
                    <a:cubicBezTo>
                      <a:pt x="8005" y="371"/>
                      <a:pt x="7991" y="30"/>
                      <a:pt x="7806" y="30"/>
                    </a:cubicBezTo>
                    <a:cubicBezTo>
                      <a:pt x="7360" y="17"/>
                      <a:pt x="6883" y="1"/>
                      <a:pt x="63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116"/>
              <p:cNvSpPr/>
              <p:nvPr/>
            </p:nvSpPr>
            <p:spPr>
              <a:xfrm>
                <a:off x="1209109" y="1550431"/>
                <a:ext cx="259085" cy="499150"/>
              </a:xfrm>
              <a:custGeom>
                <a:avLst/>
                <a:gdLst/>
                <a:ahLst/>
                <a:cxnLst/>
                <a:rect l="l" t="t" r="r" b="b"/>
                <a:pathLst>
                  <a:path w="15570" h="29997" extrusionOk="0">
                    <a:moveTo>
                      <a:pt x="10497" y="1"/>
                    </a:moveTo>
                    <a:cubicBezTo>
                      <a:pt x="8532" y="1"/>
                      <a:pt x="6647" y="467"/>
                      <a:pt x="5271" y="2023"/>
                    </a:cubicBezTo>
                    <a:cubicBezTo>
                      <a:pt x="2836" y="4792"/>
                      <a:pt x="3036" y="8628"/>
                      <a:pt x="4004" y="11964"/>
                    </a:cubicBezTo>
                    <a:cubicBezTo>
                      <a:pt x="4604" y="14099"/>
                      <a:pt x="5538" y="16434"/>
                      <a:pt x="5104" y="18702"/>
                    </a:cubicBezTo>
                    <a:cubicBezTo>
                      <a:pt x="4771" y="20637"/>
                      <a:pt x="3737" y="22305"/>
                      <a:pt x="2236" y="23572"/>
                    </a:cubicBezTo>
                    <a:cubicBezTo>
                      <a:pt x="1102" y="24473"/>
                      <a:pt x="234" y="25507"/>
                      <a:pt x="68" y="27075"/>
                    </a:cubicBezTo>
                    <a:cubicBezTo>
                      <a:pt x="1" y="28009"/>
                      <a:pt x="101" y="29243"/>
                      <a:pt x="868" y="29943"/>
                    </a:cubicBezTo>
                    <a:cubicBezTo>
                      <a:pt x="905" y="29981"/>
                      <a:pt x="946" y="29996"/>
                      <a:pt x="984" y="29996"/>
                    </a:cubicBezTo>
                    <a:cubicBezTo>
                      <a:pt x="1119" y="29996"/>
                      <a:pt x="1231" y="29806"/>
                      <a:pt x="1102" y="29677"/>
                    </a:cubicBezTo>
                    <a:cubicBezTo>
                      <a:pt x="234" y="28843"/>
                      <a:pt x="234" y="27175"/>
                      <a:pt x="668" y="26107"/>
                    </a:cubicBezTo>
                    <a:cubicBezTo>
                      <a:pt x="1235" y="24473"/>
                      <a:pt x="2836" y="23672"/>
                      <a:pt x="3870" y="22338"/>
                    </a:cubicBezTo>
                    <a:cubicBezTo>
                      <a:pt x="5972" y="19636"/>
                      <a:pt x="5672" y="16400"/>
                      <a:pt x="4738" y="13298"/>
                    </a:cubicBezTo>
                    <a:cubicBezTo>
                      <a:pt x="3737" y="9962"/>
                      <a:pt x="2736" y="5926"/>
                      <a:pt x="5071" y="2824"/>
                    </a:cubicBezTo>
                    <a:cubicBezTo>
                      <a:pt x="6518" y="933"/>
                      <a:pt x="8534" y="382"/>
                      <a:pt x="10655" y="382"/>
                    </a:cubicBezTo>
                    <a:cubicBezTo>
                      <a:pt x="12200" y="382"/>
                      <a:pt x="13802" y="675"/>
                      <a:pt x="15278" y="956"/>
                    </a:cubicBezTo>
                    <a:cubicBezTo>
                      <a:pt x="15289" y="958"/>
                      <a:pt x="15300" y="958"/>
                      <a:pt x="15311" y="958"/>
                    </a:cubicBezTo>
                    <a:cubicBezTo>
                      <a:pt x="15518" y="958"/>
                      <a:pt x="15569" y="654"/>
                      <a:pt x="15378" y="622"/>
                    </a:cubicBezTo>
                    <a:cubicBezTo>
                      <a:pt x="13868" y="332"/>
                      <a:pt x="12154" y="1"/>
                      <a:pt x="1049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116"/>
              <p:cNvSpPr/>
              <p:nvPr/>
            </p:nvSpPr>
            <p:spPr>
              <a:xfrm>
                <a:off x="1279612" y="1571331"/>
                <a:ext cx="182075" cy="475704"/>
              </a:xfrm>
              <a:custGeom>
                <a:avLst/>
                <a:gdLst/>
                <a:ahLst/>
                <a:cxnLst/>
                <a:rect l="l" t="t" r="r" b="b"/>
                <a:pathLst>
                  <a:path w="10942" h="28588" extrusionOk="0">
                    <a:moveTo>
                      <a:pt x="10708" y="167"/>
                    </a:moveTo>
                    <a:cubicBezTo>
                      <a:pt x="7973" y="234"/>
                      <a:pt x="4003" y="0"/>
                      <a:pt x="2302" y="2702"/>
                    </a:cubicBezTo>
                    <a:cubicBezTo>
                      <a:pt x="634" y="5371"/>
                      <a:pt x="1668" y="8806"/>
                      <a:pt x="2602" y="11542"/>
                    </a:cubicBezTo>
                    <a:cubicBezTo>
                      <a:pt x="3669" y="14711"/>
                      <a:pt x="4670" y="18046"/>
                      <a:pt x="4770" y="21482"/>
                    </a:cubicBezTo>
                    <a:cubicBezTo>
                      <a:pt x="4837" y="24551"/>
                      <a:pt x="3703" y="27887"/>
                      <a:pt x="200" y="28220"/>
                    </a:cubicBezTo>
                    <a:cubicBezTo>
                      <a:pt x="0" y="28220"/>
                      <a:pt x="0" y="28554"/>
                      <a:pt x="167" y="28587"/>
                    </a:cubicBezTo>
                    <a:cubicBezTo>
                      <a:pt x="6605" y="28020"/>
                      <a:pt x="5204" y="19581"/>
                      <a:pt x="4103" y="15311"/>
                    </a:cubicBezTo>
                    <a:cubicBezTo>
                      <a:pt x="3636" y="13510"/>
                      <a:pt x="2969" y="11742"/>
                      <a:pt x="2435" y="9974"/>
                    </a:cubicBezTo>
                    <a:cubicBezTo>
                      <a:pt x="1935" y="8206"/>
                      <a:pt x="1468" y="6305"/>
                      <a:pt x="1935" y="4503"/>
                    </a:cubicBezTo>
                    <a:cubicBezTo>
                      <a:pt x="2936" y="501"/>
                      <a:pt x="7339" y="634"/>
                      <a:pt x="10708" y="501"/>
                    </a:cubicBezTo>
                    <a:cubicBezTo>
                      <a:pt x="10941" y="501"/>
                      <a:pt x="10941" y="167"/>
                      <a:pt x="10708"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116"/>
              <p:cNvSpPr/>
              <p:nvPr/>
            </p:nvSpPr>
            <p:spPr>
              <a:xfrm>
                <a:off x="1329566" y="1472506"/>
                <a:ext cx="587825" cy="506804"/>
              </a:xfrm>
              <a:custGeom>
                <a:avLst/>
                <a:gdLst/>
                <a:ahLst/>
                <a:cxnLst/>
                <a:rect l="l" t="t" r="r" b="b"/>
                <a:pathLst>
                  <a:path w="35326" h="30457" extrusionOk="0">
                    <a:moveTo>
                      <a:pt x="19428" y="0"/>
                    </a:moveTo>
                    <a:cubicBezTo>
                      <a:pt x="14591" y="0"/>
                      <a:pt x="9393" y="1324"/>
                      <a:pt x="6638" y="5439"/>
                    </a:cubicBezTo>
                    <a:cubicBezTo>
                      <a:pt x="0" y="15313"/>
                      <a:pt x="5504" y="26821"/>
                      <a:pt x="14878" y="30457"/>
                    </a:cubicBezTo>
                    <a:lnTo>
                      <a:pt x="31656" y="19749"/>
                    </a:lnTo>
                    <a:cubicBezTo>
                      <a:pt x="31656" y="19749"/>
                      <a:pt x="35326" y="12744"/>
                      <a:pt x="31056" y="7107"/>
                    </a:cubicBezTo>
                    <a:cubicBezTo>
                      <a:pt x="31056" y="7107"/>
                      <a:pt x="32957" y="4738"/>
                      <a:pt x="29888" y="2370"/>
                    </a:cubicBezTo>
                    <a:cubicBezTo>
                      <a:pt x="28400" y="1225"/>
                      <a:pt x="24081" y="0"/>
                      <a:pt x="1942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116"/>
              <p:cNvSpPr/>
              <p:nvPr/>
            </p:nvSpPr>
            <p:spPr>
              <a:xfrm>
                <a:off x="1425895" y="1551513"/>
                <a:ext cx="384018" cy="138828"/>
              </a:xfrm>
              <a:custGeom>
                <a:avLst/>
                <a:gdLst/>
                <a:ahLst/>
                <a:cxnLst/>
                <a:rect l="l" t="t" r="r" b="b"/>
                <a:pathLst>
                  <a:path w="23078" h="8343" extrusionOk="0">
                    <a:moveTo>
                      <a:pt x="22847" y="0"/>
                    </a:moveTo>
                    <a:cubicBezTo>
                      <a:pt x="22798" y="0"/>
                      <a:pt x="22753" y="27"/>
                      <a:pt x="22732" y="90"/>
                    </a:cubicBezTo>
                    <a:cubicBezTo>
                      <a:pt x="20997" y="3760"/>
                      <a:pt x="17595" y="6261"/>
                      <a:pt x="13725" y="7262"/>
                    </a:cubicBezTo>
                    <a:cubicBezTo>
                      <a:pt x="11557" y="7863"/>
                      <a:pt x="9322" y="7996"/>
                      <a:pt x="7087" y="8029"/>
                    </a:cubicBezTo>
                    <a:cubicBezTo>
                      <a:pt x="7012" y="8030"/>
                      <a:pt x="6936" y="8031"/>
                      <a:pt x="6861" y="8031"/>
                    </a:cubicBezTo>
                    <a:cubicBezTo>
                      <a:pt x="4549" y="8031"/>
                      <a:pt x="2446" y="7536"/>
                      <a:pt x="249" y="6728"/>
                    </a:cubicBezTo>
                    <a:cubicBezTo>
                      <a:pt x="231" y="6722"/>
                      <a:pt x="214" y="6720"/>
                      <a:pt x="198" y="6720"/>
                    </a:cubicBezTo>
                    <a:cubicBezTo>
                      <a:pt x="39" y="6720"/>
                      <a:pt x="0" y="7001"/>
                      <a:pt x="182" y="7062"/>
                    </a:cubicBezTo>
                    <a:cubicBezTo>
                      <a:pt x="2380" y="7856"/>
                      <a:pt x="4495" y="8342"/>
                      <a:pt x="6781" y="8342"/>
                    </a:cubicBezTo>
                    <a:cubicBezTo>
                      <a:pt x="6993" y="8342"/>
                      <a:pt x="7206" y="8338"/>
                      <a:pt x="7421" y="8330"/>
                    </a:cubicBezTo>
                    <a:cubicBezTo>
                      <a:pt x="9722" y="8263"/>
                      <a:pt x="12091" y="8096"/>
                      <a:pt x="14292" y="7429"/>
                    </a:cubicBezTo>
                    <a:cubicBezTo>
                      <a:pt x="18062" y="6261"/>
                      <a:pt x="21331" y="3893"/>
                      <a:pt x="23032" y="257"/>
                    </a:cubicBezTo>
                    <a:cubicBezTo>
                      <a:pt x="23077" y="121"/>
                      <a:pt x="22953" y="0"/>
                      <a:pt x="228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116"/>
              <p:cNvSpPr/>
              <p:nvPr/>
            </p:nvSpPr>
            <p:spPr>
              <a:xfrm>
                <a:off x="1455015" y="1511643"/>
                <a:ext cx="314063" cy="148529"/>
              </a:xfrm>
              <a:custGeom>
                <a:avLst/>
                <a:gdLst/>
                <a:ahLst/>
                <a:cxnLst/>
                <a:rect l="l" t="t" r="r" b="b"/>
                <a:pathLst>
                  <a:path w="18874" h="8926" extrusionOk="0">
                    <a:moveTo>
                      <a:pt x="18628" y="1"/>
                    </a:moveTo>
                    <a:cubicBezTo>
                      <a:pt x="18574" y="1"/>
                      <a:pt x="18520" y="25"/>
                      <a:pt x="18480" y="85"/>
                    </a:cubicBezTo>
                    <a:cubicBezTo>
                      <a:pt x="14804" y="6278"/>
                      <a:pt x="7214" y="8591"/>
                      <a:pt x="381" y="8591"/>
                    </a:cubicBezTo>
                    <a:cubicBezTo>
                      <a:pt x="331" y="8591"/>
                      <a:pt x="282" y="8591"/>
                      <a:pt x="234" y="8591"/>
                    </a:cubicBezTo>
                    <a:cubicBezTo>
                      <a:pt x="0" y="8591"/>
                      <a:pt x="0" y="8924"/>
                      <a:pt x="234" y="8924"/>
                    </a:cubicBezTo>
                    <a:cubicBezTo>
                      <a:pt x="329" y="8925"/>
                      <a:pt x="425" y="8926"/>
                      <a:pt x="521" y="8926"/>
                    </a:cubicBezTo>
                    <a:cubicBezTo>
                      <a:pt x="7449" y="8926"/>
                      <a:pt x="15029" y="6536"/>
                      <a:pt x="18780" y="251"/>
                    </a:cubicBezTo>
                    <a:cubicBezTo>
                      <a:pt x="18874" y="134"/>
                      <a:pt x="18754" y="1"/>
                      <a:pt x="186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116"/>
              <p:cNvSpPr/>
              <p:nvPr/>
            </p:nvSpPr>
            <p:spPr>
              <a:xfrm>
                <a:off x="1440970" y="1501110"/>
                <a:ext cx="243194" cy="138095"/>
              </a:xfrm>
              <a:custGeom>
                <a:avLst/>
                <a:gdLst/>
                <a:ahLst/>
                <a:cxnLst/>
                <a:rect l="l" t="t" r="r" b="b"/>
                <a:pathLst>
                  <a:path w="14615" h="8299" extrusionOk="0">
                    <a:moveTo>
                      <a:pt x="14380" y="0"/>
                    </a:moveTo>
                    <a:cubicBezTo>
                      <a:pt x="14331" y="0"/>
                      <a:pt x="14283" y="24"/>
                      <a:pt x="14254" y="84"/>
                    </a:cubicBezTo>
                    <a:cubicBezTo>
                      <a:pt x="12819" y="2285"/>
                      <a:pt x="10985" y="4120"/>
                      <a:pt x="8616" y="5321"/>
                    </a:cubicBezTo>
                    <a:cubicBezTo>
                      <a:pt x="6014" y="6655"/>
                      <a:pt x="3112" y="7456"/>
                      <a:pt x="244" y="7956"/>
                    </a:cubicBezTo>
                    <a:cubicBezTo>
                      <a:pt x="1" y="8017"/>
                      <a:pt x="89" y="8299"/>
                      <a:pt x="258" y="8299"/>
                    </a:cubicBezTo>
                    <a:cubicBezTo>
                      <a:pt x="275" y="8299"/>
                      <a:pt x="292" y="8296"/>
                      <a:pt x="310" y="8290"/>
                    </a:cubicBezTo>
                    <a:cubicBezTo>
                      <a:pt x="3346" y="7756"/>
                      <a:pt x="6581" y="6922"/>
                      <a:pt x="9283" y="5388"/>
                    </a:cubicBezTo>
                    <a:cubicBezTo>
                      <a:pt x="11485" y="4120"/>
                      <a:pt x="13186" y="2386"/>
                      <a:pt x="14520" y="251"/>
                    </a:cubicBezTo>
                    <a:cubicBezTo>
                      <a:pt x="14614" y="134"/>
                      <a:pt x="14494" y="0"/>
                      <a:pt x="143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116"/>
              <p:cNvSpPr/>
              <p:nvPr/>
            </p:nvSpPr>
            <p:spPr>
              <a:xfrm>
                <a:off x="1435729" y="1498065"/>
                <a:ext cx="188581" cy="117478"/>
              </a:xfrm>
              <a:custGeom>
                <a:avLst/>
                <a:gdLst/>
                <a:ahLst/>
                <a:cxnLst/>
                <a:rect l="l" t="t" r="r" b="b"/>
                <a:pathLst>
                  <a:path w="11333" h="7060" extrusionOk="0">
                    <a:moveTo>
                      <a:pt x="11099" y="0"/>
                    </a:moveTo>
                    <a:cubicBezTo>
                      <a:pt x="8798" y="67"/>
                      <a:pt x="6329" y="367"/>
                      <a:pt x="4395" y="1601"/>
                    </a:cubicBezTo>
                    <a:cubicBezTo>
                      <a:pt x="2460" y="2869"/>
                      <a:pt x="926" y="4737"/>
                      <a:pt x="58" y="6872"/>
                    </a:cubicBezTo>
                    <a:cubicBezTo>
                      <a:pt x="0" y="6988"/>
                      <a:pt x="88" y="7059"/>
                      <a:pt x="192" y="7059"/>
                    </a:cubicBezTo>
                    <a:cubicBezTo>
                      <a:pt x="267" y="7059"/>
                      <a:pt x="350" y="7022"/>
                      <a:pt x="392" y="6938"/>
                    </a:cubicBezTo>
                    <a:cubicBezTo>
                      <a:pt x="1226" y="4904"/>
                      <a:pt x="2827" y="2869"/>
                      <a:pt x="4795" y="1768"/>
                    </a:cubicBezTo>
                    <a:cubicBezTo>
                      <a:pt x="6730" y="734"/>
                      <a:pt x="8931" y="434"/>
                      <a:pt x="11099" y="400"/>
                    </a:cubicBezTo>
                    <a:cubicBezTo>
                      <a:pt x="11333" y="400"/>
                      <a:pt x="11333" y="0"/>
                      <a:pt x="110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116"/>
              <p:cNvSpPr/>
              <p:nvPr/>
            </p:nvSpPr>
            <p:spPr>
              <a:xfrm>
                <a:off x="1452768" y="1530097"/>
                <a:ext cx="139011" cy="90488"/>
              </a:xfrm>
              <a:custGeom>
                <a:avLst/>
                <a:gdLst/>
                <a:ahLst/>
                <a:cxnLst/>
                <a:rect l="l" t="t" r="r" b="b"/>
                <a:pathLst>
                  <a:path w="8354" h="5438" extrusionOk="0">
                    <a:moveTo>
                      <a:pt x="8126" y="1"/>
                    </a:moveTo>
                    <a:cubicBezTo>
                      <a:pt x="8109" y="1"/>
                      <a:pt x="8092" y="4"/>
                      <a:pt x="8074" y="10"/>
                    </a:cubicBezTo>
                    <a:cubicBezTo>
                      <a:pt x="6540" y="543"/>
                      <a:pt x="4905" y="1010"/>
                      <a:pt x="3537" y="1878"/>
                    </a:cubicBezTo>
                    <a:cubicBezTo>
                      <a:pt x="2136" y="2712"/>
                      <a:pt x="1202" y="3979"/>
                      <a:pt x="102" y="5147"/>
                    </a:cubicBezTo>
                    <a:cubicBezTo>
                      <a:pt x="1" y="5273"/>
                      <a:pt x="110" y="5438"/>
                      <a:pt x="241" y="5438"/>
                    </a:cubicBezTo>
                    <a:cubicBezTo>
                      <a:pt x="284" y="5438"/>
                      <a:pt x="328" y="5421"/>
                      <a:pt x="369" y="5380"/>
                    </a:cubicBezTo>
                    <a:cubicBezTo>
                      <a:pt x="1469" y="4146"/>
                      <a:pt x="2437" y="2812"/>
                      <a:pt x="3938" y="2011"/>
                    </a:cubicBezTo>
                    <a:cubicBezTo>
                      <a:pt x="5272" y="1311"/>
                      <a:pt x="6740" y="844"/>
                      <a:pt x="8141" y="343"/>
                    </a:cubicBezTo>
                    <a:cubicBezTo>
                      <a:pt x="8353" y="283"/>
                      <a:pt x="8289" y="1"/>
                      <a:pt x="812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116"/>
              <p:cNvSpPr/>
              <p:nvPr/>
            </p:nvSpPr>
            <p:spPr>
              <a:xfrm>
                <a:off x="1481655" y="1717264"/>
                <a:ext cx="58223" cy="229066"/>
              </a:xfrm>
              <a:custGeom>
                <a:avLst/>
                <a:gdLst/>
                <a:ahLst/>
                <a:cxnLst/>
                <a:rect l="l" t="t" r="r" b="b"/>
                <a:pathLst>
                  <a:path w="3499" h="13766" extrusionOk="0">
                    <a:moveTo>
                      <a:pt x="2759" y="1"/>
                    </a:moveTo>
                    <a:cubicBezTo>
                      <a:pt x="2711" y="1"/>
                      <a:pt x="2665" y="21"/>
                      <a:pt x="2635" y="70"/>
                    </a:cubicBezTo>
                    <a:cubicBezTo>
                      <a:pt x="1001" y="2271"/>
                      <a:pt x="0" y="4907"/>
                      <a:pt x="167" y="7642"/>
                    </a:cubicBezTo>
                    <a:cubicBezTo>
                      <a:pt x="234" y="8809"/>
                      <a:pt x="367" y="10110"/>
                      <a:pt x="968" y="11144"/>
                    </a:cubicBezTo>
                    <a:cubicBezTo>
                      <a:pt x="1501" y="12145"/>
                      <a:pt x="2302" y="12946"/>
                      <a:pt x="3136" y="13713"/>
                    </a:cubicBezTo>
                    <a:cubicBezTo>
                      <a:pt x="3173" y="13750"/>
                      <a:pt x="3213" y="13766"/>
                      <a:pt x="3252" y="13766"/>
                    </a:cubicBezTo>
                    <a:cubicBezTo>
                      <a:pt x="3387" y="13766"/>
                      <a:pt x="3499" y="13576"/>
                      <a:pt x="3369" y="13446"/>
                    </a:cubicBezTo>
                    <a:cubicBezTo>
                      <a:pt x="2569" y="12746"/>
                      <a:pt x="1735" y="11978"/>
                      <a:pt x="1234" y="10978"/>
                    </a:cubicBezTo>
                    <a:cubicBezTo>
                      <a:pt x="667" y="9810"/>
                      <a:pt x="501" y="8409"/>
                      <a:pt x="501" y="7108"/>
                    </a:cubicBezTo>
                    <a:cubicBezTo>
                      <a:pt x="534" y="4573"/>
                      <a:pt x="1468" y="2271"/>
                      <a:pt x="2902" y="237"/>
                    </a:cubicBezTo>
                    <a:cubicBezTo>
                      <a:pt x="2997" y="119"/>
                      <a:pt x="2874" y="1"/>
                      <a:pt x="27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116"/>
              <p:cNvSpPr/>
              <p:nvPr/>
            </p:nvSpPr>
            <p:spPr>
              <a:xfrm>
                <a:off x="1439473" y="1696181"/>
                <a:ext cx="56127" cy="214623"/>
              </a:xfrm>
              <a:custGeom>
                <a:avLst/>
                <a:gdLst/>
                <a:ahLst/>
                <a:cxnLst/>
                <a:rect l="l" t="t" r="r" b="b"/>
                <a:pathLst>
                  <a:path w="3373" h="12898" extrusionOk="0">
                    <a:moveTo>
                      <a:pt x="846" y="1"/>
                    </a:moveTo>
                    <a:cubicBezTo>
                      <a:pt x="778" y="1"/>
                      <a:pt x="714" y="41"/>
                      <a:pt x="701" y="136"/>
                    </a:cubicBezTo>
                    <a:cubicBezTo>
                      <a:pt x="0" y="4539"/>
                      <a:pt x="33" y="9343"/>
                      <a:pt x="3036" y="12845"/>
                    </a:cubicBezTo>
                    <a:cubicBezTo>
                      <a:pt x="3073" y="12882"/>
                      <a:pt x="3112" y="12898"/>
                      <a:pt x="3148" y="12898"/>
                    </a:cubicBezTo>
                    <a:cubicBezTo>
                      <a:pt x="3275" y="12898"/>
                      <a:pt x="3373" y="12708"/>
                      <a:pt x="3269" y="12578"/>
                    </a:cubicBezTo>
                    <a:cubicBezTo>
                      <a:pt x="300" y="9109"/>
                      <a:pt x="300" y="4472"/>
                      <a:pt x="1034" y="203"/>
                    </a:cubicBezTo>
                    <a:cubicBezTo>
                      <a:pt x="1054" y="84"/>
                      <a:pt x="945" y="1"/>
                      <a:pt x="84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116"/>
              <p:cNvSpPr/>
              <p:nvPr/>
            </p:nvSpPr>
            <p:spPr>
              <a:xfrm>
                <a:off x="1404495" y="1688160"/>
                <a:ext cx="76078" cy="214956"/>
              </a:xfrm>
              <a:custGeom>
                <a:avLst/>
                <a:gdLst/>
                <a:ahLst/>
                <a:cxnLst/>
                <a:rect l="l" t="t" r="r" b="b"/>
                <a:pathLst>
                  <a:path w="4572" h="12918" extrusionOk="0">
                    <a:moveTo>
                      <a:pt x="693" y="1"/>
                    </a:moveTo>
                    <a:cubicBezTo>
                      <a:pt x="609" y="1"/>
                      <a:pt x="518" y="51"/>
                      <a:pt x="501" y="151"/>
                    </a:cubicBezTo>
                    <a:cubicBezTo>
                      <a:pt x="1" y="4688"/>
                      <a:pt x="1201" y="9358"/>
                      <a:pt x="4204" y="12860"/>
                    </a:cubicBezTo>
                    <a:cubicBezTo>
                      <a:pt x="4244" y="12901"/>
                      <a:pt x="4288" y="12917"/>
                      <a:pt x="4331" y="12917"/>
                    </a:cubicBezTo>
                    <a:cubicBezTo>
                      <a:pt x="4462" y="12917"/>
                      <a:pt x="4571" y="12753"/>
                      <a:pt x="4470" y="12627"/>
                    </a:cubicBezTo>
                    <a:cubicBezTo>
                      <a:pt x="1502" y="9191"/>
                      <a:pt x="367" y="4621"/>
                      <a:pt x="834" y="151"/>
                    </a:cubicBezTo>
                    <a:cubicBezTo>
                      <a:pt x="851" y="51"/>
                      <a:pt x="776" y="1"/>
                      <a:pt x="6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116"/>
              <p:cNvSpPr/>
              <p:nvPr/>
            </p:nvSpPr>
            <p:spPr>
              <a:xfrm>
                <a:off x="1496631" y="1934898"/>
                <a:ext cx="326394" cy="367777"/>
              </a:xfrm>
              <a:custGeom>
                <a:avLst/>
                <a:gdLst/>
                <a:ahLst/>
                <a:cxnLst/>
                <a:rect l="l" t="t" r="r" b="b"/>
                <a:pathLst>
                  <a:path w="19615" h="22102" extrusionOk="0">
                    <a:moveTo>
                      <a:pt x="3670" y="0"/>
                    </a:moveTo>
                    <a:lnTo>
                      <a:pt x="3670" y="0"/>
                    </a:lnTo>
                    <a:cubicBezTo>
                      <a:pt x="3670" y="0"/>
                      <a:pt x="4404" y="8173"/>
                      <a:pt x="1" y="10174"/>
                    </a:cubicBezTo>
                    <a:cubicBezTo>
                      <a:pt x="1" y="10174"/>
                      <a:pt x="7591" y="22101"/>
                      <a:pt x="13385" y="22101"/>
                    </a:cubicBezTo>
                    <a:cubicBezTo>
                      <a:pt x="13517" y="22101"/>
                      <a:pt x="13648" y="22095"/>
                      <a:pt x="13777" y="22083"/>
                    </a:cubicBezTo>
                    <a:cubicBezTo>
                      <a:pt x="19615" y="21549"/>
                      <a:pt x="16246" y="10241"/>
                      <a:pt x="16246" y="10241"/>
                    </a:cubicBezTo>
                    <a:cubicBezTo>
                      <a:pt x="16246" y="10241"/>
                      <a:pt x="14578" y="9474"/>
                      <a:pt x="13344" y="8573"/>
                    </a:cubicBezTo>
                    <a:cubicBezTo>
                      <a:pt x="12143" y="7706"/>
                      <a:pt x="12443" y="3069"/>
                      <a:pt x="12443" y="3069"/>
                    </a:cubicBezTo>
                    <a:lnTo>
                      <a:pt x="367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116"/>
              <p:cNvSpPr/>
              <p:nvPr/>
            </p:nvSpPr>
            <p:spPr>
              <a:xfrm>
                <a:off x="1556036" y="1934898"/>
                <a:ext cx="148212" cy="110889"/>
              </a:xfrm>
              <a:custGeom>
                <a:avLst/>
                <a:gdLst/>
                <a:ahLst/>
                <a:cxnLst/>
                <a:rect l="l" t="t" r="r" b="b"/>
                <a:pathLst>
                  <a:path w="8907" h="6664" extrusionOk="0">
                    <a:moveTo>
                      <a:pt x="100" y="0"/>
                    </a:moveTo>
                    <a:lnTo>
                      <a:pt x="100" y="0"/>
                    </a:lnTo>
                    <a:cubicBezTo>
                      <a:pt x="100" y="0"/>
                      <a:pt x="267" y="1802"/>
                      <a:pt x="0" y="3870"/>
                    </a:cubicBezTo>
                    <a:cubicBezTo>
                      <a:pt x="1832" y="5676"/>
                      <a:pt x="4262" y="6663"/>
                      <a:pt x="6735" y="6663"/>
                    </a:cubicBezTo>
                    <a:cubicBezTo>
                      <a:pt x="7460" y="6663"/>
                      <a:pt x="8188" y="6579"/>
                      <a:pt x="8906" y="6405"/>
                    </a:cubicBezTo>
                    <a:cubicBezTo>
                      <a:pt x="8706" y="4870"/>
                      <a:pt x="8840" y="3136"/>
                      <a:pt x="8840" y="3136"/>
                    </a:cubicBezTo>
                    <a:lnTo>
                      <a:pt x="1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116"/>
              <p:cNvSpPr/>
              <p:nvPr/>
            </p:nvSpPr>
            <p:spPr>
              <a:xfrm>
                <a:off x="1421701" y="1797236"/>
                <a:ext cx="118244" cy="119359"/>
              </a:xfrm>
              <a:custGeom>
                <a:avLst/>
                <a:gdLst/>
                <a:ahLst/>
                <a:cxnLst/>
                <a:rect l="l" t="t" r="r" b="b"/>
                <a:pathLst>
                  <a:path w="7106" h="7173" extrusionOk="0">
                    <a:moveTo>
                      <a:pt x="3570" y="1"/>
                    </a:moveTo>
                    <a:cubicBezTo>
                      <a:pt x="1602" y="1"/>
                      <a:pt x="1" y="1602"/>
                      <a:pt x="1" y="3603"/>
                    </a:cubicBezTo>
                    <a:cubicBezTo>
                      <a:pt x="1" y="5605"/>
                      <a:pt x="1602" y="7172"/>
                      <a:pt x="3570" y="7172"/>
                    </a:cubicBezTo>
                    <a:cubicBezTo>
                      <a:pt x="5505" y="7172"/>
                      <a:pt x="7106" y="5605"/>
                      <a:pt x="7106" y="3603"/>
                    </a:cubicBezTo>
                    <a:cubicBezTo>
                      <a:pt x="7106" y="1635"/>
                      <a:pt x="5505" y="1"/>
                      <a:pt x="35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116"/>
              <p:cNvSpPr/>
              <p:nvPr/>
            </p:nvSpPr>
            <p:spPr>
              <a:xfrm>
                <a:off x="1441769" y="1816188"/>
                <a:ext cx="74314" cy="71868"/>
              </a:xfrm>
              <a:custGeom>
                <a:avLst/>
                <a:gdLst/>
                <a:ahLst/>
                <a:cxnLst/>
                <a:rect l="l" t="t" r="r" b="b"/>
                <a:pathLst>
                  <a:path w="4466" h="4319" extrusionOk="0">
                    <a:moveTo>
                      <a:pt x="3058" y="2395"/>
                    </a:moveTo>
                    <a:cubicBezTo>
                      <a:pt x="3446" y="2395"/>
                      <a:pt x="3852" y="2669"/>
                      <a:pt x="3994" y="3013"/>
                    </a:cubicBezTo>
                    <a:lnTo>
                      <a:pt x="3994" y="3013"/>
                    </a:lnTo>
                    <a:cubicBezTo>
                      <a:pt x="4036" y="3294"/>
                      <a:pt x="4050" y="3579"/>
                      <a:pt x="4032" y="3865"/>
                    </a:cubicBezTo>
                    <a:lnTo>
                      <a:pt x="4065" y="3865"/>
                    </a:lnTo>
                    <a:cubicBezTo>
                      <a:pt x="4064" y="3874"/>
                      <a:pt x="4063" y="3883"/>
                      <a:pt x="4063" y="3891"/>
                    </a:cubicBezTo>
                    <a:lnTo>
                      <a:pt x="4063" y="3891"/>
                    </a:lnTo>
                    <a:cubicBezTo>
                      <a:pt x="4053" y="3890"/>
                      <a:pt x="4043" y="3889"/>
                      <a:pt x="4032" y="3889"/>
                    </a:cubicBezTo>
                    <a:cubicBezTo>
                      <a:pt x="4010" y="3889"/>
                      <a:pt x="3988" y="3892"/>
                      <a:pt x="3965" y="3899"/>
                    </a:cubicBezTo>
                    <a:cubicBezTo>
                      <a:pt x="3881" y="3941"/>
                      <a:pt x="3772" y="3960"/>
                      <a:pt x="3650" y="3960"/>
                    </a:cubicBezTo>
                    <a:cubicBezTo>
                      <a:pt x="2999" y="3960"/>
                      <a:pt x="1986" y="3400"/>
                      <a:pt x="2464" y="2698"/>
                    </a:cubicBezTo>
                    <a:cubicBezTo>
                      <a:pt x="2622" y="2483"/>
                      <a:pt x="2837" y="2395"/>
                      <a:pt x="3058" y="2395"/>
                    </a:cubicBezTo>
                    <a:close/>
                    <a:moveTo>
                      <a:pt x="1789" y="0"/>
                    </a:moveTo>
                    <a:cubicBezTo>
                      <a:pt x="1254" y="0"/>
                      <a:pt x="709" y="182"/>
                      <a:pt x="196" y="429"/>
                    </a:cubicBezTo>
                    <a:cubicBezTo>
                      <a:pt x="0" y="485"/>
                      <a:pt x="85" y="727"/>
                      <a:pt x="215" y="727"/>
                    </a:cubicBezTo>
                    <a:cubicBezTo>
                      <a:pt x="241" y="727"/>
                      <a:pt x="268" y="718"/>
                      <a:pt x="296" y="696"/>
                    </a:cubicBezTo>
                    <a:cubicBezTo>
                      <a:pt x="764" y="505"/>
                      <a:pt x="1286" y="333"/>
                      <a:pt x="1783" y="333"/>
                    </a:cubicBezTo>
                    <a:cubicBezTo>
                      <a:pt x="2242" y="333"/>
                      <a:pt x="2679" y="480"/>
                      <a:pt x="3031" y="896"/>
                    </a:cubicBezTo>
                    <a:cubicBezTo>
                      <a:pt x="3380" y="1312"/>
                      <a:pt x="3647" y="1786"/>
                      <a:pt x="3818" y="2289"/>
                    </a:cubicBezTo>
                    <a:lnTo>
                      <a:pt x="3818" y="2289"/>
                    </a:lnTo>
                    <a:cubicBezTo>
                      <a:pt x="3743" y="2238"/>
                      <a:pt x="3659" y="2195"/>
                      <a:pt x="3565" y="2164"/>
                    </a:cubicBezTo>
                    <a:cubicBezTo>
                      <a:pt x="3398" y="2100"/>
                      <a:pt x="3187" y="2055"/>
                      <a:pt x="2975" y="2055"/>
                    </a:cubicBezTo>
                    <a:cubicBezTo>
                      <a:pt x="2636" y="2055"/>
                      <a:pt x="2295" y="2169"/>
                      <a:pt x="2130" y="2498"/>
                    </a:cubicBezTo>
                    <a:cubicBezTo>
                      <a:pt x="1718" y="3487"/>
                      <a:pt x="2643" y="4319"/>
                      <a:pt x="3559" y="4319"/>
                    </a:cubicBezTo>
                    <a:cubicBezTo>
                      <a:pt x="3755" y="4319"/>
                      <a:pt x="3950" y="4281"/>
                      <a:pt x="4132" y="4199"/>
                    </a:cubicBezTo>
                    <a:cubicBezTo>
                      <a:pt x="4240" y="4168"/>
                      <a:pt x="4262" y="4086"/>
                      <a:pt x="4232" y="4015"/>
                    </a:cubicBezTo>
                    <a:lnTo>
                      <a:pt x="4232" y="4015"/>
                    </a:lnTo>
                    <a:cubicBezTo>
                      <a:pt x="4315" y="4011"/>
                      <a:pt x="4399" y="3961"/>
                      <a:pt x="4399" y="3865"/>
                    </a:cubicBezTo>
                    <a:cubicBezTo>
                      <a:pt x="4465" y="2664"/>
                      <a:pt x="4032" y="1063"/>
                      <a:pt x="2964" y="363"/>
                    </a:cubicBezTo>
                    <a:cubicBezTo>
                      <a:pt x="2591" y="104"/>
                      <a:pt x="2193" y="0"/>
                      <a:pt x="17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3" name="Google Shape;4543;p116"/>
              <p:cNvSpPr/>
              <p:nvPr/>
            </p:nvSpPr>
            <p:spPr>
              <a:xfrm>
                <a:off x="1512173" y="1580200"/>
                <a:ext cx="349706" cy="433522"/>
              </a:xfrm>
              <a:custGeom>
                <a:avLst/>
                <a:gdLst/>
                <a:ahLst/>
                <a:cxnLst/>
                <a:rect l="l" t="t" r="r" b="b"/>
                <a:pathLst>
                  <a:path w="21016" h="26053" extrusionOk="0">
                    <a:moveTo>
                      <a:pt x="18347" y="1"/>
                    </a:moveTo>
                    <a:cubicBezTo>
                      <a:pt x="18347" y="1"/>
                      <a:pt x="17213" y="5772"/>
                      <a:pt x="7973" y="7640"/>
                    </a:cubicBezTo>
                    <a:cubicBezTo>
                      <a:pt x="5405" y="8173"/>
                      <a:pt x="1569" y="9775"/>
                      <a:pt x="1" y="14345"/>
                    </a:cubicBezTo>
                    <a:lnTo>
                      <a:pt x="1" y="19015"/>
                    </a:lnTo>
                    <a:cubicBezTo>
                      <a:pt x="2036" y="23218"/>
                      <a:pt x="5738" y="26053"/>
                      <a:pt x="10008" y="26053"/>
                    </a:cubicBezTo>
                    <a:cubicBezTo>
                      <a:pt x="16980" y="26053"/>
                      <a:pt x="21016" y="20015"/>
                      <a:pt x="21016" y="11943"/>
                    </a:cubicBezTo>
                    <a:cubicBezTo>
                      <a:pt x="21016" y="6439"/>
                      <a:pt x="20149" y="2503"/>
                      <a:pt x="1834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116"/>
              <p:cNvSpPr/>
              <p:nvPr/>
            </p:nvSpPr>
            <p:spPr>
              <a:xfrm>
                <a:off x="1739758" y="1766468"/>
                <a:ext cx="36575" cy="102719"/>
              </a:xfrm>
              <a:custGeom>
                <a:avLst/>
                <a:gdLst/>
                <a:ahLst/>
                <a:cxnLst/>
                <a:rect l="l" t="t" r="r" b="b"/>
                <a:pathLst>
                  <a:path w="2198" h="6173" extrusionOk="0">
                    <a:moveTo>
                      <a:pt x="486" y="0"/>
                    </a:moveTo>
                    <a:cubicBezTo>
                      <a:pt x="402" y="0"/>
                      <a:pt x="311" y="45"/>
                      <a:pt x="267" y="148"/>
                    </a:cubicBezTo>
                    <a:cubicBezTo>
                      <a:pt x="67" y="1316"/>
                      <a:pt x="0" y="2517"/>
                      <a:pt x="34" y="3751"/>
                    </a:cubicBezTo>
                    <a:cubicBezTo>
                      <a:pt x="34" y="3818"/>
                      <a:pt x="134" y="3918"/>
                      <a:pt x="200" y="3918"/>
                    </a:cubicBezTo>
                    <a:cubicBezTo>
                      <a:pt x="834" y="3951"/>
                      <a:pt x="1868" y="4118"/>
                      <a:pt x="1802" y="4985"/>
                    </a:cubicBezTo>
                    <a:cubicBezTo>
                      <a:pt x="1743" y="5689"/>
                      <a:pt x="1142" y="5826"/>
                      <a:pt x="567" y="5826"/>
                    </a:cubicBezTo>
                    <a:cubicBezTo>
                      <a:pt x="489" y="5826"/>
                      <a:pt x="410" y="5823"/>
                      <a:pt x="334" y="5819"/>
                    </a:cubicBezTo>
                    <a:cubicBezTo>
                      <a:pt x="325" y="5818"/>
                      <a:pt x="317" y="5817"/>
                      <a:pt x="309" y="5817"/>
                    </a:cubicBezTo>
                    <a:cubicBezTo>
                      <a:pt x="134" y="5817"/>
                      <a:pt x="142" y="6153"/>
                      <a:pt x="334" y="6153"/>
                    </a:cubicBezTo>
                    <a:cubicBezTo>
                      <a:pt x="436" y="6165"/>
                      <a:pt x="543" y="6172"/>
                      <a:pt x="652" y="6172"/>
                    </a:cubicBezTo>
                    <a:cubicBezTo>
                      <a:pt x="1390" y="6172"/>
                      <a:pt x="2198" y="5858"/>
                      <a:pt x="2168" y="4985"/>
                    </a:cubicBezTo>
                    <a:cubicBezTo>
                      <a:pt x="2137" y="3980"/>
                      <a:pt x="1277" y="3655"/>
                      <a:pt x="397" y="3537"/>
                    </a:cubicBezTo>
                    <a:lnTo>
                      <a:pt x="397" y="3537"/>
                    </a:lnTo>
                    <a:cubicBezTo>
                      <a:pt x="376" y="2419"/>
                      <a:pt x="476" y="1300"/>
                      <a:pt x="667" y="182"/>
                    </a:cubicBezTo>
                    <a:cubicBezTo>
                      <a:pt x="686" y="70"/>
                      <a:pt x="591" y="0"/>
                      <a:pt x="4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116"/>
              <p:cNvSpPr/>
              <p:nvPr/>
            </p:nvSpPr>
            <p:spPr>
              <a:xfrm>
                <a:off x="1560462" y="1816105"/>
                <a:ext cx="61085" cy="61069"/>
              </a:xfrm>
              <a:custGeom>
                <a:avLst/>
                <a:gdLst/>
                <a:ahLst/>
                <a:cxnLst/>
                <a:rect l="l" t="t" r="r" b="b"/>
                <a:pathLst>
                  <a:path w="3671" h="3670" extrusionOk="0">
                    <a:moveTo>
                      <a:pt x="1836" y="1"/>
                    </a:moveTo>
                    <a:cubicBezTo>
                      <a:pt x="835" y="1"/>
                      <a:pt x="1" y="835"/>
                      <a:pt x="1" y="1835"/>
                    </a:cubicBezTo>
                    <a:cubicBezTo>
                      <a:pt x="1" y="2836"/>
                      <a:pt x="835" y="3670"/>
                      <a:pt x="1836" y="3670"/>
                    </a:cubicBezTo>
                    <a:cubicBezTo>
                      <a:pt x="2836" y="3670"/>
                      <a:pt x="3670" y="2836"/>
                      <a:pt x="3670" y="1835"/>
                    </a:cubicBezTo>
                    <a:cubicBezTo>
                      <a:pt x="3670" y="835"/>
                      <a:pt x="2836" y="1"/>
                      <a:pt x="18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116"/>
              <p:cNvSpPr/>
              <p:nvPr/>
            </p:nvSpPr>
            <p:spPr>
              <a:xfrm>
                <a:off x="1799942" y="1823327"/>
                <a:ext cx="51068" cy="51085"/>
              </a:xfrm>
              <a:custGeom>
                <a:avLst/>
                <a:gdLst/>
                <a:ahLst/>
                <a:cxnLst/>
                <a:rect l="l" t="t" r="r" b="b"/>
                <a:pathLst>
                  <a:path w="3069" h="3070" extrusionOk="0">
                    <a:moveTo>
                      <a:pt x="1535" y="0"/>
                    </a:moveTo>
                    <a:cubicBezTo>
                      <a:pt x="701" y="0"/>
                      <a:pt x="0" y="668"/>
                      <a:pt x="0" y="1535"/>
                    </a:cubicBezTo>
                    <a:cubicBezTo>
                      <a:pt x="0" y="2369"/>
                      <a:pt x="701" y="3069"/>
                      <a:pt x="1535" y="3069"/>
                    </a:cubicBezTo>
                    <a:cubicBezTo>
                      <a:pt x="2368" y="3069"/>
                      <a:pt x="3069" y="2369"/>
                      <a:pt x="3069" y="1535"/>
                    </a:cubicBezTo>
                    <a:cubicBezTo>
                      <a:pt x="3069" y="701"/>
                      <a:pt x="2368" y="0"/>
                      <a:pt x="153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7" name="Google Shape;4547;p116"/>
              <p:cNvSpPr/>
              <p:nvPr/>
            </p:nvSpPr>
            <p:spPr>
              <a:xfrm>
                <a:off x="1698558" y="1906727"/>
                <a:ext cx="54662" cy="10167"/>
              </a:xfrm>
              <a:custGeom>
                <a:avLst/>
                <a:gdLst/>
                <a:ahLst/>
                <a:cxnLst/>
                <a:rect l="l" t="t" r="r" b="b"/>
                <a:pathLst>
                  <a:path w="3285" h="611" extrusionOk="0">
                    <a:moveTo>
                      <a:pt x="1833" y="0"/>
                    </a:moveTo>
                    <a:cubicBezTo>
                      <a:pt x="1269" y="0"/>
                      <a:pt x="701" y="108"/>
                      <a:pt x="175" y="259"/>
                    </a:cubicBezTo>
                    <a:cubicBezTo>
                      <a:pt x="0" y="346"/>
                      <a:pt x="28" y="611"/>
                      <a:pt x="193" y="611"/>
                    </a:cubicBezTo>
                    <a:cubicBezTo>
                      <a:pt x="218" y="611"/>
                      <a:pt x="245" y="605"/>
                      <a:pt x="275" y="592"/>
                    </a:cubicBezTo>
                    <a:cubicBezTo>
                      <a:pt x="755" y="444"/>
                      <a:pt x="1277" y="348"/>
                      <a:pt x="1794" y="348"/>
                    </a:cubicBezTo>
                    <a:cubicBezTo>
                      <a:pt x="2210" y="348"/>
                      <a:pt x="2623" y="410"/>
                      <a:pt x="3010" y="559"/>
                    </a:cubicBezTo>
                    <a:cubicBezTo>
                      <a:pt x="3036" y="572"/>
                      <a:pt x="3060" y="578"/>
                      <a:pt x="3081" y="578"/>
                    </a:cubicBezTo>
                    <a:cubicBezTo>
                      <a:pt x="3231" y="578"/>
                      <a:pt x="3285" y="313"/>
                      <a:pt x="3110" y="225"/>
                    </a:cubicBezTo>
                    <a:cubicBezTo>
                      <a:pt x="2702" y="65"/>
                      <a:pt x="2269" y="0"/>
                      <a:pt x="183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116"/>
              <p:cNvSpPr/>
              <p:nvPr/>
            </p:nvSpPr>
            <p:spPr>
              <a:xfrm>
                <a:off x="1599966" y="1797618"/>
                <a:ext cx="65312" cy="20833"/>
              </a:xfrm>
              <a:custGeom>
                <a:avLst/>
                <a:gdLst/>
                <a:ahLst/>
                <a:cxnLst/>
                <a:rect l="l" t="t" r="r" b="b"/>
                <a:pathLst>
                  <a:path w="3925" h="1252" extrusionOk="0">
                    <a:moveTo>
                      <a:pt x="272" y="1"/>
                    </a:moveTo>
                    <a:cubicBezTo>
                      <a:pt x="129" y="1"/>
                      <a:pt x="0" y="149"/>
                      <a:pt x="129" y="278"/>
                    </a:cubicBezTo>
                    <a:cubicBezTo>
                      <a:pt x="738" y="800"/>
                      <a:pt x="1675" y="1252"/>
                      <a:pt x="2540" y="1252"/>
                    </a:cubicBezTo>
                    <a:cubicBezTo>
                      <a:pt x="2999" y="1252"/>
                      <a:pt x="3439" y="1124"/>
                      <a:pt x="3798" y="812"/>
                    </a:cubicBezTo>
                    <a:cubicBezTo>
                      <a:pt x="3924" y="685"/>
                      <a:pt x="3821" y="521"/>
                      <a:pt x="3691" y="521"/>
                    </a:cubicBezTo>
                    <a:cubicBezTo>
                      <a:pt x="3649" y="521"/>
                      <a:pt x="3605" y="538"/>
                      <a:pt x="3564" y="578"/>
                    </a:cubicBezTo>
                    <a:cubicBezTo>
                      <a:pt x="3272" y="817"/>
                      <a:pt x="2912" y="914"/>
                      <a:pt x="2534" y="914"/>
                    </a:cubicBezTo>
                    <a:cubicBezTo>
                      <a:pt x="1750" y="914"/>
                      <a:pt x="891" y="494"/>
                      <a:pt x="396" y="44"/>
                    </a:cubicBezTo>
                    <a:cubicBezTo>
                      <a:pt x="357" y="14"/>
                      <a:pt x="314" y="1"/>
                      <a:pt x="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9" name="Google Shape;4549;p116"/>
              <p:cNvSpPr/>
              <p:nvPr/>
            </p:nvSpPr>
            <p:spPr>
              <a:xfrm>
                <a:off x="1768179" y="1800730"/>
                <a:ext cx="54463" cy="18420"/>
              </a:xfrm>
              <a:custGeom>
                <a:avLst/>
                <a:gdLst/>
                <a:ahLst/>
                <a:cxnLst/>
                <a:rect l="l" t="t" r="r" b="b"/>
                <a:pathLst>
                  <a:path w="3273" h="1107" extrusionOk="0">
                    <a:moveTo>
                      <a:pt x="234" y="0"/>
                    </a:moveTo>
                    <a:cubicBezTo>
                      <a:pt x="104" y="0"/>
                      <a:pt x="1" y="165"/>
                      <a:pt x="127" y="291"/>
                    </a:cubicBezTo>
                    <a:cubicBezTo>
                      <a:pt x="616" y="836"/>
                      <a:pt x="1158" y="1106"/>
                      <a:pt x="1735" y="1106"/>
                    </a:cubicBezTo>
                    <a:cubicBezTo>
                      <a:pt x="2181" y="1106"/>
                      <a:pt x="2649" y="945"/>
                      <a:pt x="3129" y="625"/>
                    </a:cubicBezTo>
                    <a:cubicBezTo>
                      <a:pt x="3273" y="538"/>
                      <a:pt x="3169" y="304"/>
                      <a:pt x="3031" y="304"/>
                    </a:cubicBezTo>
                    <a:cubicBezTo>
                      <a:pt x="3009" y="304"/>
                      <a:pt x="2986" y="310"/>
                      <a:pt x="2962" y="324"/>
                    </a:cubicBezTo>
                    <a:cubicBezTo>
                      <a:pt x="2534" y="605"/>
                      <a:pt x="2131" y="748"/>
                      <a:pt x="1746" y="748"/>
                    </a:cubicBezTo>
                    <a:cubicBezTo>
                      <a:pt x="1263" y="748"/>
                      <a:pt x="806" y="522"/>
                      <a:pt x="360" y="57"/>
                    </a:cubicBezTo>
                    <a:cubicBezTo>
                      <a:pt x="320" y="17"/>
                      <a:pt x="275" y="0"/>
                      <a:pt x="2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0" name="Google Shape;4550;p116"/>
              <p:cNvSpPr/>
              <p:nvPr/>
            </p:nvSpPr>
            <p:spPr>
              <a:xfrm>
                <a:off x="1622629" y="1720459"/>
                <a:ext cx="34228" cy="17955"/>
              </a:xfrm>
              <a:custGeom>
                <a:avLst/>
                <a:gdLst/>
                <a:ahLst/>
                <a:cxnLst/>
                <a:rect l="l" t="t" r="r" b="b"/>
                <a:pathLst>
                  <a:path w="2057" h="1079" extrusionOk="0">
                    <a:moveTo>
                      <a:pt x="1845" y="1"/>
                    </a:moveTo>
                    <a:cubicBezTo>
                      <a:pt x="1799" y="1"/>
                      <a:pt x="1748" y="23"/>
                      <a:pt x="1702" y="78"/>
                    </a:cubicBezTo>
                    <a:cubicBezTo>
                      <a:pt x="1268" y="478"/>
                      <a:pt x="768" y="745"/>
                      <a:pt x="201" y="745"/>
                    </a:cubicBezTo>
                    <a:cubicBezTo>
                      <a:pt x="1" y="745"/>
                      <a:pt x="1" y="1079"/>
                      <a:pt x="201" y="1079"/>
                    </a:cubicBezTo>
                    <a:cubicBezTo>
                      <a:pt x="902" y="1045"/>
                      <a:pt x="1502" y="778"/>
                      <a:pt x="1936" y="278"/>
                    </a:cubicBezTo>
                    <a:cubicBezTo>
                      <a:pt x="2057" y="157"/>
                      <a:pt x="1967" y="1"/>
                      <a:pt x="18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116"/>
              <p:cNvSpPr/>
              <p:nvPr/>
            </p:nvSpPr>
            <p:spPr>
              <a:xfrm>
                <a:off x="1801859" y="1715317"/>
                <a:ext cx="34495" cy="16989"/>
              </a:xfrm>
              <a:custGeom>
                <a:avLst/>
                <a:gdLst/>
                <a:ahLst/>
                <a:cxnLst/>
                <a:rect l="l" t="t" r="r" b="b"/>
                <a:pathLst>
                  <a:path w="2073" h="1021" extrusionOk="0">
                    <a:moveTo>
                      <a:pt x="225" y="1"/>
                    </a:moveTo>
                    <a:cubicBezTo>
                      <a:pt x="98" y="1"/>
                      <a:pt x="1" y="191"/>
                      <a:pt x="104" y="320"/>
                    </a:cubicBezTo>
                    <a:cubicBezTo>
                      <a:pt x="571" y="821"/>
                      <a:pt x="1172" y="1021"/>
                      <a:pt x="1839" y="1021"/>
                    </a:cubicBezTo>
                    <a:cubicBezTo>
                      <a:pt x="2072" y="1021"/>
                      <a:pt x="2072" y="687"/>
                      <a:pt x="1839" y="687"/>
                    </a:cubicBezTo>
                    <a:cubicBezTo>
                      <a:pt x="1272" y="687"/>
                      <a:pt x="738" y="520"/>
                      <a:pt x="338" y="53"/>
                    </a:cubicBezTo>
                    <a:cubicBezTo>
                      <a:pt x="301" y="16"/>
                      <a:pt x="262" y="1"/>
                      <a:pt x="2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2" name="Google Shape;4552;p116"/>
              <p:cNvSpPr/>
              <p:nvPr/>
            </p:nvSpPr>
            <p:spPr>
              <a:xfrm>
                <a:off x="1385077" y="2094193"/>
                <a:ext cx="542863" cy="476819"/>
              </a:xfrm>
              <a:custGeom>
                <a:avLst/>
                <a:gdLst/>
                <a:ahLst/>
                <a:cxnLst/>
                <a:rect l="l" t="t" r="r" b="b"/>
                <a:pathLst>
                  <a:path w="32624" h="28655" extrusionOk="0">
                    <a:moveTo>
                      <a:pt x="7672" y="1"/>
                    </a:moveTo>
                    <a:cubicBezTo>
                      <a:pt x="7672" y="1"/>
                      <a:pt x="2468" y="634"/>
                      <a:pt x="1701" y="5605"/>
                    </a:cubicBezTo>
                    <a:cubicBezTo>
                      <a:pt x="500" y="13610"/>
                      <a:pt x="0" y="28655"/>
                      <a:pt x="0" y="28655"/>
                    </a:cubicBezTo>
                    <a:lnTo>
                      <a:pt x="32623" y="28655"/>
                    </a:lnTo>
                    <a:cubicBezTo>
                      <a:pt x="32623" y="28655"/>
                      <a:pt x="30955" y="4604"/>
                      <a:pt x="27987" y="2436"/>
                    </a:cubicBezTo>
                    <a:cubicBezTo>
                      <a:pt x="26185" y="1102"/>
                      <a:pt x="22416" y="468"/>
                      <a:pt x="22416" y="468"/>
                    </a:cubicBezTo>
                    <a:lnTo>
                      <a:pt x="22416" y="468"/>
                    </a:lnTo>
                    <a:cubicBezTo>
                      <a:pt x="22416" y="468"/>
                      <a:pt x="24784" y="8407"/>
                      <a:pt x="19214" y="9174"/>
                    </a:cubicBezTo>
                    <a:cubicBezTo>
                      <a:pt x="19000" y="9205"/>
                      <a:pt x="18786" y="9220"/>
                      <a:pt x="18571" y="9220"/>
                    </a:cubicBezTo>
                    <a:cubicBezTo>
                      <a:pt x="13222" y="9220"/>
                      <a:pt x="7672" y="1"/>
                      <a:pt x="7672" y="1"/>
                    </a:cubicBezTo>
                    <a:close/>
                  </a:path>
                </a:pathLst>
              </a:custGeom>
              <a:solidFill>
                <a:srgbClr val="F85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3" name="Google Shape;4553;p116"/>
              <p:cNvSpPr/>
              <p:nvPr/>
            </p:nvSpPr>
            <p:spPr>
              <a:xfrm>
                <a:off x="1385077" y="2110850"/>
                <a:ext cx="542863" cy="460163"/>
              </a:xfrm>
              <a:custGeom>
                <a:avLst/>
                <a:gdLst/>
                <a:ahLst/>
                <a:cxnLst/>
                <a:rect l="l" t="t" r="r" b="b"/>
                <a:pathLst>
                  <a:path w="32624" h="27654" extrusionOk="0">
                    <a:moveTo>
                      <a:pt x="4870" y="0"/>
                    </a:moveTo>
                    <a:cubicBezTo>
                      <a:pt x="3503" y="801"/>
                      <a:pt x="2035" y="2169"/>
                      <a:pt x="1701" y="4604"/>
                    </a:cubicBezTo>
                    <a:cubicBezTo>
                      <a:pt x="500" y="12609"/>
                      <a:pt x="0" y="27654"/>
                      <a:pt x="0" y="27654"/>
                    </a:cubicBezTo>
                    <a:lnTo>
                      <a:pt x="32623" y="27654"/>
                    </a:lnTo>
                    <a:cubicBezTo>
                      <a:pt x="32623" y="27654"/>
                      <a:pt x="32557" y="27520"/>
                      <a:pt x="32557" y="27287"/>
                    </a:cubicBezTo>
                    <a:cubicBezTo>
                      <a:pt x="25852" y="24284"/>
                      <a:pt x="20048" y="19848"/>
                      <a:pt x="14711" y="13777"/>
                    </a:cubicBezTo>
                    <a:cubicBezTo>
                      <a:pt x="11475" y="9941"/>
                      <a:pt x="7138" y="5171"/>
                      <a:pt x="4870" y="0"/>
                    </a:cubicBezTo>
                    <a:close/>
                  </a:path>
                </a:pathLst>
              </a:custGeom>
              <a:solidFill>
                <a:srgbClr val="F852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116"/>
              <p:cNvSpPr/>
              <p:nvPr/>
            </p:nvSpPr>
            <p:spPr>
              <a:xfrm>
                <a:off x="1294039" y="2118038"/>
                <a:ext cx="193640" cy="453523"/>
              </a:xfrm>
              <a:custGeom>
                <a:avLst/>
                <a:gdLst/>
                <a:ahLst/>
                <a:cxnLst/>
                <a:rect l="l" t="t" r="r" b="b"/>
                <a:pathLst>
                  <a:path w="11637" h="27255" extrusionOk="0">
                    <a:moveTo>
                      <a:pt x="9702" y="0"/>
                    </a:moveTo>
                    <a:cubicBezTo>
                      <a:pt x="9693" y="0"/>
                      <a:pt x="9684" y="1"/>
                      <a:pt x="9674" y="2"/>
                    </a:cubicBezTo>
                    <a:cubicBezTo>
                      <a:pt x="2269" y="1003"/>
                      <a:pt x="0" y="27222"/>
                      <a:pt x="0" y="27255"/>
                    </a:cubicBezTo>
                    <a:lnTo>
                      <a:pt x="11108" y="27255"/>
                    </a:lnTo>
                    <a:cubicBezTo>
                      <a:pt x="11108" y="27255"/>
                      <a:pt x="11637" y="0"/>
                      <a:pt x="9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55" name="Google Shape;4555;p116"/>
              <p:cNvGrpSpPr/>
              <p:nvPr/>
            </p:nvGrpSpPr>
            <p:grpSpPr>
              <a:xfrm rot="-3076114">
                <a:off x="1861664" y="1963157"/>
                <a:ext cx="195318" cy="194414"/>
                <a:chOff x="6435388" y="1933813"/>
                <a:chExt cx="381293" cy="379424"/>
              </a:xfrm>
            </p:grpSpPr>
            <p:sp>
              <p:nvSpPr>
                <p:cNvPr id="4556" name="Google Shape;4556;p116"/>
                <p:cNvSpPr/>
                <p:nvPr/>
              </p:nvSpPr>
              <p:spPr>
                <a:xfrm>
                  <a:off x="6435388" y="2261331"/>
                  <a:ext cx="54622" cy="51906"/>
                </a:xfrm>
                <a:custGeom>
                  <a:avLst/>
                  <a:gdLst/>
                  <a:ahLst/>
                  <a:cxnLst/>
                  <a:rect l="l" t="t" r="r" b="b"/>
                  <a:pathLst>
                    <a:path w="1549" h="1472" extrusionOk="0">
                      <a:moveTo>
                        <a:pt x="1203" y="0"/>
                      </a:moveTo>
                      <a:cubicBezTo>
                        <a:pt x="1120" y="0"/>
                        <a:pt x="1037" y="30"/>
                        <a:pt x="977" y="90"/>
                      </a:cubicBezTo>
                      <a:lnTo>
                        <a:pt x="120" y="947"/>
                      </a:lnTo>
                      <a:cubicBezTo>
                        <a:pt x="1" y="1066"/>
                        <a:pt x="1" y="1281"/>
                        <a:pt x="120" y="1400"/>
                      </a:cubicBezTo>
                      <a:cubicBezTo>
                        <a:pt x="179" y="1447"/>
                        <a:pt x="263" y="1471"/>
                        <a:pt x="346" y="1471"/>
                      </a:cubicBezTo>
                      <a:cubicBezTo>
                        <a:pt x="429" y="1471"/>
                        <a:pt x="513" y="1447"/>
                        <a:pt x="572" y="1400"/>
                      </a:cubicBezTo>
                      <a:lnTo>
                        <a:pt x="1430" y="518"/>
                      </a:lnTo>
                      <a:cubicBezTo>
                        <a:pt x="1549" y="399"/>
                        <a:pt x="1549" y="209"/>
                        <a:pt x="1430" y="90"/>
                      </a:cubicBezTo>
                      <a:cubicBezTo>
                        <a:pt x="1370" y="30"/>
                        <a:pt x="1287" y="0"/>
                        <a:pt x="1203" y="0"/>
                      </a:cubicBezTo>
                      <a:close/>
                    </a:path>
                  </a:pathLst>
                </a:custGeom>
                <a:solidFill>
                  <a:srgbClr val="F2F3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116"/>
                <p:cNvSpPr/>
                <p:nvPr/>
              </p:nvSpPr>
              <p:spPr>
                <a:xfrm>
                  <a:off x="6439584" y="2264469"/>
                  <a:ext cx="50425" cy="48768"/>
                </a:xfrm>
                <a:custGeom>
                  <a:avLst/>
                  <a:gdLst/>
                  <a:ahLst/>
                  <a:cxnLst/>
                  <a:rect l="l" t="t" r="r" b="b"/>
                  <a:pathLst>
                    <a:path w="1430" h="1383" extrusionOk="0">
                      <a:moveTo>
                        <a:pt x="1311" y="1"/>
                      </a:moveTo>
                      <a:lnTo>
                        <a:pt x="1" y="1311"/>
                      </a:lnTo>
                      <a:cubicBezTo>
                        <a:pt x="60" y="1358"/>
                        <a:pt x="144" y="1382"/>
                        <a:pt x="227" y="1382"/>
                      </a:cubicBezTo>
                      <a:cubicBezTo>
                        <a:pt x="310" y="1382"/>
                        <a:pt x="394" y="1358"/>
                        <a:pt x="453" y="1311"/>
                      </a:cubicBezTo>
                      <a:lnTo>
                        <a:pt x="1311" y="429"/>
                      </a:lnTo>
                      <a:cubicBezTo>
                        <a:pt x="1430" y="310"/>
                        <a:pt x="1430" y="120"/>
                        <a:pt x="1311" y="1"/>
                      </a:cubicBezTo>
                      <a:close/>
                    </a:path>
                  </a:pathLst>
                </a:custGeom>
                <a:solidFill>
                  <a:srgbClr val="E3E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8" name="Google Shape;4558;p116"/>
                <p:cNvSpPr/>
                <p:nvPr/>
              </p:nvSpPr>
              <p:spPr>
                <a:xfrm>
                  <a:off x="6485778" y="2139570"/>
                  <a:ext cx="125182" cy="122220"/>
                </a:xfrm>
                <a:custGeom>
                  <a:avLst/>
                  <a:gdLst/>
                  <a:ahLst/>
                  <a:cxnLst/>
                  <a:rect l="l" t="t" r="r" b="b"/>
                  <a:pathLst>
                    <a:path w="3550" h="3466" extrusionOk="0">
                      <a:moveTo>
                        <a:pt x="2370" y="0"/>
                      </a:moveTo>
                      <a:cubicBezTo>
                        <a:pt x="2287" y="0"/>
                        <a:pt x="2204" y="30"/>
                        <a:pt x="2144" y="90"/>
                      </a:cubicBezTo>
                      <a:lnTo>
                        <a:pt x="120" y="2114"/>
                      </a:lnTo>
                      <a:cubicBezTo>
                        <a:pt x="1" y="2209"/>
                        <a:pt x="1" y="2424"/>
                        <a:pt x="120" y="2543"/>
                      </a:cubicBezTo>
                      <a:lnTo>
                        <a:pt x="953" y="3376"/>
                      </a:lnTo>
                      <a:cubicBezTo>
                        <a:pt x="1013" y="3436"/>
                        <a:pt x="1096" y="3465"/>
                        <a:pt x="1180" y="3465"/>
                      </a:cubicBezTo>
                      <a:cubicBezTo>
                        <a:pt x="1263" y="3465"/>
                        <a:pt x="1346" y="3436"/>
                        <a:pt x="1406" y="3376"/>
                      </a:cubicBezTo>
                      <a:lnTo>
                        <a:pt x="3430" y="1352"/>
                      </a:lnTo>
                      <a:cubicBezTo>
                        <a:pt x="3549" y="1233"/>
                        <a:pt x="3549" y="1018"/>
                        <a:pt x="3430" y="923"/>
                      </a:cubicBezTo>
                      <a:lnTo>
                        <a:pt x="2596" y="90"/>
                      </a:lnTo>
                      <a:cubicBezTo>
                        <a:pt x="2537" y="30"/>
                        <a:pt x="2454" y="0"/>
                        <a:pt x="23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9" name="Google Shape;4559;p116"/>
                <p:cNvSpPr/>
                <p:nvPr/>
              </p:nvSpPr>
              <p:spPr>
                <a:xfrm>
                  <a:off x="6504256" y="2156989"/>
                  <a:ext cx="106704" cy="104800"/>
                </a:xfrm>
                <a:custGeom>
                  <a:avLst/>
                  <a:gdLst/>
                  <a:ahLst/>
                  <a:cxnLst/>
                  <a:rect l="l" t="t" r="r" b="b"/>
                  <a:pathLst>
                    <a:path w="3026" h="2972" extrusionOk="0">
                      <a:moveTo>
                        <a:pt x="2477" y="1"/>
                      </a:moveTo>
                      <a:lnTo>
                        <a:pt x="1" y="2477"/>
                      </a:lnTo>
                      <a:lnTo>
                        <a:pt x="429" y="2882"/>
                      </a:lnTo>
                      <a:cubicBezTo>
                        <a:pt x="489" y="2942"/>
                        <a:pt x="572" y="2971"/>
                        <a:pt x="656" y="2971"/>
                      </a:cubicBezTo>
                      <a:cubicBezTo>
                        <a:pt x="739" y="2971"/>
                        <a:pt x="822" y="2942"/>
                        <a:pt x="882" y="2882"/>
                      </a:cubicBezTo>
                      <a:lnTo>
                        <a:pt x="2906" y="858"/>
                      </a:lnTo>
                      <a:cubicBezTo>
                        <a:pt x="3025" y="739"/>
                        <a:pt x="3025" y="524"/>
                        <a:pt x="2906" y="429"/>
                      </a:cubicBezTo>
                      <a:lnTo>
                        <a:pt x="24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116"/>
                <p:cNvSpPr/>
                <p:nvPr/>
              </p:nvSpPr>
              <p:spPr>
                <a:xfrm>
                  <a:off x="6449669" y="2214079"/>
                  <a:ext cx="84842" cy="83819"/>
                </a:xfrm>
                <a:custGeom>
                  <a:avLst/>
                  <a:gdLst/>
                  <a:ahLst/>
                  <a:cxnLst/>
                  <a:rect l="l" t="t" r="r" b="b"/>
                  <a:pathLst>
                    <a:path w="2406" h="2377" extrusionOk="0">
                      <a:moveTo>
                        <a:pt x="1144" y="1"/>
                      </a:moveTo>
                      <a:lnTo>
                        <a:pt x="120" y="1001"/>
                      </a:lnTo>
                      <a:cubicBezTo>
                        <a:pt x="1" y="1120"/>
                        <a:pt x="1" y="1335"/>
                        <a:pt x="120" y="1454"/>
                      </a:cubicBezTo>
                      <a:lnTo>
                        <a:pt x="953" y="2287"/>
                      </a:lnTo>
                      <a:cubicBezTo>
                        <a:pt x="1013" y="2347"/>
                        <a:pt x="1096" y="2376"/>
                        <a:pt x="1179" y="2376"/>
                      </a:cubicBezTo>
                      <a:cubicBezTo>
                        <a:pt x="1263" y="2376"/>
                        <a:pt x="1346" y="2347"/>
                        <a:pt x="1406" y="2287"/>
                      </a:cubicBezTo>
                      <a:lnTo>
                        <a:pt x="2406" y="1263"/>
                      </a:lnTo>
                      <a:lnTo>
                        <a:pt x="114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1" name="Google Shape;4561;p116"/>
                <p:cNvSpPr/>
                <p:nvPr/>
              </p:nvSpPr>
              <p:spPr>
                <a:xfrm>
                  <a:off x="6469839" y="2235942"/>
                  <a:ext cx="66364" cy="61110"/>
                </a:xfrm>
                <a:custGeom>
                  <a:avLst/>
                  <a:gdLst/>
                  <a:ahLst/>
                  <a:cxnLst/>
                  <a:rect l="l" t="t" r="r" b="b"/>
                  <a:pathLst>
                    <a:path w="1882" h="1733" extrusionOk="0">
                      <a:moveTo>
                        <a:pt x="1215" y="0"/>
                      </a:moveTo>
                      <a:lnTo>
                        <a:pt x="0" y="1215"/>
                      </a:lnTo>
                      <a:lnTo>
                        <a:pt x="429" y="1643"/>
                      </a:lnTo>
                      <a:cubicBezTo>
                        <a:pt x="488" y="1703"/>
                        <a:pt x="566" y="1733"/>
                        <a:pt x="643" y="1733"/>
                      </a:cubicBezTo>
                      <a:cubicBezTo>
                        <a:pt x="721" y="1733"/>
                        <a:pt x="798" y="1703"/>
                        <a:pt x="858" y="1643"/>
                      </a:cubicBezTo>
                      <a:lnTo>
                        <a:pt x="1882" y="619"/>
                      </a:lnTo>
                      <a:lnTo>
                        <a:pt x="121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2" name="Google Shape;4562;p116"/>
                <p:cNvSpPr/>
                <p:nvPr/>
              </p:nvSpPr>
              <p:spPr>
                <a:xfrm>
                  <a:off x="6737729" y="1933813"/>
                  <a:ext cx="78953" cy="77084"/>
                </a:xfrm>
                <a:custGeom>
                  <a:avLst/>
                  <a:gdLst/>
                  <a:ahLst/>
                  <a:cxnLst/>
                  <a:rect l="l" t="t" r="r" b="b"/>
                  <a:pathLst>
                    <a:path w="2239" h="2186" extrusionOk="0">
                      <a:moveTo>
                        <a:pt x="1179" y="1"/>
                      </a:moveTo>
                      <a:cubicBezTo>
                        <a:pt x="1096" y="1"/>
                        <a:pt x="1012" y="31"/>
                        <a:pt x="953" y="90"/>
                      </a:cubicBezTo>
                      <a:lnTo>
                        <a:pt x="119" y="924"/>
                      </a:lnTo>
                      <a:cubicBezTo>
                        <a:pt x="0" y="1043"/>
                        <a:pt x="0" y="1233"/>
                        <a:pt x="119" y="1352"/>
                      </a:cubicBezTo>
                      <a:lnTo>
                        <a:pt x="810" y="2114"/>
                      </a:lnTo>
                      <a:cubicBezTo>
                        <a:pt x="857" y="2162"/>
                        <a:pt x="953" y="2186"/>
                        <a:pt x="1000" y="2186"/>
                      </a:cubicBezTo>
                      <a:cubicBezTo>
                        <a:pt x="1096" y="2186"/>
                        <a:pt x="1191" y="2162"/>
                        <a:pt x="1238" y="2114"/>
                      </a:cubicBezTo>
                      <a:lnTo>
                        <a:pt x="2120" y="1233"/>
                      </a:lnTo>
                      <a:cubicBezTo>
                        <a:pt x="2239" y="1114"/>
                        <a:pt x="2239" y="900"/>
                        <a:pt x="2120" y="805"/>
                      </a:cubicBezTo>
                      <a:lnTo>
                        <a:pt x="1405" y="90"/>
                      </a:lnTo>
                      <a:cubicBezTo>
                        <a:pt x="1346" y="31"/>
                        <a:pt x="1262" y="1"/>
                        <a:pt x="11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3" name="Google Shape;4563;p116"/>
                <p:cNvSpPr/>
                <p:nvPr/>
              </p:nvSpPr>
              <p:spPr>
                <a:xfrm>
                  <a:off x="6753667" y="1949575"/>
                  <a:ext cx="63014" cy="61321"/>
                </a:xfrm>
                <a:custGeom>
                  <a:avLst/>
                  <a:gdLst/>
                  <a:ahLst/>
                  <a:cxnLst/>
                  <a:rect l="l" t="t" r="r" b="b"/>
                  <a:pathLst>
                    <a:path w="1787" h="1739" extrusionOk="0">
                      <a:moveTo>
                        <a:pt x="1310" y="0"/>
                      </a:moveTo>
                      <a:lnTo>
                        <a:pt x="1" y="1310"/>
                      </a:lnTo>
                      <a:lnTo>
                        <a:pt x="310" y="1644"/>
                      </a:lnTo>
                      <a:cubicBezTo>
                        <a:pt x="382" y="1715"/>
                        <a:pt x="477" y="1739"/>
                        <a:pt x="524" y="1739"/>
                      </a:cubicBezTo>
                      <a:cubicBezTo>
                        <a:pt x="620" y="1739"/>
                        <a:pt x="715" y="1715"/>
                        <a:pt x="763" y="1644"/>
                      </a:cubicBezTo>
                      <a:lnTo>
                        <a:pt x="1620" y="786"/>
                      </a:lnTo>
                      <a:cubicBezTo>
                        <a:pt x="1787" y="667"/>
                        <a:pt x="1787" y="453"/>
                        <a:pt x="1668" y="358"/>
                      </a:cubicBezTo>
                      <a:lnTo>
                        <a:pt x="131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4" name="Google Shape;4564;p116"/>
                <p:cNvSpPr/>
                <p:nvPr/>
              </p:nvSpPr>
              <p:spPr>
                <a:xfrm>
                  <a:off x="6722601" y="2034593"/>
                  <a:ext cx="74757" cy="111324"/>
                </a:xfrm>
                <a:custGeom>
                  <a:avLst/>
                  <a:gdLst/>
                  <a:ahLst/>
                  <a:cxnLst/>
                  <a:rect l="l" t="t" r="r" b="b"/>
                  <a:pathLst>
                    <a:path w="2120" h="3157" extrusionOk="0">
                      <a:moveTo>
                        <a:pt x="1215" y="1"/>
                      </a:moveTo>
                      <a:cubicBezTo>
                        <a:pt x="1138" y="1"/>
                        <a:pt x="1060" y="30"/>
                        <a:pt x="1001" y="90"/>
                      </a:cubicBezTo>
                      <a:cubicBezTo>
                        <a:pt x="882" y="185"/>
                        <a:pt x="882" y="399"/>
                        <a:pt x="1001" y="519"/>
                      </a:cubicBezTo>
                      <a:lnTo>
                        <a:pt x="1239" y="757"/>
                      </a:lnTo>
                      <a:cubicBezTo>
                        <a:pt x="1429" y="971"/>
                        <a:pt x="1429" y="1304"/>
                        <a:pt x="1239" y="1519"/>
                      </a:cubicBezTo>
                      <a:lnTo>
                        <a:pt x="119" y="2614"/>
                      </a:lnTo>
                      <a:cubicBezTo>
                        <a:pt x="0" y="2733"/>
                        <a:pt x="0" y="2948"/>
                        <a:pt x="119" y="3067"/>
                      </a:cubicBezTo>
                      <a:cubicBezTo>
                        <a:pt x="179" y="3126"/>
                        <a:pt x="256" y="3156"/>
                        <a:pt x="337" y="3156"/>
                      </a:cubicBezTo>
                      <a:cubicBezTo>
                        <a:pt x="417" y="3156"/>
                        <a:pt x="500" y="3126"/>
                        <a:pt x="572" y="3067"/>
                      </a:cubicBezTo>
                      <a:lnTo>
                        <a:pt x="1667" y="1947"/>
                      </a:lnTo>
                      <a:cubicBezTo>
                        <a:pt x="2120" y="1519"/>
                        <a:pt x="2120" y="757"/>
                        <a:pt x="1667" y="328"/>
                      </a:cubicBezTo>
                      <a:lnTo>
                        <a:pt x="1429" y="90"/>
                      </a:lnTo>
                      <a:cubicBezTo>
                        <a:pt x="1370" y="30"/>
                        <a:pt x="1292" y="1"/>
                        <a:pt x="12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116"/>
                <p:cNvSpPr/>
                <p:nvPr/>
              </p:nvSpPr>
              <p:spPr>
                <a:xfrm>
                  <a:off x="6545407" y="2087487"/>
                  <a:ext cx="116754" cy="114251"/>
                </a:xfrm>
                <a:custGeom>
                  <a:avLst/>
                  <a:gdLst/>
                  <a:ahLst/>
                  <a:cxnLst/>
                  <a:rect l="l" t="t" r="r" b="b"/>
                  <a:pathLst>
                    <a:path w="3311" h="3240" extrusionOk="0">
                      <a:moveTo>
                        <a:pt x="1239" y="1"/>
                      </a:moveTo>
                      <a:cubicBezTo>
                        <a:pt x="1161" y="1"/>
                        <a:pt x="1084" y="31"/>
                        <a:pt x="1025" y="90"/>
                      </a:cubicBezTo>
                      <a:lnTo>
                        <a:pt x="239" y="876"/>
                      </a:lnTo>
                      <a:cubicBezTo>
                        <a:pt x="1" y="1114"/>
                        <a:pt x="1" y="1519"/>
                        <a:pt x="239" y="1757"/>
                      </a:cubicBezTo>
                      <a:lnTo>
                        <a:pt x="1525" y="3043"/>
                      </a:lnTo>
                      <a:cubicBezTo>
                        <a:pt x="1644" y="3174"/>
                        <a:pt x="1799" y="3240"/>
                        <a:pt x="1956" y="3240"/>
                      </a:cubicBezTo>
                      <a:cubicBezTo>
                        <a:pt x="2114" y="3240"/>
                        <a:pt x="2275" y="3174"/>
                        <a:pt x="2406" y="3043"/>
                      </a:cubicBezTo>
                      <a:lnTo>
                        <a:pt x="3192" y="2257"/>
                      </a:lnTo>
                      <a:cubicBezTo>
                        <a:pt x="3311" y="2162"/>
                        <a:pt x="3311" y="1948"/>
                        <a:pt x="3192" y="1829"/>
                      </a:cubicBezTo>
                      <a:lnTo>
                        <a:pt x="1453" y="90"/>
                      </a:lnTo>
                      <a:cubicBezTo>
                        <a:pt x="1394" y="31"/>
                        <a:pt x="1316" y="1"/>
                        <a:pt x="12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6" name="Google Shape;4566;p116"/>
                <p:cNvSpPr/>
                <p:nvPr/>
              </p:nvSpPr>
              <p:spPr>
                <a:xfrm>
                  <a:off x="6575627" y="2121727"/>
                  <a:ext cx="86534" cy="79376"/>
                </a:xfrm>
                <a:custGeom>
                  <a:avLst/>
                  <a:gdLst/>
                  <a:ahLst/>
                  <a:cxnLst/>
                  <a:rect l="l" t="t" r="r" b="b"/>
                  <a:pathLst>
                    <a:path w="2454" h="2251" extrusionOk="0">
                      <a:moveTo>
                        <a:pt x="1477" y="0"/>
                      </a:moveTo>
                      <a:lnTo>
                        <a:pt x="1" y="1453"/>
                      </a:lnTo>
                      <a:lnTo>
                        <a:pt x="644" y="2072"/>
                      </a:lnTo>
                      <a:cubicBezTo>
                        <a:pt x="763" y="2191"/>
                        <a:pt x="924" y="2251"/>
                        <a:pt x="1084" y="2251"/>
                      </a:cubicBezTo>
                      <a:cubicBezTo>
                        <a:pt x="1245" y="2251"/>
                        <a:pt x="1406" y="2191"/>
                        <a:pt x="1525" y="2072"/>
                      </a:cubicBezTo>
                      <a:lnTo>
                        <a:pt x="2311" y="1310"/>
                      </a:lnTo>
                      <a:cubicBezTo>
                        <a:pt x="2454" y="1191"/>
                        <a:pt x="2454" y="977"/>
                        <a:pt x="2335" y="858"/>
                      </a:cubicBezTo>
                      <a:lnTo>
                        <a:pt x="147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7" name="Google Shape;4567;p116"/>
                <p:cNvSpPr/>
                <p:nvPr/>
              </p:nvSpPr>
              <p:spPr>
                <a:xfrm>
                  <a:off x="6683142" y="1950845"/>
                  <a:ext cx="116754" cy="113616"/>
                </a:xfrm>
                <a:custGeom>
                  <a:avLst/>
                  <a:gdLst/>
                  <a:ahLst/>
                  <a:cxnLst/>
                  <a:rect l="l" t="t" r="r" b="b"/>
                  <a:pathLst>
                    <a:path w="3311" h="3222" extrusionOk="0">
                      <a:moveTo>
                        <a:pt x="1334" y="0"/>
                      </a:moveTo>
                      <a:cubicBezTo>
                        <a:pt x="1167" y="0"/>
                        <a:pt x="1000" y="60"/>
                        <a:pt x="881" y="179"/>
                      </a:cubicBezTo>
                      <a:lnTo>
                        <a:pt x="119" y="965"/>
                      </a:lnTo>
                      <a:cubicBezTo>
                        <a:pt x="0" y="1084"/>
                        <a:pt x="0" y="1298"/>
                        <a:pt x="119" y="1417"/>
                      </a:cubicBezTo>
                      <a:lnTo>
                        <a:pt x="1834" y="3132"/>
                      </a:lnTo>
                      <a:cubicBezTo>
                        <a:pt x="1893" y="3191"/>
                        <a:pt x="1977" y="3221"/>
                        <a:pt x="2060" y="3221"/>
                      </a:cubicBezTo>
                      <a:cubicBezTo>
                        <a:pt x="2143" y="3221"/>
                        <a:pt x="2227" y="3191"/>
                        <a:pt x="2286" y="3132"/>
                      </a:cubicBezTo>
                      <a:lnTo>
                        <a:pt x="3072" y="2370"/>
                      </a:lnTo>
                      <a:cubicBezTo>
                        <a:pt x="3310" y="2132"/>
                        <a:pt x="3310" y="1703"/>
                        <a:pt x="3072" y="1465"/>
                      </a:cubicBezTo>
                      <a:lnTo>
                        <a:pt x="1786" y="179"/>
                      </a:lnTo>
                      <a:cubicBezTo>
                        <a:pt x="1667" y="60"/>
                        <a:pt x="1500" y="0"/>
                        <a:pt x="13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116"/>
                <p:cNvSpPr/>
                <p:nvPr/>
              </p:nvSpPr>
              <p:spPr>
                <a:xfrm>
                  <a:off x="6718405" y="1979795"/>
                  <a:ext cx="82338" cy="84665"/>
                </a:xfrm>
                <a:custGeom>
                  <a:avLst/>
                  <a:gdLst/>
                  <a:ahLst/>
                  <a:cxnLst/>
                  <a:rect l="l" t="t" r="r" b="b"/>
                  <a:pathLst>
                    <a:path w="2335" h="2401" extrusionOk="0">
                      <a:moveTo>
                        <a:pt x="1477" y="1"/>
                      </a:moveTo>
                      <a:lnTo>
                        <a:pt x="0" y="1453"/>
                      </a:lnTo>
                      <a:lnTo>
                        <a:pt x="881" y="2311"/>
                      </a:lnTo>
                      <a:cubicBezTo>
                        <a:pt x="941" y="2370"/>
                        <a:pt x="1018" y="2400"/>
                        <a:pt x="1096" y="2400"/>
                      </a:cubicBezTo>
                      <a:cubicBezTo>
                        <a:pt x="1173" y="2400"/>
                        <a:pt x="1251" y="2370"/>
                        <a:pt x="1310" y="2311"/>
                      </a:cubicBezTo>
                      <a:lnTo>
                        <a:pt x="2096" y="1549"/>
                      </a:lnTo>
                      <a:cubicBezTo>
                        <a:pt x="2334" y="1287"/>
                        <a:pt x="2334" y="882"/>
                        <a:pt x="2096" y="620"/>
                      </a:cubicBezTo>
                      <a:lnTo>
                        <a:pt x="147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9" name="Google Shape;4569;p116"/>
                <p:cNvSpPr/>
                <p:nvPr/>
              </p:nvSpPr>
              <p:spPr>
                <a:xfrm>
                  <a:off x="6581516" y="1984838"/>
                  <a:ext cx="182272" cy="183118"/>
                </a:xfrm>
                <a:custGeom>
                  <a:avLst/>
                  <a:gdLst/>
                  <a:ahLst/>
                  <a:cxnLst/>
                  <a:rect l="l" t="t" r="r" b="b"/>
                  <a:pathLst>
                    <a:path w="5169" h="5193" extrusionOk="0">
                      <a:moveTo>
                        <a:pt x="3001" y="1"/>
                      </a:moveTo>
                      <a:lnTo>
                        <a:pt x="1" y="3001"/>
                      </a:lnTo>
                      <a:lnTo>
                        <a:pt x="2168" y="5192"/>
                      </a:lnTo>
                      <a:lnTo>
                        <a:pt x="5168" y="2168"/>
                      </a:lnTo>
                      <a:lnTo>
                        <a:pt x="30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0" name="Google Shape;4570;p116"/>
                <p:cNvSpPr/>
                <p:nvPr/>
              </p:nvSpPr>
              <p:spPr>
                <a:xfrm>
                  <a:off x="6620163" y="2023485"/>
                  <a:ext cx="143624" cy="144470"/>
                </a:xfrm>
                <a:custGeom>
                  <a:avLst/>
                  <a:gdLst/>
                  <a:ahLst/>
                  <a:cxnLst/>
                  <a:rect l="l" t="t" r="r" b="b"/>
                  <a:pathLst>
                    <a:path w="4073" h="4097" extrusionOk="0">
                      <a:moveTo>
                        <a:pt x="3001" y="0"/>
                      </a:moveTo>
                      <a:lnTo>
                        <a:pt x="0" y="3024"/>
                      </a:lnTo>
                      <a:lnTo>
                        <a:pt x="1072" y="4096"/>
                      </a:lnTo>
                      <a:lnTo>
                        <a:pt x="4072" y="1072"/>
                      </a:lnTo>
                      <a:lnTo>
                        <a:pt x="30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1" name="Google Shape;4571;p116"/>
              <p:cNvSpPr/>
              <p:nvPr/>
            </p:nvSpPr>
            <p:spPr>
              <a:xfrm>
                <a:off x="1880815" y="1967679"/>
                <a:ext cx="319654" cy="579288"/>
              </a:xfrm>
              <a:custGeom>
                <a:avLst/>
                <a:gdLst/>
                <a:ahLst/>
                <a:cxnLst/>
                <a:rect l="l" t="t" r="r" b="b"/>
                <a:pathLst>
                  <a:path w="19210" h="34813" extrusionOk="0">
                    <a:moveTo>
                      <a:pt x="4526" y="1"/>
                    </a:moveTo>
                    <a:cubicBezTo>
                      <a:pt x="4234" y="1"/>
                      <a:pt x="3967" y="53"/>
                      <a:pt x="3732" y="165"/>
                    </a:cubicBezTo>
                    <a:cubicBezTo>
                      <a:pt x="1" y="1966"/>
                      <a:pt x="1635" y="3705"/>
                      <a:pt x="1697" y="3768"/>
                    </a:cubicBezTo>
                    <a:lnTo>
                      <a:pt x="1697" y="3768"/>
                    </a:lnTo>
                    <a:cubicBezTo>
                      <a:pt x="1163" y="4902"/>
                      <a:pt x="1731" y="6203"/>
                      <a:pt x="1731" y="6203"/>
                    </a:cubicBezTo>
                    <a:cubicBezTo>
                      <a:pt x="1497" y="7570"/>
                      <a:pt x="2731" y="8071"/>
                      <a:pt x="2731" y="8071"/>
                    </a:cubicBezTo>
                    <a:cubicBezTo>
                      <a:pt x="2564" y="9605"/>
                      <a:pt x="3699" y="10105"/>
                      <a:pt x="3699" y="10105"/>
                    </a:cubicBezTo>
                    <a:cubicBezTo>
                      <a:pt x="3921" y="10262"/>
                      <a:pt x="4153" y="10321"/>
                      <a:pt x="4377" y="10321"/>
                    </a:cubicBezTo>
                    <a:cubicBezTo>
                      <a:pt x="5061" y="10321"/>
                      <a:pt x="5667" y="9772"/>
                      <a:pt x="5667" y="9772"/>
                    </a:cubicBezTo>
                    <a:cubicBezTo>
                      <a:pt x="6000" y="11840"/>
                      <a:pt x="7601" y="12674"/>
                      <a:pt x="7601" y="12674"/>
                    </a:cubicBezTo>
                    <a:cubicBezTo>
                      <a:pt x="7601" y="17911"/>
                      <a:pt x="4332" y="25717"/>
                      <a:pt x="4899" y="30720"/>
                    </a:cubicBezTo>
                    <a:cubicBezTo>
                      <a:pt x="5277" y="33703"/>
                      <a:pt x="7979" y="34813"/>
                      <a:pt x="10424" y="34813"/>
                    </a:cubicBezTo>
                    <a:cubicBezTo>
                      <a:pt x="12081" y="34813"/>
                      <a:pt x="13620" y="34304"/>
                      <a:pt x="14239" y="33522"/>
                    </a:cubicBezTo>
                    <a:cubicBezTo>
                      <a:pt x="19210" y="27184"/>
                      <a:pt x="13906" y="9538"/>
                      <a:pt x="12205" y="6236"/>
                    </a:cubicBezTo>
                    <a:cubicBezTo>
                      <a:pt x="10723" y="3303"/>
                      <a:pt x="6847" y="1"/>
                      <a:pt x="452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116"/>
              <p:cNvSpPr/>
              <p:nvPr/>
            </p:nvSpPr>
            <p:spPr>
              <a:xfrm>
                <a:off x="1925144" y="2100849"/>
                <a:ext cx="6673" cy="5574"/>
              </a:xfrm>
              <a:custGeom>
                <a:avLst/>
                <a:gdLst/>
                <a:ahLst/>
                <a:cxnLst/>
                <a:rect l="l" t="t" r="r" b="b"/>
                <a:pathLst>
                  <a:path w="401" h="335" extrusionOk="0">
                    <a:moveTo>
                      <a:pt x="201" y="1"/>
                    </a:moveTo>
                    <a:cubicBezTo>
                      <a:pt x="1" y="1"/>
                      <a:pt x="1" y="335"/>
                      <a:pt x="201" y="335"/>
                    </a:cubicBezTo>
                    <a:cubicBezTo>
                      <a:pt x="401" y="335"/>
                      <a:pt x="401" y="1"/>
                      <a:pt x="201" y="1"/>
                    </a:cubicBezTo>
                    <a:close/>
                  </a:path>
                </a:pathLst>
              </a:custGeom>
              <a:solidFill>
                <a:srgbClr val="BC53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116"/>
              <p:cNvSpPr/>
              <p:nvPr/>
            </p:nvSpPr>
            <p:spPr>
              <a:xfrm>
                <a:off x="1924512" y="2081829"/>
                <a:ext cx="57658" cy="24627"/>
              </a:xfrm>
              <a:custGeom>
                <a:avLst/>
                <a:gdLst/>
                <a:ahLst/>
                <a:cxnLst/>
                <a:rect l="l" t="t" r="r" b="b"/>
                <a:pathLst>
                  <a:path w="3465" h="1480" extrusionOk="0">
                    <a:moveTo>
                      <a:pt x="2396" y="0"/>
                    </a:moveTo>
                    <a:cubicBezTo>
                      <a:pt x="1470" y="0"/>
                      <a:pt x="579" y="374"/>
                      <a:pt x="72" y="1211"/>
                    </a:cubicBezTo>
                    <a:cubicBezTo>
                      <a:pt x="1" y="1353"/>
                      <a:pt x="133" y="1479"/>
                      <a:pt x="263" y="1479"/>
                    </a:cubicBezTo>
                    <a:cubicBezTo>
                      <a:pt x="315" y="1479"/>
                      <a:pt x="367" y="1459"/>
                      <a:pt x="405" y="1411"/>
                    </a:cubicBezTo>
                    <a:cubicBezTo>
                      <a:pt x="835" y="703"/>
                      <a:pt x="1609" y="379"/>
                      <a:pt x="2423" y="379"/>
                    </a:cubicBezTo>
                    <a:cubicBezTo>
                      <a:pt x="2684" y="379"/>
                      <a:pt x="2948" y="412"/>
                      <a:pt x="3207" y="477"/>
                    </a:cubicBezTo>
                    <a:cubicBezTo>
                      <a:pt x="3217" y="478"/>
                      <a:pt x="3226" y="479"/>
                      <a:pt x="3235" y="479"/>
                    </a:cubicBezTo>
                    <a:cubicBezTo>
                      <a:pt x="3413" y="479"/>
                      <a:pt x="3465" y="173"/>
                      <a:pt x="3274" y="110"/>
                    </a:cubicBezTo>
                    <a:cubicBezTo>
                      <a:pt x="2986" y="38"/>
                      <a:pt x="2689" y="0"/>
                      <a:pt x="23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116"/>
              <p:cNvSpPr/>
              <p:nvPr/>
            </p:nvSpPr>
            <p:spPr>
              <a:xfrm>
                <a:off x="1908022" y="2038649"/>
                <a:ext cx="69855" cy="36292"/>
              </a:xfrm>
              <a:custGeom>
                <a:avLst/>
                <a:gdLst/>
                <a:ahLst/>
                <a:cxnLst/>
                <a:rect l="l" t="t" r="r" b="b"/>
                <a:pathLst>
                  <a:path w="4198" h="2181" extrusionOk="0">
                    <a:moveTo>
                      <a:pt x="3733" y="1"/>
                    </a:moveTo>
                    <a:cubicBezTo>
                      <a:pt x="2153" y="1"/>
                      <a:pt x="698" y="349"/>
                      <a:pt x="62" y="1971"/>
                    </a:cubicBezTo>
                    <a:cubicBezTo>
                      <a:pt x="0" y="2095"/>
                      <a:pt x="104" y="2180"/>
                      <a:pt x="216" y="2180"/>
                    </a:cubicBezTo>
                    <a:cubicBezTo>
                      <a:pt x="285" y="2180"/>
                      <a:pt x="358" y="2148"/>
                      <a:pt x="396" y="2071"/>
                    </a:cubicBezTo>
                    <a:cubicBezTo>
                      <a:pt x="924" y="580"/>
                      <a:pt x="2320" y="333"/>
                      <a:pt x="3668" y="333"/>
                    </a:cubicBezTo>
                    <a:cubicBezTo>
                      <a:pt x="3767" y="333"/>
                      <a:pt x="3866" y="334"/>
                      <a:pt x="3965" y="337"/>
                    </a:cubicBezTo>
                    <a:cubicBezTo>
                      <a:pt x="3983" y="342"/>
                      <a:pt x="3999" y="344"/>
                      <a:pt x="4015" y="344"/>
                    </a:cubicBezTo>
                    <a:cubicBezTo>
                      <a:pt x="4197" y="344"/>
                      <a:pt x="4180" y="3"/>
                      <a:pt x="3965" y="3"/>
                    </a:cubicBezTo>
                    <a:cubicBezTo>
                      <a:pt x="3887" y="1"/>
                      <a:pt x="3810" y="1"/>
                      <a:pt x="373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116"/>
              <p:cNvSpPr/>
              <p:nvPr/>
            </p:nvSpPr>
            <p:spPr>
              <a:xfrm>
                <a:off x="1907040" y="1998996"/>
                <a:ext cx="63631" cy="34944"/>
              </a:xfrm>
              <a:custGeom>
                <a:avLst/>
                <a:gdLst/>
                <a:ahLst/>
                <a:cxnLst/>
                <a:rect l="l" t="t" r="r" b="b"/>
                <a:pathLst>
                  <a:path w="3824" h="2100" extrusionOk="0">
                    <a:moveTo>
                      <a:pt x="3235" y="0"/>
                    </a:moveTo>
                    <a:cubicBezTo>
                      <a:pt x="1900" y="0"/>
                      <a:pt x="758" y="634"/>
                      <a:pt x="88" y="1852"/>
                    </a:cubicBezTo>
                    <a:cubicBezTo>
                      <a:pt x="1" y="1983"/>
                      <a:pt x="99" y="2099"/>
                      <a:pt x="205" y="2099"/>
                    </a:cubicBezTo>
                    <a:cubicBezTo>
                      <a:pt x="261" y="2099"/>
                      <a:pt x="320" y="2067"/>
                      <a:pt x="355" y="1986"/>
                    </a:cubicBezTo>
                    <a:cubicBezTo>
                      <a:pt x="1018" y="900"/>
                      <a:pt x="2037" y="332"/>
                      <a:pt x="3237" y="332"/>
                    </a:cubicBezTo>
                    <a:cubicBezTo>
                      <a:pt x="3364" y="332"/>
                      <a:pt x="3493" y="338"/>
                      <a:pt x="3624" y="351"/>
                    </a:cubicBezTo>
                    <a:cubicBezTo>
                      <a:pt x="3632" y="353"/>
                      <a:pt x="3641" y="353"/>
                      <a:pt x="3649" y="353"/>
                    </a:cubicBezTo>
                    <a:cubicBezTo>
                      <a:pt x="3823" y="353"/>
                      <a:pt x="3815" y="18"/>
                      <a:pt x="3624" y="18"/>
                    </a:cubicBezTo>
                    <a:cubicBezTo>
                      <a:pt x="3493" y="6"/>
                      <a:pt x="3363" y="0"/>
                      <a:pt x="32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116"/>
              <p:cNvSpPr/>
              <p:nvPr/>
            </p:nvSpPr>
            <p:spPr>
              <a:xfrm>
                <a:off x="1956211" y="2118454"/>
                <a:ext cx="38888" cy="20001"/>
              </a:xfrm>
              <a:custGeom>
                <a:avLst/>
                <a:gdLst/>
                <a:ahLst/>
                <a:cxnLst/>
                <a:rect l="l" t="t" r="r" b="b"/>
                <a:pathLst>
                  <a:path w="2337" h="1202" extrusionOk="0">
                    <a:moveTo>
                      <a:pt x="1907" y="1"/>
                    </a:moveTo>
                    <a:cubicBezTo>
                      <a:pt x="1197" y="1"/>
                      <a:pt x="429" y="283"/>
                      <a:pt x="68" y="944"/>
                    </a:cubicBezTo>
                    <a:cubicBezTo>
                      <a:pt x="0" y="1081"/>
                      <a:pt x="102" y="1202"/>
                      <a:pt x="216" y="1202"/>
                    </a:cubicBezTo>
                    <a:cubicBezTo>
                      <a:pt x="270" y="1202"/>
                      <a:pt x="326" y="1175"/>
                      <a:pt x="368" y="1111"/>
                    </a:cubicBezTo>
                    <a:cubicBezTo>
                      <a:pt x="662" y="554"/>
                      <a:pt x="1316" y="332"/>
                      <a:pt x="1901" y="332"/>
                    </a:cubicBezTo>
                    <a:cubicBezTo>
                      <a:pt x="1981" y="332"/>
                      <a:pt x="2060" y="336"/>
                      <a:pt x="2136" y="344"/>
                    </a:cubicBezTo>
                    <a:cubicBezTo>
                      <a:pt x="2337" y="344"/>
                      <a:pt x="2337" y="10"/>
                      <a:pt x="2136" y="10"/>
                    </a:cubicBezTo>
                    <a:cubicBezTo>
                      <a:pt x="2061" y="4"/>
                      <a:pt x="1985" y="1"/>
                      <a:pt x="19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7" name="Google Shape;4577;p116"/>
              <p:cNvSpPr/>
              <p:nvPr/>
            </p:nvSpPr>
            <p:spPr>
              <a:xfrm>
                <a:off x="1971221" y="2119985"/>
                <a:ext cx="12064" cy="21798"/>
              </a:xfrm>
              <a:custGeom>
                <a:avLst/>
                <a:gdLst/>
                <a:ahLst/>
                <a:cxnLst/>
                <a:rect l="l" t="t" r="r" b="b"/>
                <a:pathLst>
                  <a:path w="725" h="1310" extrusionOk="0">
                    <a:moveTo>
                      <a:pt x="213" y="1"/>
                    </a:moveTo>
                    <a:cubicBezTo>
                      <a:pt x="137" y="1"/>
                      <a:pt x="67" y="42"/>
                      <a:pt x="67" y="119"/>
                    </a:cubicBezTo>
                    <a:cubicBezTo>
                      <a:pt x="0" y="552"/>
                      <a:pt x="167" y="886"/>
                      <a:pt x="334" y="1219"/>
                    </a:cubicBezTo>
                    <a:cubicBezTo>
                      <a:pt x="366" y="1283"/>
                      <a:pt x="421" y="1310"/>
                      <a:pt x="478" y="1310"/>
                    </a:cubicBezTo>
                    <a:cubicBezTo>
                      <a:pt x="599" y="1310"/>
                      <a:pt x="725" y="1189"/>
                      <a:pt x="634" y="1053"/>
                    </a:cubicBezTo>
                    <a:cubicBezTo>
                      <a:pt x="467" y="786"/>
                      <a:pt x="400" y="519"/>
                      <a:pt x="400" y="185"/>
                    </a:cubicBezTo>
                    <a:cubicBezTo>
                      <a:pt x="400" y="59"/>
                      <a:pt x="302" y="1"/>
                      <a:pt x="21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2538;p84">
            <a:extLst>
              <a:ext uri="{FF2B5EF4-FFF2-40B4-BE49-F238E27FC236}">
                <a16:creationId xmlns:a16="http://schemas.microsoft.com/office/drawing/2014/main" id="{177C6643-EBC9-EDEF-CFE7-E21078313D64}"/>
              </a:ext>
            </a:extLst>
          </p:cNvPr>
          <p:cNvSpPr txBox="1"/>
          <p:nvPr/>
        </p:nvSpPr>
        <p:spPr>
          <a:xfrm>
            <a:off x="3355928" y="1549779"/>
            <a:ext cx="7944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Bungee"/>
                <a:ea typeface="Bungee"/>
                <a:cs typeface="Bungee"/>
                <a:sym typeface="Bungee"/>
              </a:rPr>
              <a:t>01</a:t>
            </a:r>
            <a:endParaRPr sz="2500">
              <a:solidFill>
                <a:schemeClr val="dk1"/>
              </a:solidFill>
              <a:latin typeface="Bungee"/>
              <a:ea typeface="Bungee"/>
              <a:cs typeface="Bungee"/>
              <a:sym typeface="Bungee"/>
            </a:endParaRPr>
          </a:p>
        </p:txBody>
      </p:sp>
      <p:sp>
        <p:nvSpPr>
          <p:cNvPr id="3" name="Google Shape;4466;p116">
            <a:extLst>
              <a:ext uri="{FF2B5EF4-FFF2-40B4-BE49-F238E27FC236}">
                <a16:creationId xmlns:a16="http://schemas.microsoft.com/office/drawing/2014/main" id="{77CECBF1-C9C7-07A7-DECA-D94606117F25}"/>
              </a:ext>
            </a:extLst>
          </p:cNvPr>
          <p:cNvSpPr/>
          <p:nvPr/>
        </p:nvSpPr>
        <p:spPr>
          <a:xfrm>
            <a:off x="3391328" y="2445947"/>
            <a:ext cx="759000" cy="75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4466;p116">
            <a:extLst>
              <a:ext uri="{FF2B5EF4-FFF2-40B4-BE49-F238E27FC236}">
                <a16:creationId xmlns:a16="http://schemas.microsoft.com/office/drawing/2014/main" id="{B3EBBE40-309D-B38D-3085-31FF566FBF05}"/>
              </a:ext>
            </a:extLst>
          </p:cNvPr>
          <p:cNvSpPr/>
          <p:nvPr/>
        </p:nvSpPr>
        <p:spPr>
          <a:xfrm>
            <a:off x="3390119" y="3567564"/>
            <a:ext cx="759000" cy="75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2538;p84">
            <a:extLst>
              <a:ext uri="{FF2B5EF4-FFF2-40B4-BE49-F238E27FC236}">
                <a16:creationId xmlns:a16="http://schemas.microsoft.com/office/drawing/2014/main" id="{CE9A25E8-F16F-D8E6-780B-8C609FA1B044}"/>
              </a:ext>
            </a:extLst>
          </p:cNvPr>
          <p:cNvSpPr txBox="1"/>
          <p:nvPr/>
        </p:nvSpPr>
        <p:spPr>
          <a:xfrm>
            <a:off x="3373649" y="2639284"/>
            <a:ext cx="7944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Bungee"/>
                <a:ea typeface="Bungee"/>
                <a:cs typeface="Bungee"/>
                <a:sym typeface="Bungee"/>
              </a:rPr>
              <a:t>02</a:t>
            </a:r>
            <a:endParaRPr sz="2500">
              <a:solidFill>
                <a:schemeClr val="dk1"/>
              </a:solidFill>
              <a:latin typeface="Bungee"/>
              <a:ea typeface="Bungee"/>
              <a:cs typeface="Bungee"/>
              <a:sym typeface="Bungee"/>
            </a:endParaRPr>
          </a:p>
        </p:txBody>
      </p:sp>
      <p:sp>
        <p:nvSpPr>
          <p:cNvPr id="6" name="Google Shape;2538;p84">
            <a:extLst>
              <a:ext uri="{FF2B5EF4-FFF2-40B4-BE49-F238E27FC236}">
                <a16:creationId xmlns:a16="http://schemas.microsoft.com/office/drawing/2014/main" id="{FB9D0E35-1787-DE0C-2154-F983D418D53C}"/>
              </a:ext>
            </a:extLst>
          </p:cNvPr>
          <p:cNvSpPr txBox="1"/>
          <p:nvPr/>
        </p:nvSpPr>
        <p:spPr>
          <a:xfrm>
            <a:off x="3390119" y="3787645"/>
            <a:ext cx="794400" cy="41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500">
                <a:solidFill>
                  <a:schemeClr val="dk1"/>
                </a:solidFill>
                <a:latin typeface="Bungee"/>
                <a:ea typeface="Bungee"/>
                <a:cs typeface="Bungee"/>
                <a:sym typeface="Bungee"/>
              </a:rPr>
              <a:t>03</a:t>
            </a:r>
            <a:endParaRPr sz="2500">
              <a:solidFill>
                <a:schemeClr val="dk1"/>
              </a:solidFill>
              <a:latin typeface="Bungee"/>
              <a:ea typeface="Bungee"/>
              <a:cs typeface="Bungee"/>
              <a:sym typeface="Bunge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520"/>
                                        </p:tgtEl>
                                        <p:attrNameLst>
                                          <p:attrName>style.visibility</p:attrName>
                                        </p:attrNameLst>
                                      </p:cBhvr>
                                      <p:to>
                                        <p:strVal val="visible"/>
                                      </p:to>
                                    </p:set>
                                    <p:animEffect transition="in" filter="fade">
                                      <p:cBhvr>
                                        <p:cTn id="7" dur="1000"/>
                                        <p:tgtEl>
                                          <p:spTgt spid="452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4464"/>
                                        </p:tgtEl>
                                        <p:attrNameLst>
                                          <p:attrName>style.visibility</p:attrName>
                                        </p:attrNameLst>
                                      </p:cBhvr>
                                      <p:to>
                                        <p:strVal val="visible"/>
                                      </p:to>
                                    </p:set>
                                    <p:animEffect transition="in" filter="fade">
                                      <p:cBhvr>
                                        <p:cTn id="11" dur="1000"/>
                                        <p:tgtEl>
                                          <p:spTgt spid="4464"/>
                                        </p:tgtEl>
                                      </p:cBhvr>
                                    </p:animEffect>
                                  </p:childTnLst>
                                </p:cTn>
                              </p:par>
                              <p:par>
                                <p:cTn id="12" presetID="10" presetClass="entr" presetSubtype="0" fill="hold" nodeType="withEffect">
                                  <p:stCondLst>
                                    <p:cond delay="0"/>
                                  </p:stCondLst>
                                  <p:childTnLst>
                                    <p:set>
                                      <p:cBhvr>
                                        <p:cTn id="13" dur="1" fill="hold">
                                          <p:stCondLst>
                                            <p:cond delay="0"/>
                                          </p:stCondLst>
                                        </p:cTn>
                                        <p:tgtEl>
                                          <p:spTgt spid="4467"/>
                                        </p:tgtEl>
                                        <p:attrNameLst>
                                          <p:attrName>style.visibility</p:attrName>
                                        </p:attrNameLst>
                                      </p:cBhvr>
                                      <p:to>
                                        <p:strVal val="visible"/>
                                      </p:to>
                                    </p:set>
                                    <p:animEffect transition="in" filter="fade">
                                      <p:cBhvr>
                                        <p:cTn id="14" dur="1000"/>
                                        <p:tgtEl>
                                          <p:spTgt spid="4467"/>
                                        </p:tgtEl>
                                      </p:cBhvr>
                                    </p:animEffect>
                                  </p:childTnLst>
                                </p:cTn>
                              </p:par>
                              <p:par>
                                <p:cTn id="15" presetID="10" presetClass="entr" presetSubtype="0" fill="hold" nodeType="withEffect">
                                  <p:stCondLst>
                                    <p:cond delay="0"/>
                                  </p:stCondLst>
                                  <p:childTnLst>
                                    <p:set>
                                      <p:cBhvr>
                                        <p:cTn id="16" dur="1" fill="hold">
                                          <p:stCondLst>
                                            <p:cond delay="0"/>
                                          </p:stCondLst>
                                        </p:cTn>
                                        <p:tgtEl>
                                          <p:spTgt spid="4469"/>
                                        </p:tgtEl>
                                        <p:attrNameLst>
                                          <p:attrName>style.visibility</p:attrName>
                                        </p:attrNameLst>
                                      </p:cBhvr>
                                      <p:to>
                                        <p:strVal val="visible"/>
                                      </p:to>
                                    </p:set>
                                    <p:animEffect transition="in" filter="fade">
                                      <p:cBhvr>
                                        <p:cTn id="17" dur="1000"/>
                                        <p:tgtEl>
                                          <p:spTgt spid="4469"/>
                                        </p:tgtEl>
                                      </p:cBhvr>
                                    </p:animEffect>
                                  </p:childTnLst>
                                </p:cTn>
                              </p:par>
                            </p:childTnLst>
                          </p:cTn>
                        </p:par>
                        <p:par>
                          <p:cTn id="18" fill="hold">
                            <p:stCondLst>
                              <p:cond delay="2000"/>
                            </p:stCondLst>
                            <p:childTnLst>
                              <p:par>
                                <p:cTn id="19" presetID="10" presetClass="entr" presetSubtype="0" fill="hold" nodeType="afterEffect">
                                  <p:stCondLst>
                                    <p:cond delay="0"/>
                                  </p:stCondLst>
                                  <p:childTnLst>
                                    <p:set>
                                      <p:cBhvr>
                                        <p:cTn id="20" dur="1" fill="hold">
                                          <p:stCondLst>
                                            <p:cond delay="0"/>
                                          </p:stCondLst>
                                        </p:cTn>
                                        <p:tgtEl>
                                          <p:spTgt spid="4490"/>
                                        </p:tgtEl>
                                        <p:attrNameLst>
                                          <p:attrName>style.visibility</p:attrName>
                                        </p:attrNameLst>
                                      </p:cBhvr>
                                      <p:to>
                                        <p:strVal val="visible"/>
                                      </p:to>
                                    </p:set>
                                    <p:animEffect transition="in" filter="fade">
                                      <p:cBhvr>
                                        <p:cTn id="21" dur="1000"/>
                                        <p:tgtEl>
                                          <p:spTgt spid="4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6"/>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1127DDCD-28A5-F1EA-CA12-9E0C092A9A71}"/>
              </a:ext>
            </a:extLst>
          </p:cNvPr>
          <p:cNvGraphicFramePr>
            <a:graphicFrameLocks/>
          </p:cNvGraphicFramePr>
          <p:nvPr>
            <p:custDataLst>
              <p:tags r:id="rId1"/>
            </p:custDataLst>
            <p:extLst>
              <p:ext uri="{D42A27DB-BD31-4B8C-83A1-F6EECF244321}">
                <p14:modId xmlns:p14="http://schemas.microsoft.com/office/powerpoint/2010/main" val="10623702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1127DDCD-28A5-F1EA-CA12-9E0C092A9A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367" name="Google Shape;2367;p82"/>
          <p:cNvSpPr txBox="1">
            <a:spLocks noGrp="1"/>
          </p:cNvSpPr>
          <p:nvPr>
            <p:ph type="title"/>
          </p:nvPr>
        </p:nvSpPr>
        <p:spPr>
          <a:xfrm>
            <a:off x="423826" y="530475"/>
            <a:ext cx="8208483" cy="572700"/>
          </a:xfrm>
          <a:prstGeom prst="rect">
            <a:avLst/>
          </a:prstGeom>
        </p:spPr>
        <p:txBody>
          <a:bodyPr spcFirstLastPara="1" wrap="square" lIns="91425" tIns="91425" rIns="91425" bIns="91425" anchor="t" anchorCtr="0">
            <a:noAutofit/>
          </a:bodyPr>
          <a:lstStyle/>
          <a:p>
            <a:r>
              <a:rPr lang="en"/>
              <a:t>STATISTICAL METHODS Used</a:t>
            </a:r>
            <a:endParaRPr lang="en-US"/>
          </a:p>
        </p:txBody>
      </p:sp>
      <p:sp>
        <p:nvSpPr>
          <p:cNvPr id="2368" name="Google Shape;2368;p82"/>
          <p:cNvSpPr txBox="1">
            <a:spLocks noGrp="1"/>
          </p:cNvSpPr>
          <p:nvPr>
            <p:ph type="title" idx="2"/>
          </p:nvPr>
        </p:nvSpPr>
        <p:spPr>
          <a:xfrm>
            <a:off x="340010" y="1706310"/>
            <a:ext cx="27426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800">
                <a:solidFill>
                  <a:schemeClr val="bg2"/>
                </a:solidFill>
              </a:rPr>
              <a:t>Coefficient</a:t>
            </a:r>
            <a:endParaRPr>
              <a:solidFill>
                <a:schemeClr val="bg2"/>
              </a:solidFill>
            </a:endParaRPr>
          </a:p>
        </p:txBody>
      </p:sp>
      <p:sp>
        <p:nvSpPr>
          <p:cNvPr id="2369" name="Google Shape;2369;p82"/>
          <p:cNvSpPr txBox="1">
            <a:spLocks noGrp="1"/>
          </p:cNvSpPr>
          <p:nvPr>
            <p:ph type="title" idx="3"/>
          </p:nvPr>
        </p:nvSpPr>
        <p:spPr>
          <a:xfrm>
            <a:off x="3156767" y="1672596"/>
            <a:ext cx="27426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bg2"/>
                </a:solidFill>
              </a:rPr>
              <a:t>P-value</a:t>
            </a:r>
            <a:endParaRPr sz="1800">
              <a:solidFill>
                <a:schemeClr val="bg2"/>
              </a:solidFill>
            </a:endParaRPr>
          </a:p>
        </p:txBody>
      </p:sp>
      <p:sp>
        <p:nvSpPr>
          <p:cNvPr id="2370" name="Google Shape;2370;p82"/>
          <p:cNvSpPr txBox="1">
            <a:spLocks noGrp="1"/>
          </p:cNvSpPr>
          <p:nvPr>
            <p:ph type="subTitle" idx="1"/>
          </p:nvPr>
        </p:nvSpPr>
        <p:spPr>
          <a:xfrm>
            <a:off x="3399731" y="1846980"/>
            <a:ext cx="2344694" cy="2016002"/>
          </a:xfrm>
          <a:prstGeom prst="rect">
            <a:avLst/>
          </a:prstGeom>
        </p:spPr>
        <p:txBody>
          <a:bodyPr spcFirstLastPara="1" wrap="square" lIns="91425" tIns="91425" rIns="91425" bIns="91425" anchor="ctr" anchorCtr="0">
            <a:noAutofit/>
          </a:bodyPr>
          <a:lstStyle/>
          <a:p>
            <a:pPr marL="0" lvl="0" indent="0"/>
            <a:r>
              <a:rPr lang="en-US" dirty="0"/>
              <a:t>Used p-value to tell whether the coefficient is statistically meaningful</a:t>
            </a:r>
          </a:p>
        </p:txBody>
      </p:sp>
      <p:sp>
        <p:nvSpPr>
          <p:cNvPr id="2371" name="Google Shape;2371;p82"/>
          <p:cNvSpPr txBox="1">
            <a:spLocks noGrp="1"/>
          </p:cNvSpPr>
          <p:nvPr>
            <p:ph type="subTitle" idx="4"/>
          </p:nvPr>
        </p:nvSpPr>
        <p:spPr>
          <a:xfrm>
            <a:off x="423826" y="1969207"/>
            <a:ext cx="2584626" cy="1771549"/>
          </a:xfrm>
          <a:prstGeom prst="rect">
            <a:avLst/>
          </a:prstGeom>
        </p:spPr>
        <p:txBody>
          <a:bodyPr spcFirstLastPara="1" wrap="square" lIns="91425" tIns="91425" rIns="91425" bIns="91425" anchor="ctr" anchorCtr="0">
            <a:noAutofit/>
          </a:bodyPr>
          <a:lstStyle/>
          <a:p>
            <a:pPr marL="0" lvl="0" indent="0"/>
            <a:r>
              <a:rPr lang="en-US" dirty="0"/>
              <a:t>Utilized this to interpret the relationship between each feature and the probability of having diabetes</a:t>
            </a:r>
          </a:p>
        </p:txBody>
      </p:sp>
      <p:sp>
        <p:nvSpPr>
          <p:cNvPr id="3" name="Google Shape;2369;p82">
            <a:extLst>
              <a:ext uri="{FF2B5EF4-FFF2-40B4-BE49-F238E27FC236}">
                <a16:creationId xmlns:a16="http://schemas.microsoft.com/office/drawing/2014/main" id="{8BE0D495-CCCF-7DC7-0B4C-022DDC1D3EBD}"/>
              </a:ext>
            </a:extLst>
          </p:cNvPr>
          <p:cNvSpPr txBox="1">
            <a:spLocks/>
          </p:cNvSpPr>
          <p:nvPr/>
        </p:nvSpPr>
        <p:spPr>
          <a:xfrm>
            <a:off x="6019489" y="1689757"/>
            <a:ext cx="2825296" cy="558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500"/>
              <a:buFont typeface="Bungee"/>
              <a:buNone/>
              <a:defRPr sz="2500" b="0" i="0" u="none" strike="noStrike" cap="none">
                <a:solidFill>
                  <a:schemeClr val="dk2"/>
                </a:solidFill>
                <a:latin typeface="Bungee"/>
                <a:ea typeface="Bungee"/>
                <a:cs typeface="Bungee"/>
                <a:sym typeface="Bungee"/>
              </a:defRPr>
            </a:lvl1pPr>
            <a:lvl2pPr marR="0" lvl="1"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2500"/>
              <a:buFont typeface="Arial"/>
              <a:buNone/>
              <a:defRPr sz="2500" b="0" i="0" u="none" strike="noStrike" cap="none">
                <a:solidFill>
                  <a:schemeClr val="dk2"/>
                </a:solidFill>
                <a:latin typeface="Arial"/>
                <a:ea typeface="Arial"/>
                <a:cs typeface="Arial"/>
                <a:sym typeface="Arial"/>
              </a:defRPr>
            </a:lvl9pPr>
          </a:lstStyle>
          <a:p>
            <a:r>
              <a:rPr lang="en-CA" sz="1800">
                <a:solidFill>
                  <a:schemeClr val="bg2"/>
                </a:solidFill>
              </a:rPr>
              <a:t>Interaction terms</a:t>
            </a:r>
          </a:p>
        </p:txBody>
      </p:sp>
      <p:sp>
        <p:nvSpPr>
          <p:cNvPr id="4" name="Google Shape;2370;p82">
            <a:extLst>
              <a:ext uri="{FF2B5EF4-FFF2-40B4-BE49-F238E27FC236}">
                <a16:creationId xmlns:a16="http://schemas.microsoft.com/office/drawing/2014/main" id="{B30C9C54-EA8C-85FD-DF39-8B2DE4606404}"/>
              </a:ext>
            </a:extLst>
          </p:cNvPr>
          <p:cNvSpPr txBox="1">
            <a:spLocks/>
          </p:cNvSpPr>
          <p:nvPr/>
        </p:nvSpPr>
        <p:spPr>
          <a:xfrm>
            <a:off x="5987388" y="1706310"/>
            <a:ext cx="2732786" cy="201600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0" indent="0"/>
            <a:r>
              <a:rPr lang="en-CA" dirty="0"/>
              <a:t>Picked a few medical/demographic factors to see their interactions</a:t>
            </a:r>
            <a:endParaRPr lang="en-US" dirty="0"/>
          </a:p>
        </p:txBody>
      </p:sp>
      <p:grpSp>
        <p:nvGrpSpPr>
          <p:cNvPr id="2320" name="Google Shape;4068;p111">
            <a:extLst>
              <a:ext uri="{FF2B5EF4-FFF2-40B4-BE49-F238E27FC236}">
                <a16:creationId xmlns:a16="http://schemas.microsoft.com/office/drawing/2014/main" id="{D8ED559D-09F9-B751-45DF-A9DAE67EF738}"/>
              </a:ext>
            </a:extLst>
          </p:cNvPr>
          <p:cNvGrpSpPr/>
          <p:nvPr/>
        </p:nvGrpSpPr>
        <p:grpSpPr>
          <a:xfrm>
            <a:off x="2639090" y="-149055"/>
            <a:ext cx="637803" cy="633726"/>
            <a:chOff x="3209300" y="653775"/>
            <a:chExt cx="927075" cy="1080350"/>
          </a:xfrm>
        </p:grpSpPr>
        <p:sp>
          <p:nvSpPr>
            <p:cNvPr id="2321" name="Google Shape;4069;p111">
              <a:extLst>
                <a:ext uri="{FF2B5EF4-FFF2-40B4-BE49-F238E27FC236}">
                  <a16:creationId xmlns:a16="http://schemas.microsoft.com/office/drawing/2014/main" id="{5A3A0F78-1BBF-C0B0-0191-9FE26113B25C}"/>
                </a:ext>
              </a:extLst>
            </p:cNvPr>
            <p:cNvSpPr/>
            <p:nvPr/>
          </p:nvSpPr>
          <p:spPr>
            <a:xfrm>
              <a:off x="3235125" y="712075"/>
              <a:ext cx="282700" cy="311800"/>
            </a:xfrm>
            <a:custGeom>
              <a:avLst/>
              <a:gdLst/>
              <a:ahLst/>
              <a:cxnLst/>
              <a:rect l="l" t="t" r="r" b="b"/>
              <a:pathLst>
                <a:path w="11308" h="12472" extrusionOk="0">
                  <a:moveTo>
                    <a:pt x="11308" y="10831"/>
                  </a:moveTo>
                  <a:lnTo>
                    <a:pt x="10745" y="11231"/>
                  </a:lnTo>
                  <a:lnTo>
                    <a:pt x="10745" y="11231"/>
                  </a:lnTo>
                  <a:cubicBezTo>
                    <a:pt x="10857" y="11207"/>
                    <a:pt x="11021" y="11067"/>
                    <a:pt x="11308" y="10831"/>
                  </a:cubicBezTo>
                  <a:close/>
                  <a:moveTo>
                    <a:pt x="4006" y="0"/>
                  </a:moveTo>
                  <a:cubicBezTo>
                    <a:pt x="3869" y="0"/>
                    <a:pt x="3720" y="68"/>
                    <a:pt x="3527" y="192"/>
                  </a:cubicBezTo>
                  <a:cubicBezTo>
                    <a:pt x="2554" y="800"/>
                    <a:pt x="1551" y="1408"/>
                    <a:pt x="517" y="1925"/>
                  </a:cubicBezTo>
                  <a:cubicBezTo>
                    <a:pt x="1" y="2229"/>
                    <a:pt x="31" y="2381"/>
                    <a:pt x="517" y="2685"/>
                  </a:cubicBezTo>
                  <a:cubicBezTo>
                    <a:pt x="4013" y="4934"/>
                    <a:pt x="6961" y="7791"/>
                    <a:pt x="9302" y="11256"/>
                  </a:cubicBezTo>
                  <a:cubicBezTo>
                    <a:pt x="9577" y="11638"/>
                    <a:pt x="9714" y="11836"/>
                    <a:pt x="9673" y="11992"/>
                  </a:cubicBezTo>
                  <a:lnTo>
                    <a:pt x="9673" y="11992"/>
                  </a:lnTo>
                  <a:lnTo>
                    <a:pt x="10745" y="11231"/>
                  </a:lnTo>
                  <a:lnTo>
                    <a:pt x="10745" y="11231"/>
                  </a:lnTo>
                  <a:cubicBezTo>
                    <a:pt x="10733" y="11233"/>
                    <a:pt x="10722" y="11235"/>
                    <a:pt x="10712" y="11235"/>
                  </a:cubicBezTo>
                  <a:cubicBezTo>
                    <a:pt x="10574" y="11235"/>
                    <a:pt x="10516" y="11024"/>
                    <a:pt x="10366" y="10557"/>
                  </a:cubicBezTo>
                  <a:cubicBezTo>
                    <a:pt x="9211" y="6697"/>
                    <a:pt x="7265" y="3293"/>
                    <a:pt x="4499" y="314"/>
                  </a:cubicBezTo>
                  <a:cubicBezTo>
                    <a:pt x="4317" y="98"/>
                    <a:pt x="4170" y="0"/>
                    <a:pt x="4006" y="0"/>
                  </a:cubicBezTo>
                  <a:close/>
                  <a:moveTo>
                    <a:pt x="9673" y="11992"/>
                  </a:moveTo>
                  <a:lnTo>
                    <a:pt x="8998" y="12472"/>
                  </a:lnTo>
                  <a:cubicBezTo>
                    <a:pt x="9421" y="12260"/>
                    <a:pt x="9634" y="12146"/>
                    <a:pt x="9673" y="1199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4070;p111">
              <a:extLst>
                <a:ext uri="{FF2B5EF4-FFF2-40B4-BE49-F238E27FC236}">
                  <a16:creationId xmlns:a16="http://schemas.microsoft.com/office/drawing/2014/main" id="{4BC1156D-4BE9-A055-226E-40E5697B700C}"/>
                </a:ext>
              </a:extLst>
            </p:cNvPr>
            <p:cNvSpPr/>
            <p:nvPr/>
          </p:nvSpPr>
          <p:spPr>
            <a:xfrm>
              <a:off x="3311875" y="712075"/>
              <a:ext cx="193050" cy="301175"/>
            </a:xfrm>
            <a:custGeom>
              <a:avLst/>
              <a:gdLst/>
              <a:ahLst/>
              <a:cxnLst/>
              <a:rect l="l" t="t" r="r" b="b"/>
              <a:pathLst>
                <a:path w="7722" h="12047" extrusionOk="0">
                  <a:moveTo>
                    <a:pt x="7417" y="11317"/>
                  </a:moveTo>
                  <a:lnTo>
                    <a:pt x="7417" y="11317"/>
                  </a:lnTo>
                  <a:cubicBezTo>
                    <a:pt x="7113" y="11560"/>
                    <a:pt x="6961" y="11651"/>
                    <a:pt x="6840" y="11712"/>
                  </a:cubicBezTo>
                  <a:lnTo>
                    <a:pt x="7417" y="11317"/>
                  </a:lnTo>
                  <a:close/>
                  <a:moveTo>
                    <a:pt x="967" y="0"/>
                  </a:moveTo>
                  <a:cubicBezTo>
                    <a:pt x="821" y="0"/>
                    <a:pt x="666" y="68"/>
                    <a:pt x="487" y="192"/>
                  </a:cubicBezTo>
                  <a:cubicBezTo>
                    <a:pt x="335" y="314"/>
                    <a:pt x="153" y="375"/>
                    <a:pt x="1" y="496"/>
                  </a:cubicBezTo>
                  <a:cubicBezTo>
                    <a:pt x="28" y="492"/>
                    <a:pt x="56" y="489"/>
                    <a:pt x="84" y="489"/>
                  </a:cubicBezTo>
                  <a:cubicBezTo>
                    <a:pt x="240" y="489"/>
                    <a:pt x="402" y="568"/>
                    <a:pt x="609" y="800"/>
                  </a:cubicBezTo>
                  <a:cubicBezTo>
                    <a:pt x="3344" y="3748"/>
                    <a:pt x="5320" y="7183"/>
                    <a:pt x="6475" y="11043"/>
                  </a:cubicBezTo>
                  <a:cubicBezTo>
                    <a:pt x="6589" y="11528"/>
                    <a:pt x="6650" y="11745"/>
                    <a:pt x="6807" y="11745"/>
                  </a:cubicBezTo>
                  <a:cubicBezTo>
                    <a:pt x="6818" y="11745"/>
                    <a:pt x="6828" y="11744"/>
                    <a:pt x="6840" y="11742"/>
                  </a:cubicBezTo>
                  <a:lnTo>
                    <a:pt x="6840" y="11742"/>
                  </a:lnTo>
                  <a:lnTo>
                    <a:pt x="6596" y="11894"/>
                  </a:lnTo>
                  <a:lnTo>
                    <a:pt x="6596" y="12046"/>
                  </a:lnTo>
                  <a:lnTo>
                    <a:pt x="7721" y="11287"/>
                  </a:lnTo>
                  <a:cubicBezTo>
                    <a:pt x="7569" y="11287"/>
                    <a:pt x="7478" y="11104"/>
                    <a:pt x="7326" y="10557"/>
                  </a:cubicBezTo>
                  <a:cubicBezTo>
                    <a:pt x="6201" y="6697"/>
                    <a:pt x="4226" y="3262"/>
                    <a:pt x="1490" y="314"/>
                  </a:cubicBezTo>
                  <a:cubicBezTo>
                    <a:pt x="1308" y="98"/>
                    <a:pt x="1143" y="0"/>
                    <a:pt x="96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4071;p111">
              <a:extLst>
                <a:ext uri="{FF2B5EF4-FFF2-40B4-BE49-F238E27FC236}">
                  <a16:creationId xmlns:a16="http://schemas.microsoft.com/office/drawing/2014/main" id="{29F087B5-46F8-EB6C-AF75-9F1D9951F549}"/>
                </a:ext>
              </a:extLst>
            </p:cNvPr>
            <p:cNvSpPr/>
            <p:nvPr/>
          </p:nvSpPr>
          <p:spPr>
            <a:xfrm>
              <a:off x="3394075" y="653775"/>
              <a:ext cx="343375" cy="260975"/>
            </a:xfrm>
            <a:custGeom>
              <a:avLst/>
              <a:gdLst/>
              <a:ahLst/>
              <a:cxnLst/>
              <a:rect l="l" t="t" r="r" b="b"/>
              <a:pathLst>
                <a:path w="13735" h="10439" extrusionOk="0">
                  <a:moveTo>
                    <a:pt x="9958" y="1"/>
                  </a:moveTo>
                  <a:cubicBezTo>
                    <a:pt x="1813" y="1"/>
                    <a:pt x="1" y="5832"/>
                    <a:pt x="694" y="7539"/>
                  </a:cubicBezTo>
                  <a:cubicBezTo>
                    <a:pt x="907" y="8056"/>
                    <a:pt x="1242" y="8603"/>
                    <a:pt x="1728" y="9090"/>
                  </a:cubicBezTo>
                  <a:cubicBezTo>
                    <a:pt x="2491" y="9853"/>
                    <a:pt x="3552" y="10438"/>
                    <a:pt x="4892" y="10438"/>
                  </a:cubicBezTo>
                  <a:cubicBezTo>
                    <a:pt x="5900" y="10438"/>
                    <a:pt x="7067" y="10107"/>
                    <a:pt x="8385" y="9272"/>
                  </a:cubicBezTo>
                  <a:cubicBezTo>
                    <a:pt x="11941" y="7023"/>
                    <a:pt x="13369" y="2068"/>
                    <a:pt x="13673" y="700"/>
                  </a:cubicBezTo>
                  <a:cubicBezTo>
                    <a:pt x="13704" y="457"/>
                    <a:pt x="13734" y="366"/>
                    <a:pt x="13734" y="366"/>
                  </a:cubicBezTo>
                  <a:cubicBezTo>
                    <a:pt x="12346" y="114"/>
                    <a:pt x="11091" y="1"/>
                    <a:pt x="99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4072;p111">
              <a:extLst>
                <a:ext uri="{FF2B5EF4-FFF2-40B4-BE49-F238E27FC236}">
                  <a16:creationId xmlns:a16="http://schemas.microsoft.com/office/drawing/2014/main" id="{5B66614B-DF14-0696-231B-113C81560B9E}"/>
                </a:ext>
              </a:extLst>
            </p:cNvPr>
            <p:cNvSpPr/>
            <p:nvPr/>
          </p:nvSpPr>
          <p:spPr>
            <a:xfrm>
              <a:off x="3493500" y="664950"/>
              <a:ext cx="202150" cy="59550"/>
            </a:xfrm>
            <a:custGeom>
              <a:avLst/>
              <a:gdLst/>
              <a:ahLst/>
              <a:cxnLst/>
              <a:rect l="l" t="t" r="r" b="b"/>
              <a:pathLst>
                <a:path w="8086" h="2382" extrusionOk="0">
                  <a:moveTo>
                    <a:pt x="5692" y="0"/>
                  </a:moveTo>
                  <a:cubicBezTo>
                    <a:pt x="5055" y="0"/>
                    <a:pt x="4421" y="54"/>
                    <a:pt x="3800" y="162"/>
                  </a:cubicBezTo>
                  <a:cubicBezTo>
                    <a:pt x="3344" y="253"/>
                    <a:pt x="2857" y="375"/>
                    <a:pt x="2401" y="466"/>
                  </a:cubicBezTo>
                  <a:cubicBezTo>
                    <a:pt x="1581" y="709"/>
                    <a:pt x="760" y="983"/>
                    <a:pt x="213" y="1621"/>
                  </a:cubicBezTo>
                  <a:cubicBezTo>
                    <a:pt x="122" y="1773"/>
                    <a:pt x="0" y="1956"/>
                    <a:pt x="61" y="2138"/>
                  </a:cubicBezTo>
                  <a:cubicBezTo>
                    <a:pt x="152" y="2290"/>
                    <a:pt x="335" y="2351"/>
                    <a:pt x="517" y="2381"/>
                  </a:cubicBezTo>
                  <a:cubicBezTo>
                    <a:pt x="821" y="2381"/>
                    <a:pt x="1125" y="2351"/>
                    <a:pt x="1398" y="2260"/>
                  </a:cubicBezTo>
                  <a:cubicBezTo>
                    <a:pt x="3040" y="1895"/>
                    <a:pt x="4560" y="1165"/>
                    <a:pt x="6201" y="740"/>
                  </a:cubicBezTo>
                  <a:cubicBezTo>
                    <a:pt x="6535" y="679"/>
                    <a:pt x="6870" y="557"/>
                    <a:pt x="7204" y="466"/>
                  </a:cubicBezTo>
                  <a:cubicBezTo>
                    <a:pt x="7417" y="436"/>
                    <a:pt x="7569" y="405"/>
                    <a:pt x="7751" y="375"/>
                  </a:cubicBezTo>
                  <a:cubicBezTo>
                    <a:pt x="7759" y="383"/>
                    <a:pt x="7767" y="387"/>
                    <a:pt x="7777" y="387"/>
                  </a:cubicBezTo>
                  <a:cubicBezTo>
                    <a:pt x="7802" y="387"/>
                    <a:pt x="7836" y="359"/>
                    <a:pt x="7903" y="314"/>
                  </a:cubicBezTo>
                  <a:cubicBezTo>
                    <a:pt x="7964" y="284"/>
                    <a:pt x="8085" y="253"/>
                    <a:pt x="8085" y="253"/>
                  </a:cubicBezTo>
                  <a:cubicBezTo>
                    <a:pt x="7292" y="85"/>
                    <a:pt x="6489" y="0"/>
                    <a:pt x="56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4073;p111">
              <a:extLst>
                <a:ext uri="{FF2B5EF4-FFF2-40B4-BE49-F238E27FC236}">
                  <a16:creationId xmlns:a16="http://schemas.microsoft.com/office/drawing/2014/main" id="{B355FD28-024C-265C-8B1D-A3085F9A6116}"/>
                </a:ext>
              </a:extLst>
            </p:cNvPr>
            <p:cNvSpPr/>
            <p:nvPr/>
          </p:nvSpPr>
          <p:spPr>
            <a:xfrm>
              <a:off x="3554275" y="672975"/>
              <a:ext cx="84375" cy="18850"/>
            </a:xfrm>
            <a:custGeom>
              <a:avLst/>
              <a:gdLst/>
              <a:ahLst/>
              <a:cxnLst/>
              <a:rect l="l" t="t" r="r" b="b"/>
              <a:pathLst>
                <a:path w="3375" h="754" extrusionOk="0">
                  <a:moveTo>
                    <a:pt x="2729" y="1"/>
                  </a:moveTo>
                  <a:cubicBezTo>
                    <a:pt x="2607" y="1"/>
                    <a:pt x="2478" y="8"/>
                    <a:pt x="2341" y="24"/>
                  </a:cubicBezTo>
                  <a:cubicBezTo>
                    <a:pt x="1977" y="84"/>
                    <a:pt x="1551" y="145"/>
                    <a:pt x="1186" y="236"/>
                  </a:cubicBezTo>
                  <a:cubicBezTo>
                    <a:pt x="791" y="297"/>
                    <a:pt x="426" y="419"/>
                    <a:pt x="31" y="571"/>
                  </a:cubicBezTo>
                  <a:cubicBezTo>
                    <a:pt x="31" y="571"/>
                    <a:pt x="1" y="571"/>
                    <a:pt x="1" y="601"/>
                  </a:cubicBezTo>
                  <a:lnTo>
                    <a:pt x="62" y="692"/>
                  </a:lnTo>
                  <a:cubicBezTo>
                    <a:pt x="183" y="723"/>
                    <a:pt x="366" y="753"/>
                    <a:pt x="487" y="753"/>
                  </a:cubicBezTo>
                  <a:cubicBezTo>
                    <a:pt x="670" y="753"/>
                    <a:pt x="882" y="723"/>
                    <a:pt x="1065" y="723"/>
                  </a:cubicBezTo>
                  <a:cubicBezTo>
                    <a:pt x="1490" y="692"/>
                    <a:pt x="1855" y="601"/>
                    <a:pt x="2281" y="480"/>
                  </a:cubicBezTo>
                  <a:cubicBezTo>
                    <a:pt x="2463" y="449"/>
                    <a:pt x="2615" y="419"/>
                    <a:pt x="2797" y="328"/>
                  </a:cubicBezTo>
                  <a:cubicBezTo>
                    <a:pt x="2919" y="297"/>
                    <a:pt x="3375" y="115"/>
                    <a:pt x="3071" y="24"/>
                  </a:cubicBezTo>
                  <a:cubicBezTo>
                    <a:pt x="2964" y="8"/>
                    <a:pt x="2850" y="1"/>
                    <a:pt x="27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4074;p111">
              <a:extLst>
                <a:ext uri="{FF2B5EF4-FFF2-40B4-BE49-F238E27FC236}">
                  <a16:creationId xmlns:a16="http://schemas.microsoft.com/office/drawing/2014/main" id="{9BF28538-0809-8DF1-9F4B-AFDC054021BD}"/>
                </a:ext>
              </a:extLst>
            </p:cNvPr>
            <p:cNvSpPr/>
            <p:nvPr/>
          </p:nvSpPr>
          <p:spPr>
            <a:xfrm>
              <a:off x="3433450" y="672025"/>
              <a:ext cx="302475" cy="243650"/>
            </a:xfrm>
            <a:custGeom>
              <a:avLst/>
              <a:gdLst/>
              <a:ahLst/>
              <a:cxnLst/>
              <a:rect l="l" t="t" r="r" b="b"/>
              <a:pathLst>
                <a:path w="12099" h="9746" extrusionOk="0">
                  <a:moveTo>
                    <a:pt x="12098" y="1"/>
                  </a:moveTo>
                  <a:lnTo>
                    <a:pt x="12098" y="1"/>
                  </a:lnTo>
                  <a:cubicBezTo>
                    <a:pt x="11217" y="1794"/>
                    <a:pt x="10032" y="3436"/>
                    <a:pt x="8755" y="4955"/>
                  </a:cubicBezTo>
                  <a:cubicBezTo>
                    <a:pt x="7478" y="6354"/>
                    <a:pt x="6110" y="7721"/>
                    <a:pt x="4256" y="8238"/>
                  </a:cubicBezTo>
                  <a:cubicBezTo>
                    <a:pt x="4016" y="8298"/>
                    <a:pt x="3829" y="8384"/>
                    <a:pt x="3633" y="8384"/>
                  </a:cubicBezTo>
                  <a:cubicBezTo>
                    <a:pt x="3532" y="8384"/>
                    <a:pt x="3428" y="8361"/>
                    <a:pt x="3314" y="8299"/>
                  </a:cubicBezTo>
                  <a:cubicBezTo>
                    <a:pt x="2737" y="7995"/>
                    <a:pt x="2706" y="7539"/>
                    <a:pt x="3132" y="7113"/>
                  </a:cubicBezTo>
                  <a:cubicBezTo>
                    <a:pt x="3588" y="6657"/>
                    <a:pt x="4074" y="6171"/>
                    <a:pt x="4560" y="5715"/>
                  </a:cubicBezTo>
                  <a:cubicBezTo>
                    <a:pt x="5594" y="4743"/>
                    <a:pt x="6658" y="3891"/>
                    <a:pt x="7752" y="3040"/>
                  </a:cubicBezTo>
                  <a:cubicBezTo>
                    <a:pt x="8086" y="2767"/>
                    <a:pt x="8481" y="2524"/>
                    <a:pt x="8816" y="2220"/>
                  </a:cubicBezTo>
                  <a:cubicBezTo>
                    <a:pt x="9150" y="1916"/>
                    <a:pt x="9393" y="1551"/>
                    <a:pt x="9667" y="1247"/>
                  </a:cubicBezTo>
                  <a:lnTo>
                    <a:pt x="9667" y="1247"/>
                  </a:lnTo>
                  <a:cubicBezTo>
                    <a:pt x="6688" y="1369"/>
                    <a:pt x="3770" y="3253"/>
                    <a:pt x="1855" y="5411"/>
                  </a:cubicBezTo>
                  <a:cubicBezTo>
                    <a:pt x="1338" y="6019"/>
                    <a:pt x="852" y="6627"/>
                    <a:pt x="426" y="7296"/>
                  </a:cubicBezTo>
                  <a:cubicBezTo>
                    <a:pt x="92" y="7873"/>
                    <a:pt x="1" y="8329"/>
                    <a:pt x="578" y="8785"/>
                  </a:cubicBezTo>
                  <a:cubicBezTo>
                    <a:pt x="1283" y="9346"/>
                    <a:pt x="2207" y="9746"/>
                    <a:pt x="3328" y="9746"/>
                  </a:cubicBezTo>
                  <a:cubicBezTo>
                    <a:pt x="4335" y="9746"/>
                    <a:pt x="5501" y="9423"/>
                    <a:pt x="6810" y="8603"/>
                  </a:cubicBezTo>
                  <a:cubicBezTo>
                    <a:pt x="10366" y="6293"/>
                    <a:pt x="11794" y="1369"/>
                    <a:pt x="1209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4075;p111">
              <a:extLst>
                <a:ext uri="{FF2B5EF4-FFF2-40B4-BE49-F238E27FC236}">
                  <a16:creationId xmlns:a16="http://schemas.microsoft.com/office/drawing/2014/main" id="{5EE0B406-1063-F810-D4AD-B0D395073763}"/>
                </a:ext>
              </a:extLst>
            </p:cNvPr>
            <p:cNvSpPr/>
            <p:nvPr/>
          </p:nvSpPr>
          <p:spPr>
            <a:xfrm>
              <a:off x="3441825" y="691650"/>
              <a:ext cx="256100" cy="199250"/>
            </a:xfrm>
            <a:custGeom>
              <a:avLst/>
              <a:gdLst/>
              <a:ahLst/>
              <a:cxnLst/>
              <a:rect l="l" t="t" r="r" b="b"/>
              <a:pathLst>
                <a:path w="10244" h="7970" extrusionOk="0">
                  <a:moveTo>
                    <a:pt x="10018" y="0"/>
                  </a:moveTo>
                  <a:cubicBezTo>
                    <a:pt x="10010" y="0"/>
                    <a:pt x="10005" y="2"/>
                    <a:pt x="10000" y="6"/>
                  </a:cubicBezTo>
                  <a:cubicBezTo>
                    <a:pt x="10000" y="6"/>
                    <a:pt x="9575" y="158"/>
                    <a:pt x="8906" y="462"/>
                  </a:cubicBezTo>
                  <a:cubicBezTo>
                    <a:pt x="6931" y="1344"/>
                    <a:pt x="2857" y="3593"/>
                    <a:pt x="0" y="7727"/>
                  </a:cubicBezTo>
                  <a:cubicBezTo>
                    <a:pt x="91" y="7818"/>
                    <a:pt x="213" y="7879"/>
                    <a:pt x="274" y="7970"/>
                  </a:cubicBezTo>
                  <a:cubicBezTo>
                    <a:pt x="3101" y="3806"/>
                    <a:pt x="7204" y="1617"/>
                    <a:pt x="9089" y="766"/>
                  </a:cubicBezTo>
                  <a:cubicBezTo>
                    <a:pt x="9697" y="523"/>
                    <a:pt x="10092" y="371"/>
                    <a:pt x="10092" y="371"/>
                  </a:cubicBezTo>
                  <a:cubicBezTo>
                    <a:pt x="10152" y="310"/>
                    <a:pt x="10244" y="219"/>
                    <a:pt x="10183" y="128"/>
                  </a:cubicBezTo>
                  <a:cubicBezTo>
                    <a:pt x="10157" y="75"/>
                    <a:pt x="10062" y="0"/>
                    <a:pt x="100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4076;p111">
              <a:extLst>
                <a:ext uri="{FF2B5EF4-FFF2-40B4-BE49-F238E27FC236}">
                  <a16:creationId xmlns:a16="http://schemas.microsoft.com/office/drawing/2014/main" id="{DA5D729B-59AF-3ACB-13EC-27DE2AB94F6E}"/>
                </a:ext>
              </a:extLst>
            </p:cNvPr>
            <p:cNvSpPr/>
            <p:nvPr/>
          </p:nvSpPr>
          <p:spPr>
            <a:xfrm>
              <a:off x="3209300" y="852725"/>
              <a:ext cx="927075" cy="880650"/>
            </a:xfrm>
            <a:custGeom>
              <a:avLst/>
              <a:gdLst/>
              <a:ahLst/>
              <a:cxnLst/>
              <a:rect l="l" t="t" r="r" b="b"/>
              <a:pathLst>
                <a:path w="37083" h="35226" extrusionOk="0">
                  <a:moveTo>
                    <a:pt x="21881" y="0"/>
                  </a:moveTo>
                  <a:cubicBezTo>
                    <a:pt x="19690" y="0"/>
                    <a:pt x="17627" y="653"/>
                    <a:pt x="15745" y="2043"/>
                  </a:cubicBezTo>
                  <a:cubicBezTo>
                    <a:pt x="14529" y="2925"/>
                    <a:pt x="13466" y="3989"/>
                    <a:pt x="12280" y="4901"/>
                  </a:cubicBezTo>
                  <a:lnTo>
                    <a:pt x="10912" y="5843"/>
                  </a:lnTo>
                  <a:cubicBezTo>
                    <a:pt x="9727" y="6451"/>
                    <a:pt x="8389" y="6724"/>
                    <a:pt x="7113" y="7059"/>
                  </a:cubicBezTo>
                  <a:cubicBezTo>
                    <a:pt x="5806" y="7393"/>
                    <a:pt x="4560" y="7788"/>
                    <a:pt x="3496" y="8670"/>
                  </a:cubicBezTo>
                  <a:cubicBezTo>
                    <a:pt x="1520" y="10281"/>
                    <a:pt x="608" y="12469"/>
                    <a:pt x="365" y="14931"/>
                  </a:cubicBezTo>
                  <a:cubicBezTo>
                    <a:pt x="0" y="18761"/>
                    <a:pt x="1094" y="22257"/>
                    <a:pt x="3192" y="25448"/>
                  </a:cubicBezTo>
                  <a:cubicBezTo>
                    <a:pt x="6292" y="30251"/>
                    <a:pt x="10699" y="33290"/>
                    <a:pt x="16140" y="34810"/>
                  </a:cubicBezTo>
                  <a:cubicBezTo>
                    <a:pt x="16993" y="35042"/>
                    <a:pt x="17845" y="35225"/>
                    <a:pt x="18705" y="35225"/>
                  </a:cubicBezTo>
                  <a:cubicBezTo>
                    <a:pt x="19194" y="35225"/>
                    <a:pt x="19687" y="35166"/>
                    <a:pt x="20183" y="35023"/>
                  </a:cubicBezTo>
                  <a:cubicBezTo>
                    <a:pt x="21216" y="34719"/>
                    <a:pt x="22189" y="34263"/>
                    <a:pt x="23071" y="33685"/>
                  </a:cubicBezTo>
                  <a:cubicBezTo>
                    <a:pt x="23739" y="33229"/>
                    <a:pt x="24469" y="32834"/>
                    <a:pt x="25198" y="32469"/>
                  </a:cubicBezTo>
                  <a:cubicBezTo>
                    <a:pt x="26748" y="31770"/>
                    <a:pt x="28299" y="31041"/>
                    <a:pt x="30244" y="30129"/>
                  </a:cubicBezTo>
                  <a:cubicBezTo>
                    <a:pt x="31916" y="29491"/>
                    <a:pt x="33466" y="28153"/>
                    <a:pt x="34439" y="26178"/>
                  </a:cubicBezTo>
                  <a:cubicBezTo>
                    <a:pt x="34894" y="25266"/>
                    <a:pt x="35229" y="24293"/>
                    <a:pt x="35442" y="23320"/>
                  </a:cubicBezTo>
                  <a:cubicBezTo>
                    <a:pt x="37083" y="17272"/>
                    <a:pt x="36505" y="11497"/>
                    <a:pt x="33010" y="6147"/>
                  </a:cubicBezTo>
                  <a:cubicBezTo>
                    <a:pt x="31034" y="3107"/>
                    <a:pt x="28238" y="1132"/>
                    <a:pt x="24712" y="341"/>
                  </a:cubicBezTo>
                  <a:cubicBezTo>
                    <a:pt x="23748" y="116"/>
                    <a:pt x="22803" y="0"/>
                    <a:pt x="218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4077;p111">
              <a:extLst>
                <a:ext uri="{FF2B5EF4-FFF2-40B4-BE49-F238E27FC236}">
                  <a16:creationId xmlns:a16="http://schemas.microsoft.com/office/drawing/2014/main" id="{E854EB96-6D21-392A-EE70-2B64D55B1FD4}"/>
                </a:ext>
              </a:extLst>
            </p:cNvPr>
            <p:cNvSpPr/>
            <p:nvPr/>
          </p:nvSpPr>
          <p:spPr>
            <a:xfrm>
              <a:off x="3262475" y="1066375"/>
              <a:ext cx="243200" cy="353425"/>
            </a:xfrm>
            <a:custGeom>
              <a:avLst/>
              <a:gdLst/>
              <a:ahLst/>
              <a:cxnLst/>
              <a:rect l="l" t="t" r="r" b="b"/>
              <a:pathLst>
                <a:path w="9728" h="14137" extrusionOk="0">
                  <a:moveTo>
                    <a:pt x="6343" y="1"/>
                  </a:moveTo>
                  <a:cubicBezTo>
                    <a:pt x="5633" y="1"/>
                    <a:pt x="4906" y="319"/>
                    <a:pt x="4196" y="792"/>
                  </a:cubicBezTo>
                  <a:cubicBezTo>
                    <a:pt x="2402" y="2039"/>
                    <a:pt x="1126" y="3862"/>
                    <a:pt x="609" y="5838"/>
                  </a:cubicBezTo>
                  <a:cubicBezTo>
                    <a:pt x="1" y="8087"/>
                    <a:pt x="274" y="10549"/>
                    <a:pt x="1825" y="12525"/>
                  </a:cubicBezTo>
                  <a:cubicBezTo>
                    <a:pt x="2463" y="13407"/>
                    <a:pt x="3405" y="14136"/>
                    <a:pt x="4530" y="14136"/>
                  </a:cubicBezTo>
                  <a:cubicBezTo>
                    <a:pt x="5259" y="14136"/>
                    <a:pt x="5958" y="13771"/>
                    <a:pt x="6536" y="13346"/>
                  </a:cubicBezTo>
                  <a:cubicBezTo>
                    <a:pt x="7721" y="12434"/>
                    <a:pt x="8481" y="11066"/>
                    <a:pt x="8937" y="9638"/>
                  </a:cubicBezTo>
                  <a:cubicBezTo>
                    <a:pt x="9576" y="7783"/>
                    <a:pt x="9728" y="5777"/>
                    <a:pt x="9424" y="3802"/>
                  </a:cubicBezTo>
                  <a:cubicBezTo>
                    <a:pt x="9272" y="2768"/>
                    <a:pt x="8937" y="1704"/>
                    <a:pt x="8238" y="944"/>
                  </a:cubicBezTo>
                  <a:cubicBezTo>
                    <a:pt x="7639" y="273"/>
                    <a:pt x="6999" y="1"/>
                    <a:pt x="634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4078;p111">
              <a:extLst>
                <a:ext uri="{FF2B5EF4-FFF2-40B4-BE49-F238E27FC236}">
                  <a16:creationId xmlns:a16="http://schemas.microsoft.com/office/drawing/2014/main" id="{5275AEF7-B1CF-F8C3-1CF6-09D489C205EE}"/>
                </a:ext>
              </a:extLst>
            </p:cNvPr>
            <p:cNvSpPr/>
            <p:nvPr/>
          </p:nvSpPr>
          <p:spPr>
            <a:xfrm>
              <a:off x="3295925" y="1160825"/>
              <a:ext cx="98050" cy="163050"/>
            </a:xfrm>
            <a:custGeom>
              <a:avLst/>
              <a:gdLst/>
              <a:ahLst/>
              <a:cxnLst/>
              <a:rect l="l" t="t" r="r" b="b"/>
              <a:pathLst>
                <a:path w="3922" h="6522" extrusionOk="0">
                  <a:moveTo>
                    <a:pt x="2581" y="0"/>
                  </a:moveTo>
                  <a:cubicBezTo>
                    <a:pt x="1975" y="0"/>
                    <a:pt x="1432" y="627"/>
                    <a:pt x="1095" y="1239"/>
                  </a:cubicBezTo>
                  <a:cubicBezTo>
                    <a:pt x="608" y="2060"/>
                    <a:pt x="152" y="3002"/>
                    <a:pt x="31" y="3975"/>
                  </a:cubicBezTo>
                  <a:cubicBezTo>
                    <a:pt x="0" y="4279"/>
                    <a:pt x="0" y="4583"/>
                    <a:pt x="31" y="4917"/>
                  </a:cubicBezTo>
                  <a:cubicBezTo>
                    <a:pt x="122" y="5464"/>
                    <a:pt x="183" y="6103"/>
                    <a:pt x="669" y="6376"/>
                  </a:cubicBezTo>
                  <a:cubicBezTo>
                    <a:pt x="820" y="6477"/>
                    <a:pt x="998" y="6522"/>
                    <a:pt x="1183" y="6522"/>
                  </a:cubicBezTo>
                  <a:cubicBezTo>
                    <a:pt x="1335" y="6522"/>
                    <a:pt x="1491" y="6492"/>
                    <a:pt x="1642" y="6437"/>
                  </a:cubicBezTo>
                  <a:cubicBezTo>
                    <a:pt x="3253" y="5890"/>
                    <a:pt x="3921" y="3610"/>
                    <a:pt x="3921" y="2090"/>
                  </a:cubicBezTo>
                  <a:cubicBezTo>
                    <a:pt x="3921" y="1483"/>
                    <a:pt x="3830" y="844"/>
                    <a:pt x="3405" y="419"/>
                  </a:cubicBezTo>
                  <a:cubicBezTo>
                    <a:pt x="3126" y="122"/>
                    <a:pt x="2848" y="0"/>
                    <a:pt x="25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4079;p111">
              <a:extLst>
                <a:ext uri="{FF2B5EF4-FFF2-40B4-BE49-F238E27FC236}">
                  <a16:creationId xmlns:a16="http://schemas.microsoft.com/office/drawing/2014/main" id="{AC5C38EC-4C04-EC7C-EE6C-B19B3B84E3F5}"/>
                </a:ext>
              </a:extLst>
            </p:cNvPr>
            <p:cNvSpPr/>
            <p:nvPr/>
          </p:nvSpPr>
          <p:spPr>
            <a:xfrm>
              <a:off x="3575550" y="852975"/>
              <a:ext cx="560825" cy="881150"/>
            </a:xfrm>
            <a:custGeom>
              <a:avLst/>
              <a:gdLst/>
              <a:ahLst/>
              <a:cxnLst/>
              <a:rect l="l" t="t" r="r" b="b"/>
              <a:pathLst>
                <a:path w="22433" h="35246" extrusionOk="0">
                  <a:moveTo>
                    <a:pt x="7276" y="1"/>
                  </a:moveTo>
                  <a:cubicBezTo>
                    <a:pt x="6384" y="1"/>
                    <a:pt x="5518" y="107"/>
                    <a:pt x="4682" y="331"/>
                  </a:cubicBezTo>
                  <a:cubicBezTo>
                    <a:pt x="7661" y="1274"/>
                    <a:pt x="10032" y="3128"/>
                    <a:pt x="11794" y="5803"/>
                  </a:cubicBezTo>
                  <a:cubicBezTo>
                    <a:pt x="15260" y="11152"/>
                    <a:pt x="15807" y="16927"/>
                    <a:pt x="14257" y="23006"/>
                  </a:cubicBezTo>
                  <a:cubicBezTo>
                    <a:pt x="14044" y="23979"/>
                    <a:pt x="13679" y="24952"/>
                    <a:pt x="13223" y="25864"/>
                  </a:cubicBezTo>
                  <a:cubicBezTo>
                    <a:pt x="12281" y="27839"/>
                    <a:pt x="10731" y="29146"/>
                    <a:pt x="9059" y="29815"/>
                  </a:cubicBezTo>
                  <a:cubicBezTo>
                    <a:pt x="7114" y="30727"/>
                    <a:pt x="5563" y="31426"/>
                    <a:pt x="4013" y="32155"/>
                  </a:cubicBezTo>
                  <a:cubicBezTo>
                    <a:pt x="3253" y="32520"/>
                    <a:pt x="2524" y="32915"/>
                    <a:pt x="1825" y="33371"/>
                  </a:cubicBezTo>
                  <a:cubicBezTo>
                    <a:pt x="1278" y="33736"/>
                    <a:pt x="670" y="34070"/>
                    <a:pt x="1" y="34344"/>
                  </a:cubicBezTo>
                  <a:cubicBezTo>
                    <a:pt x="548" y="34526"/>
                    <a:pt x="1034" y="34678"/>
                    <a:pt x="1582" y="34830"/>
                  </a:cubicBezTo>
                  <a:cubicBezTo>
                    <a:pt x="2414" y="35063"/>
                    <a:pt x="3260" y="35246"/>
                    <a:pt x="4117" y="35246"/>
                  </a:cubicBezTo>
                  <a:cubicBezTo>
                    <a:pt x="4605" y="35246"/>
                    <a:pt x="5098" y="35186"/>
                    <a:pt x="5594" y="35043"/>
                  </a:cubicBezTo>
                  <a:cubicBezTo>
                    <a:pt x="6627" y="34739"/>
                    <a:pt x="7569" y="34283"/>
                    <a:pt x="8481" y="33736"/>
                  </a:cubicBezTo>
                  <a:cubicBezTo>
                    <a:pt x="9180" y="33280"/>
                    <a:pt x="9849" y="32855"/>
                    <a:pt x="10609" y="32520"/>
                  </a:cubicBezTo>
                  <a:cubicBezTo>
                    <a:pt x="12190" y="31760"/>
                    <a:pt x="13740" y="31061"/>
                    <a:pt x="15685" y="30149"/>
                  </a:cubicBezTo>
                  <a:cubicBezTo>
                    <a:pt x="17296" y="29511"/>
                    <a:pt x="18877" y="28174"/>
                    <a:pt x="19849" y="26198"/>
                  </a:cubicBezTo>
                  <a:cubicBezTo>
                    <a:pt x="20275" y="25286"/>
                    <a:pt x="20609" y="24344"/>
                    <a:pt x="20883" y="23341"/>
                  </a:cubicBezTo>
                  <a:cubicBezTo>
                    <a:pt x="22433" y="17262"/>
                    <a:pt x="21855" y="11487"/>
                    <a:pt x="18451" y="6137"/>
                  </a:cubicBezTo>
                  <a:cubicBezTo>
                    <a:pt x="16475" y="3097"/>
                    <a:pt x="13649" y="1152"/>
                    <a:pt x="10123" y="331"/>
                  </a:cubicBezTo>
                  <a:cubicBezTo>
                    <a:pt x="9149" y="115"/>
                    <a:pt x="8198" y="1"/>
                    <a:pt x="72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2" name="Google Shape;4090;p111">
            <a:extLst>
              <a:ext uri="{FF2B5EF4-FFF2-40B4-BE49-F238E27FC236}">
                <a16:creationId xmlns:a16="http://schemas.microsoft.com/office/drawing/2014/main" id="{F81F7BEE-06F2-447C-FD71-3121583CC9CA}"/>
              </a:ext>
            </a:extLst>
          </p:cNvPr>
          <p:cNvGrpSpPr/>
          <p:nvPr/>
        </p:nvGrpSpPr>
        <p:grpSpPr>
          <a:xfrm>
            <a:off x="796820" y="3628896"/>
            <a:ext cx="1111736" cy="1219929"/>
            <a:chOff x="139325" y="2981275"/>
            <a:chExt cx="1857200" cy="2033550"/>
          </a:xfrm>
        </p:grpSpPr>
        <p:sp>
          <p:nvSpPr>
            <p:cNvPr id="2333" name="Google Shape;4091;p111">
              <a:extLst>
                <a:ext uri="{FF2B5EF4-FFF2-40B4-BE49-F238E27FC236}">
                  <a16:creationId xmlns:a16="http://schemas.microsoft.com/office/drawing/2014/main" id="{FFA5B1DF-2CD1-054B-1BFB-A35BD3C67115}"/>
                </a:ext>
              </a:extLst>
            </p:cNvPr>
            <p:cNvSpPr/>
            <p:nvPr/>
          </p:nvSpPr>
          <p:spPr>
            <a:xfrm>
              <a:off x="139325" y="2981275"/>
              <a:ext cx="1857200" cy="1886325"/>
            </a:xfrm>
            <a:custGeom>
              <a:avLst/>
              <a:gdLst/>
              <a:ahLst/>
              <a:cxnLst/>
              <a:rect l="l" t="t" r="r" b="b"/>
              <a:pathLst>
                <a:path w="74288" h="75453" extrusionOk="0">
                  <a:moveTo>
                    <a:pt x="44943" y="0"/>
                  </a:moveTo>
                  <a:cubicBezTo>
                    <a:pt x="42309" y="0"/>
                    <a:pt x="39681" y="557"/>
                    <a:pt x="37235" y="1675"/>
                  </a:cubicBezTo>
                  <a:lnTo>
                    <a:pt x="24044" y="7571"/>
                  </a:lnTo>
                  <a:lnTo>
                    <a:pt x="10852" y="13438"/>
                  </a:lnTo>
                  <a:cubicBezTo>
                    <a:pt x="6262" y="15505"/>
                    <a:pt x="2706" y="19335"/>
                    <a:pt x="943" y="24046"/>
                  </a:cubicBezTo>
                  <a:cubicBezTo>
                    <a:pt x="1" y="26630"/>
                    <a:pt x="153" y="29487"/>
                    <a:pt x="1429" y="31949"/>
                  </a:cubicBezTo>
                  <a:lnTo>
                    <a:pt x="19302" y="66144"/>
                  </a:lnTo>
                  <a:cubicBezTo>
                    <a:pt x="22388" y="72029"/>
                    <a:pt x="28415" y="75453"/>
                    <a:pt x="34682" y="75453"/>
                  </a:cubicBezTo>
                  <a:cubicBezTo>
                    <a:pt x="37057" y="75453"/>
                    <a:pt x="39467" y="74961"/>
                    <a:pt x="41764" y="73925"/>
                  </a:cubicBezTo>
                  <a:lnTo>
                    <a:pt x="51825" y="69426"/>
                  </a:lnTo>
                  <a:lnTo>
                    <a:pt x="61886" y="64898"/>
                  </a:lnTo>
                  <a:cubicBezTo>
                    <a:pt x="70245" y="61128"/>
                    <a:pt x="74288" y="51523"/>
                    <a:pt x="71005" y="42922"/>
                  </a:cubicBezTo>
                  <a:lnTo>
                    <a:pt x="57327" y="6842"/>
                  </a:lnTo>
                  <a:cubicBezTo>
                    <a:pt x="56354" y="4319"/>
                    <a:pt x="54348" y="2313"/>
                    <a:pt x="51764" y="1280"/>
                  </a:cubicBezTo>
                  <a:cubicBezTo>
                    <a:pt x="49564" y="428"/>
                    <a:pt x="47251" y="0"/>
                    <a:pt x="44943" y="0"/>
                  </a:cubicBezTo>
                  <a:close/>
                </a:path>
              </a:pathLst>
            </a:custGeom>
            <a:solidFill>
              <a:srgbClr val="29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4092;p111">
              <a:extLst>
                <a:ext uri="{FF2B5EF4-FFF2-40B4-BE49-F238E27FC236}">
                  <a16:creationId xmlns:a16="http://schemas.microsoft.com/office/drawing/2014/main" id="{2F0EA974-59F8-C05E-84FC-9C9B54A3284D}"/>
                </a:ext>
              </a:extLst>
            </p:cNvPr>
            <p:cNvSpPr/>
            <p:nvPr/>
          </p:nvSpPr>
          <p:spPr>
            <a:xfrm>
              <a:off x="139325" y="2981275"/>
              <a:ext cx="1857200" cy="1886325"/>
            </a:xfrm>
            <a:custGeom>
              <a:avLst/>
              <a:gdLst/>
              <a:ahLst/>
              <a:cxnLst/>
              <a:rect l="l" t="t" r="r" b="b"/>
              <a:pathLst>
                <a:path w="74288" h="75453" extrusionOk="0">
                  <a:moveTo>
                    <a:pt x="44943" y="0"/>
                  </a:moveTo>
                  <a:cubicBezTo>
                    <a:pt x="42309" y="0"/>
                    <a:pt x="39681" y="557"/>
                    <a:pt x="37235" y="1675"/>
                  </a:cubicBezTo>
                  <a:lnTo>
                    <a:pt x="24044" y="7571"/>
                  </a:lnTo>
                  <a:lnTo>
                    <a:pt x="10852" y="13438"/>
                  </a:lnTo>
                  <a:cubicBezTo>
                    <a:pt x="6262" y="15505"/>
                    <a:pt x="2706" y="19335"/>
                    <a:pt x="943" y="24046"/>
                  </a:cubicBezTo>
                  <a:cubicBezTo>
                    <a:pt x="1" y="26630"/>
                    <a:pt x="153" y="29487"/>
                    <a:pt x="1429" y="31949"/>
                  </a:cubicBezTo>
                  <a:lnTo>
                    <a:pt x="19302" y="66144"/>
                  </a:lnTo>
                  <a:cubicBezTo>
                    <a:pt x="22388" y="72029"/>
                    <a:pt x="28415" y="75453"/>
                    <a:pt x="34682" y="75453"/>
                  </a:cubicBezTo>
                  <a:cubicBezTo>
                    <a:pt x="37057" y="75453"/>
                    <a:pt x="39467" y="74961"/>
                    <a:pt x="41764" y="73925"/>
                  </a:cubicBezTo>
                  <a:lnTo>
                    <a:pt x="51825" y="69426"/>
                  </a:lnTo>
                  <a:lnTo>
                    <a:pt x="61886" y="64898"/>
                  </a:lnTo>
                  <a:cubicBezTo>
                    <a:pt x="70245" y="61128"/>
                    <a:pt x="74288" y="51523"/>
                    <a:pt x="71005" y="42922"/>
                  </a:cubicBezTo>
                  <a:lnTo>
                    <a:pt x="57327" y="6842"/>
                  </a:lnTo>
                  <a:cubicBezTo>
                    <a:pt x="56354" y="4319"/>
                    <a:pt x="54348" y="2313"/>
                    <a:pt x="51764" y="1280"/>
                  </a:cubicBezTo>
                  <a:cubicBezTo>
                    <a:pt x="49564" y="428"/>
                    <a:pt x="47251" y="0"/>
                    <a:pt x="449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4093;p111">
              <a:extLst>
                <a:ext uri="{FF2B5EF4-FFF2-40B4-BE49-F238E27FC236}">
                  <a16:creationId xmlns:a16="http://schemas.microsoft.com/office/drawing/2014/main" id="{2EC967CC-25EA-C923-14AA-55B5DFCA6C8B}"/>
                </a:ext>
              </a:extLst>
            </p:cNvPr>
            <p:cNvSpPr/>
            <p:nvPr/>
          </p:nvSpPr>
          <p:spPr>
            <a:xfrm>
              <a:off x="139325" y="2982450"/>
              <a:ext cx="1435475" cy="804400"/>
            </a:xfrm>
            <a:custGeom>
              <a:avLst/>
              <a:gdLst/>
              <a:ahLst/>
              <a:cxnLst/>
              <a:rect l="l" t="t" r="r" b="b"/>
              <a:pathLst>
                <a:path w="57419" h="32176" extrusionOk="0">
                  <a:moveTo>
                    <a:pt x="44885" y="0"/>
                  </a:moveTo>
                  <a:cubicBezTo>
                    <a:pt x="42271" y="0"/>
                    <a:pt x="39664" y="548"/>
                    <a:pt x="37235" y="1658"/>
                  </a:cubicBezTo>
                  <a:lnTo>
                    <a:pt x="24044" y="7555"/>
                  </a:lnTo>
                  <a:lnTo>
                    <a:pt x="10882" y="13452"/>
                  </a:lnTo>
                  <a:cubicBezTo>
                    <a:pt x="6262" y="15488"/>
                    <a:pt x="2706" y="19318"/>
                    <a:pt x="943" y="24029"/>
                  </a:cubicBezTo>
                  <a:cubicBezTo>
                    <a:pt x="1" y="26613"/>
                    <a:pt x="153" y="29470"/>
                    <a:pt x="1460" y="31932"/>
                  </a:cubicBezTo>
                  <a:lnTo>
                    <a:pt x="1581" y="32175"/>
                  </a:lnTo>
                  <a:cubicBezTo>
                    <a:pt x="791" y="30017"/>
                    <a:pt x="791" y="27616"/>
                    <a:pt x="1581" y="25458"/>
                  </a:cubicBezTo>
                  <a:cubicBezTo>
                    <a:pt x="3344" y="20747"/>
                    <a:pt x="6931" y="16886"/>
                    <a:pt x="11521" y="14850"/>
                  </a:cubicBezTo>
                  <a:lnTo>
                    <a:pt x="24712" y="8953"/>
                  </a:lnTo>
                  <a:lnTo>
                    <a:pt x="37874" y="3056"/>
                  </a:lnTo>
                  <a:cubicBezTo>
                    <a:pt x="40338" y="1970"/>
                    <a:pt x="42976" y="1420"/>
                    <a:pt x="45611" y="1420"/>
                  </a:cubicBezTo>
                  <a:cubicBezTo>
                    <a:pt x="47916" y="1420"/>
                    <a:pt x="50219" y="1841"/>
                    <a:pt x="52403" y="2692"/>
                  </a:cubicBezTo>
                  <a:cubicBezTo>
                    <a:pt x="54561" y="3512"/>
                    <a:pt x="56354" y="5123"/>
                    <a:pt x="57418" y="7160"/>
                  </a:cubicBezTo>
                  <a:lnTo>
                    <a:pt x="57296" y="6917"/>
                  </a:lnTo>
                  <a:cubicBezTo>
                    <a:pt x="56324" y="4333"/>
                    <a:pt x="54287" y="2296"/>
                    <a:pt x="51764" y="1293"/>
                  </a:cubicBezTo>
                  <a:cubicBezTo>
                    <a:pt x="49546" y="435"/>
                    <a:pt x="47213" y="0"/>
                    <a:pt x="448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4094;p111">
              <a:extLst>
                <a:ext uri="{FF2B5EF4-FFF2-40B4-BE49-F238E27FC236}">
                  <a16:creationId xmlns:a16="http://schemas.microsoft.com/office/drawing/2014/main" id="{FA53B124-F90D-0EA8-71A7-90944811328C}"/>
                </a:ext>
              </a:extLst>
            </p:cNvPr>
            <p:cNvSpPr/>
            <p:nvPr/>
          </p:nvSpPr>
          <p:spPr>
            <a:xfrm>
              <a:off x="267000" y="3080500"/>
              <a:ext cx="1491675" cy="1479475"/>
            </a:xfrm>
            <a:custGeom>
              <a:avLst/>
              <a:gdLst/>
              <a:ahLst/>
              <a:cxnLst/>
              <a:rect l="l" t="t" r="r" b="b"/>
              <a:pathLst>
                <a:path w="59667" h="59179" extrusionOk="0">
                  <a:moveTo>
                    <a:pt x="39300" y="1"/>
                  </a:moveTo>
                  <a:cubicBezTo>
                    <a:pt x="37263" y="1"/>
                    <a:pt x="35199" y="445"/>
                    <a:pt x="33283" y="1323"/>
                  </a:cubicBezTo>
                  <a:lnTo>
                    <a:pt x="7751" y="12752"/>
                  </a:lnTo>
                  <a:cubicBezTo>
                    <a:pt x="4468" y="14180"/>
                    <a:pt x="1854" y="16825"/>
                    <a:pt x="486" y="19925"/>
                  </a:cubicBezTo>
                  <a:cubicBezTo>
                    <a:pt x="0" y="21080"/>
                    <a:pt x="30" y="22326"/>
                    <a:pt x="547" y="23360"/>
                  </a:cubicBezTo>
                  <a:lnTo>
                    <a:pt x="16323" y="53086"/>
                  </a:lnTo>
                  <a:cubicBezTo>
                    <a:pt x="18189" y="56629"/>
                    <a:pt x="21965" y="58617"/>
                    <a:pt x="26050" y="58617"/>
                  </a:cubicBezTo>
                  <a:cubicBezTo>
                    <a:pt x="27818" y="58617"/>
                    <a:pt x="29645" y="58244"/>
                    <a:pt x="31399" y="57463"/>
                  </a:cubicBezTo>
                  <a:lnTo>
                    <a:pt x="34803" y="55944"/>
                  </a:lnTo>
                  <a:cubicBezTo>
                    <a:pt x="35107" y="55806"/>
                    <a:pt x="35424" y="55740"/>
                    <a:pt x="35738" y="55740"/>
                  </a:cubicBezTo>
                  <a:cubicBezTo>
                    <a:pt x="36461" y="55740"/>
                    <a:pt x="37164" y="56089"/>
                    <a:pt x="37630" y="56704"/>
                  </a:cubicBezTo>
                  <a:cubicBezTo>
                    <a:pt x="38847" y="58259"/>
                    <a:pt x="40515" y="59179"/>
                    <a:pt x="42127" y="59179"/>
                  </a:cubicBezTo>
                  <a:cubicBezTo>
                    <a:pt x="42689" y="59179"/>
                    <a:pt x="43243" y="59067"/>
                    <a:pt x="43770" y="58831"/>
                  </a:cubicBezTo>
                  <a:cubicBezTo>
                    <a:pt x="45776" y="57919"/>
                    <a:pt x="46718" y="55457"/>
                    <a:pt x="46232" y="52843"/>
                  </a:cubicBezTo>
                  <a:cubicBezTo>
                    <a:pt x="46050" y="51719"/>
                    <a:pt x="46536" y="50655"/>
                    <a:pt x="47569" y="50199"/>
                  </a:cubicBezTo>
                  <a:lnTo>
                    <a:pt x="50943" y="48679"/>
                  </a:lnTo>
                  <a:cubicBezTo>
                    <a:pt x="56718" y="46095"/>
                    <a:pt x="59667" y="39864"/>
                    <a:pt x="57691" y="34545"/>
                  </a:cubicBezTo>
                  <a:lnTo>
                    <a:pt x="45989" y="3025"/>
                  </a:lnTo>
                  <a:cubicBezTo>
                    <a:pt x="45533" y="1931"/>
                    <a:pt x="44621" y="1080"/>
                    <a:pt x="43466" y="654"/>
                  </a:cubicBezTo>
                  <a:cubicBezTo>
                    <a:pt x="42129" y="217"/>
                    <a:pt x="40721" y="1"/>
                    <a:pt x="393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4095;p111">
              <a:extLst>
                <a:ext uri="{FF2B5EF4-FFF2-40B4-BE49-F238E27FC236}">
                  <a16:creationId xmlns:a16="http://schemas.microsoft.com/office/drawing/2014/main" id="{8DE468C9-C110-6094-AC6E-1A20D2E3DD38}"/>
                </a:ext>
              </a:extLst>
            </p:cNvPr>
            <p:cNvSpPr/>
            <p:nvPr/>
          </p:nvSpPr>
          <p:spPr>
            <a:xfrm>
              <a:off x="401500" y="3210750"/>
              <a:ext cx="1230275" cy="1209300"/>
            </a:xfrm>
            <a:custGeom>
              <a:avLst/>
              <a:gdLst/>
              <a:ahLst/>
              <a:cxnLst/>
              <a:rect l="l" t="t" r="r" b="b"/>
              <a:pathLst>
                <a:path w="49211" h="48372" extrusionOk="0">
                  <a:moveTo>
                    <a:pt x="32408" y="1"/>
                  </a:moveTo>
                  <a:cubicBezTo>
                    <a:pt x="30747" y="1"/>
                    <a:pt x="29056" y="358"/>
                    <a:pt x="27478" y="1067"/>
                  </a:cubicBezTo>
                  <a:lnTo>
                    <a:pt x="6383" y="10551"/>
                  </a:lnTo>
                  <a:cubicBezTo>
                    <a:pt x="3739" y="11767"/>
                    <a:pt x="1520" y="13894"/>
                    <a:pt x="426" y="16478"/>
                  </a:cubicBezTo>
                  <a:cubicBezTo>
                    <a:pt x="0" y="17420"/>
                    <a:pt x="30" y="18454"/>
                    <a:pt x="486" y="19274"/>
                  </a:cubicBezTo>
                  <a:lnTo>
                    <a:pt x="13496" y="43834"/>
                  </a:lnTo>
                  <a:cubicBezTo>
                    <a:pt x="15022" y="46738"/>
                    <a:pt x="18131" y="48371"/>
                    <a:pt x="21502" y="48371"/>
                  </a:cubicBezTo>
                  <a:cubicBezTo>
                    <a:pt x="22964" y="48371"/>
                    <a:pt x="24475" y="48064"/>
                    <a:pt x="25928" y="47421"/>
                  </a:cubicBezTo>
                  <a:lnTo>
                    <a:pt x="41977" y="40186"/>
                  </a:lnTo>
                  <a:cubicBezTo>
                    <a:pt x="46779" y="38059"/>
                    <a:pt x="49211" y="32922"/>
                    <a:pt x="47569" y="28514"/>
                  </a:cubicBezTo>
                  <a:lnTo>
                    <a:pt x="37934" y="2496"/>
                  </a:lnTo>
                  <a:cubicBezTo>
                    <a:pt x="37569" y="1584"/>
                    <a:pt x="36840" y="855"/>
                    <a:pt x="35867" y="551"/>
                  </a:cubicBezTo>
                  <a:cubicBezTo>
                    <a:pt x="34765" y="183"/>
                    <a:pt x="33594" y="1"/>
                    <a:pt x="324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4096;p111">
              <a:extLst>
                <a:ext uri="{FF2B5EF4-FFF2-40B4-BE49-F238E27FC236}">
                  <a16:creationId xmlns:a16="http://schemas.microsoft.com/office/drawing/2014/main" id="{BC14E63C-93B4-2D3E-16EA-FC56DB2AB677}"/>
                </a:ext>
              </a:extLst>
            </p:cNvPr>
            <p:cNvSpPr/>
            <p:nvPr/>
          </p:nvSpPr>
          <p:spPr>
            <a:xfrm>
              <a:off x="811075" y="3216150"/>
              <a:ext cx="599575" cy="1204325"/>
            </a:xfrm>
            <a:custGeom>
              <a:avLst/>
              <a:gdLst/>
              <a:ahLst/>
              <a:cxnLst/>
              <a:rect l="l" t="t" r="r" b="b"/>
              <a:pathLst>
                <a:path w="23983" h="48173" extrusionOk="0">
                  <a:moveTo>
                    <a:pt x="17782" y="0"/>
                  </a:moveTo>
                  <a:lnTo>
                    <a:pt x="0" y="46718"/>
                  </a:lnTo>
                  <a:cubicBezTo>
                    <a:pt x="1484" y="47661"/>
                    <a:pt x="3278" y="48172"/>
                    <a:pt x="5147" y="48172"/>
                  </a:cubicBezTo>
                  <a:cubicBezTo>
                    <a:pt x="6533" y="48172"/>
                    <a:pt x="7960" y="47891"/>
                    <a:pt x="9332" y="47296"/>
                  </a:cubicBezTo>
                  <a:lnTo>
                    <a:pt x="23983" y="8845"/>
                  </a:lnTo>
                  <a:lnTo>
                    <a:pt x="21551" y="2310"/>
                  </a:lnTo>
                  <a:cubicBezTo>
                    <a:pt x="21186" y="1398"/>
                    <a:pt x="20426" y="699"/>
                    <a:pt x="19484" y="365"/>
                  </a:cubicBezTo>
                  <a:cubicBezTo>
                    <a:pt x="18906" y="183"/>
                    <a:pt x="18359" y="61"/>
                    <a:pt x="1778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4097;p111">
              <a:extLst>
                <a:ext uri="{FF2B5EF4-FFF2-40B4-BE49-F238E27FC236}">
                  <a16:creationId xmlns:a16="http://schemas.microsoft.com/office/drawing/2014/main" id="{C61AB93D-3C9F-F2C9-1C2B-C5B5C1390175}"/>
                </a:ext>
              </a:extLst>
            </p:cNvPr>
            <p:cNvSpPr/>
            <p:nvPr/>
          </p:nvSpPr>
          <p:spPr>
            <a:xfrm>
              <a:off x="602850" y="3262500"/>
              <a:ext cx="433175" cy="934675"/>
            </a:xfrm>
            <a:custGeom>
              <a:avLst/>
              <a:gdLst/>
              <a:ahLst/>
              <a:cxnLst/>
              <a:rect l="l" t="t" r="r" b="b"/>
              <a:pathLst>
                <a:path w="17327" h="37387" extrusionOk="0">
                  <a:moveTo>
                    <a:pt x="17326" y="0"/>
                  </a:moveTo>
                  <a:lnTo>
                    <a:pt x="10913" y="2888"/>
                  </a:lnTo>
                  <a:lnTo>
                    <a:pt x="1" y="31521"/>
                  </a:lnTo>
                  <a:lnTo>
                    <a:pt x="3071" y="37387"/>
                  </a:lnTo>
                  <a:lnTo>
                    <a:pt x="1732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4098;p111">
              <a:extLst>
                <a:ext uri="{FF2B5EF4-FFF2-40B4-BE49-F238E27FC236}">
                  <a16:creationId xmlns:a16="http://schemas.microsoft.com/office/drawing/2014/main" id="{816514C9-621F-437A-687E-A52CFD7D175F}"/>
                </a:ext>
              </a:extLst>
            </p:cNvPr>
            <p:cNvSpPr/>
            <p:nvPr/>
          </p:nvSpPr>
          <p:spPr>
            <a:xfrm>
              <a:off x="1210025" y="3620400"/>
              <a:ext cx="334375" cy="705200"/>
            </a:xfrm>
            <a:custGeom>
              <a:avLst/>
              <a:gdLst/>
              <a:ahLst/>
              <a:cxnLst/>
              <a:rect l="l" t="t" r="r" b="b"/>
              <a:pathLst>
                <a:path w="13375" h="28208" extrusionOk="0">
                  <a:moveTo>
                    <a:pt x="10760" y="1"/>
                  </a:moveTo>
                  <a:lnTo>
                    <a:pt x="0" y="28208"/>
                  </a:lnTo>
                  <a:lnTo>
                    <a:pt x="6414" y="25320"/>
                  </a:lnTo>
                  <a:lnTo>
                    <a:pt x="13374" y="7083"/>
                  </a:lnTo>
                  <a:lnTo>
                    <a:pt x="1076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4099;p111">
              <a:extLst>
                <a:ext uri="{FF2B5EF4-FFF2-40B4-BE49-F238E27FC236}">
                  <a16:creationId xmlns:a16="http://schemas.microsoft.com/office/drawing/2014/main" id="{838D9B44-30E2-4365-D2AA-D0A12C46FA6F}"/>
                </a:ext>
              </a:extLst>
            </p:cNvPr>
            <p:cNvSpPr/>
            <p:nvPr/>
          </p:nvSpPr>
          <p:spPr>
            <a:xfrm>
              <a:off x="901500" y="4572350"/>
              <a:ext cx="276725" cy="168750"/>
            </a:xfrm>
            <a:custGeom>
              <a:avLst/>
              <a:gdLst/>
              <a:ahLst/>
              <a:cxnLst/>
              <a:rect l="l" t="t" r="r" b="b"/>
              <a:pathLst>
                <a:path w="11069" h="6750" extrusionOk="0">
                  <a:moveTo>
                    <a:pt x="7701" y="0"/>
                  </a:moveTo>
                  <a:cubicBezTo>
                    <a:pt x="7499" y="0"/>
                    <a:pt x="7292" y="23"/>
                    <a:pt x="7083" y="69"/>
                  </a:cubicBezTo>
                  <a:lnTo>
                    <a:pt x="1004" y="1437"/>
                  </a:lnTo>
                  <a:cubicBezTo>
                    <a:pt x="365" y="1589"/>
                    <a:pt x="0" y="2288"/>
                    <a:pt x="274" y="2896"/>
                  </a:cubicBezTo>
                  <a:cubicBezTo>
                    <a:pt x="915" y="4358"/>
                    <a:pt x="2379" y="6750"/>
                    <a:pt x="5303" y="6750"/>
                  </a:cubicBezTo>
                  <a:cubicBezTo>
                    <a:pt x="5845" y="6750"/>
                    <a:pt x="6437" y="6668"/>
                    <a:pt x="7083" y="6483"/>
                  </a:cubicBezTo>
                  <a:cubicBezTo>
                    <a:pt x="8754" y="6027"/>
                    <a:pt x="9727" y="4963"/>
                    <a:pt x="10244" y="3808"/>
                  </a:cubicBezTo>
                  <a:cubicBezTo>
                    <a:pt x="11068" y="1966"/>
                    <a:pt x="9606" y="0"/>
                    <a:pt x="77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4100;p111">
              <a:extLst>
                <a:ext uri="{FF2B5EF4-FFF2-40B4-BE49-F238E27FC236}">
                  <a16:creationId xmlns:a16="http://schemas.microsoft.com/office/drawing/2014/main" id="{A27693EB-882B-ECC2-428D-B16F713F9F2B}"/>
                </a:ext>
              </a:extLst>
            </p:cNvPr>
            <p:cNvSpPr/>
            <p:nvPr/>
          </p:nvSpPr>
          <p:spPr>
            <a:xfrm>
              <a:off x="903775" y="4573350"/>
              <a:ext cx="264550" cy="77500"/>
            </a:xfrm>
            <a:custGeom>
              <a:avLst/>
              <a:gdLst/>
              <a:ahLst/>
              <a:cxnLst/>
              <a:rect l="l" t="t" r="r" b="b"/>
              <a:pathLst>
                <a:path w="10582" h="3100" extrusionOk="0">
                  <a:moveTo>
                    <a:pt x="7568" y="1"/>
                  </a:moveTo>
                  <a:cubicBezTo>
                    <a:pt x="7380" y="1"/>
                    <a:pt x="7187" y="20"/>
                    <a:pt x="6992" y="60"/>
                  </a:cubicBezTo>
                  <a:lnTo>
                    <a:pt x="913" y="1427"/>
                  </a:lnTo>
                  <a:cubicBezTo>
                    <a:pt x="365" y="1549"/>
                    <a:pt x="1" y="2126"/>
                    <a:pt x="122" y="2704"/>
                  </a:cubicBezTo>
                  <a:cubicBezTo>
                    <a:pt x="183" y="2339"/>
                    <a:pt x="517" y="2035"/>
                    <a:pt x="882" y="1974"/>
                  </a:cubicBezTo>
                  <a:lnTo>
                    <a:pt x="6961" y="607"/>
                  </a:lnTo>
                  <a:cubicBezTo>
                    <a:pt x="7170" y="558"/>
                    <a:pt x="7376" y="535"/>
                    <a:pt x="7578" y="535"/>
                  </a:cubicBezTo>
                  <a:cubicBezTo>
                    <a:pt x="9028" y="535"/>
                    <a:pt x="10255" y="1712"/>
                    <a:pt x="10335" y="3099"/>
                  </a:cubicBezTo>
                  <a:cubicBezTo>
                    <a:pt x="10581" y="1513"/>
                    <a:pt x="9253" y="1"/>
                    <a:pt x="75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4101;p111">
              <a:extLst>
                <a:ext uri="{FF2B5EF4-FFF2-40B4-BE49-F238E27FC236}">
                  <a16:creationId xmlns:a16="http://schemas.microsoft.com/office/drawing/2014/main" id="{57B1AF93-52DE-199B-4817-2DD32FB1070B}"/>
                </a:ext>
              </a:extLst>
            </p:cNvPr>
            <p:cNvSpPr/>
            <p:nvPr/>
          </p:nvSpPr>
          <p:spPr>
            <a:xfrm>
              <a:off x="1009500" y="4629175"/>
              <a:ext cx="75925" cy="77425"/>
            </a:xfrm>
            <a:custGeom>
              <a:avLst/>
              <a:gdLst/>
              <a:ahLst/>
              <a:cxnLst/>
              <a:rect l="l" t="t" r="r" b="b"/>
              <a:pathLst>
                <a:path w="3037" h="3097" extrusionOk="0">
                  <a:moveTo>
                    <a:pt x="875" y="0"/>
                  </a:moveTo>
                  <a:cubicBezTo>
                    <a:pt x="746" y="0"/>
                    <a:pt x="614" y="88"/>
                    <a:pt x="574" y="228"/>
                  </a:cubicBezTo>
                  <a:lnTo>
                    <a:pt x="27" y="2751"/>
                  </a:lnTo>
                  <a:cubicBezTo>
                    <a:pt x="1" y="2935"/>
                    <a:pt x="134" y="3097"/>
                    <a:pt x="329" y="3097"/>
                  </a:cubicBezTo>
                  <a:cubicBezTo>
                    <a:pt x="359" y="3097"/>
                    <a:pt x="390" y="3093"/>
                    <a:pt x="422" y="3085"/>
                  </a:cubicBezTo>
                  <a:lnTo>
                    <a:pt x="2763" y="2355"/>
                  </a:lnTo>
                  <a:cubicBezTo>
                    <a:pt x="3006" y="2295"/>
                    <a:pt x="3036" y="2021"/>
                    <a:pt x="2884" y="1869"/>
                  </a:cubicBezTo>
                  <a:lnTo>
                    <a:pt x="1060" y="76"/>
                  </a:lnTo>
                  <a:cubicBezTo>
                    <a:pt x="1009" y="24"/>
                    <a:pt x="942" y="0"/>
                    <a:pt x="8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4102;p111">
              <a:extLst>
                <a:ext uri="{FF2B5EF4-FFF2-40B4-BE49-F238E27FC236}">
                  <a16:creationId xmlns:a16="http://schemas.microsoft.com/office/drawing/2014/main" id="{F57E5DBC-EBBE-135C-81B3-C330DB30E980}"/>
                </a:ext>
              </a:extLst>
            </p:cNvPr>
            <p:cNvSpPr/>
            <p:nvPr/>
          </p:nvSpPr>
          <p:spPr>
            <a:xfrm>
              <a:off x="1520800" y="4260525"/>
              <a:ext cx="254600" cy="222700"/>
            </a:xfrm>
            <a:custGeom>
              <a:avLst/>
              <a:gdLst/>
              <a:ahLst/>
              <a:cxnLst/>
              <a:rect l="l" t="t" r="r" b="b"/>
              <a:pathLst>
                <a:path w="10184" h="8908" extrusionOk="0">
                  <a:moveTo>
                    <a:pt x="7433" y="1"/>
                  </a:moveTo>
                  <a:cubicBezTo>
                    <a:pt x="7227" y="1"/>
                    <a:pt x="7019" y="65"/>
                    <a:pt x="6840" y="202"/>
                  </a:cubicBezTo>
                  <a:lnTo>
                    <a:pt x="1764" y="3849"/>
                  </a:lnTo>
                  <a:cubicBezTo>
                    <a:pt x="1" y="5126"/>
                    <a:pt x="335" y="7983"/>
                    <a:pt x="2463" y="8682"/>
                  </a:cubicBezTo>
                  <a:cubicBezTo>
                    <a:pt x="2929" y="8822"/>
                    <a:pt x="3422" y="8908"/>
                    <a:pt x="3937" y="8908"/>
                  </a:cubicBezTo>
                  <a:cubicBezTo>
                    <a:pt x="4765" y="8908"/>
                    <a:pt x="5648" y="8685"/>
                    <a:pt x="6566" y="8104"/>
                  </a:cubicBezTo>
                  <a:cubicBezTo>
                    <a:pt x="10184" y="5794"/>
                    <a:pt x="9211" y="2329"/>
                    <a:pt x="8390" y="627"/>
                  </a:cubicBezTo>
                  <a:cubicBezTo>
                    <a:pt x="8211" y="229"/>
                    <a:pt x="7824" y="1"/>
                    <a:pt x="743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4103;p111">
              <a:extLst>
                <a:ext uri="{FF2B5EF4-FFF2-40B4-BE49-F238E27FC236}">
                  <a16:creationId xmlns:a16="http://schemas.microsoft.com/office/drawing/2014/main" id="{7ACB20D4-C135-2A31-5CD8-B6CCCBCB835F}"/>
                </a:ext>
              </a:extLst>
            </p:cNvPr>
            <p:cNvSpPr/>
            <p:nvPr/>
          </p:nvSpPr>
          <p:spPr>
            <a:xfrm>
              <a:off x="1525375" y="4260525"/>
              <a:ext cx="202900" cy="209450"/>
            </a:xfrm>
            <a:custGeom>
              <a:avLst/>
              <a:gdLst/>
              <a:ahLst/>
              <a:cxnLst/>
              <a:rect l="l" t="t" r="r" b="b"/>
              <a:pathLst>
                <a:path w="8116" h="8378" extrusionOk="0">
                  <a:moveTo>
                    <a:pt x="7292" y="1"/>
                  </a:moveTo>
                  <a:cubicBezTo>
                    <a:pt x="7075" y="1"/>
                    <a:pt x="6854" y="66"/>
                    <a:pt x="6657" y="202"/>
                  </a:cubicBezTo>
                  <a:lnTo>
                    <a:pt x="1581" y="3849"/>
                  </a:lnTo>
                  <a:cubicBezTo>
                    <a:pt x="0" y="4974"/>
                    <a:pt x="92" y="7375"/>
                    <a:pt x="1611" y="8378"/>
                  </a:cubicBezTo>
                  <a:cubicBezTo>
                    <a:pt x="517" y="7223"/>
                    <a:pt x="547" y="5217"/>
                    <a:pt x="2006" y="4183"/>
                  </a:cubicBezTo>
                  <a:lnTo>
                    <a:pt x="7052" y="536"/>
                  </a:lnTo>
                  <a:cubicBezTo>
                    <a:pt x="7273" y="407"/>
                    <a:pt x="7493" y="356"/>
                    <a:pt x="7707" y="356"/>
                  </a:cubicBezTo>
                  <a:cubicBezTo>
                    <a:pt x="7847" y="356"/>
                    <a:pt x="7984" y="378"/>
                    <a:pt x="8116" y="414"/>
                  </a:cubicBezTo>
                  <a:cubicBezTo>
                    <a:pt x="7917" y="143"/>
                    <a:pt x="7610" y="1"/>
                    <a:pt x="72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4104;p111">
              <a:extLst>
                <a:ext uri="{FF2B5EF4-FFF2-40B4-BE49-F238E27FC236}">
                  <a16:creationId xmlns:a16="http://schemas.microsoft.com/office/drawing/2014/main" id="{B54E7E43-EE5A-49C9-93B2-7CD18FA9CEB0}"/>
                </a:ext>
              </a:extLst>
            </p:cNvPr>
            <p:cNvSpPr/>
            <p:nvPr/>
          </p:nvSpPr>
          <p:spPr>
            <a:xfrm>
              <a:off x="1606675" y="4344400"/>
              <a:ext cx="75100" cy="78375"/>
            </a:xfrm>
            <a:custGeom>
              <a:avLst/>
              <a:gdLst/>
              <a:ahLst/>
              <a:cxnLst/>
              <a:rect l="l" t="t" r="r" b="b"/>
              <a:pathLst>
                <a:path w="3004" h="3135" extrusionOk="0">
                  <a:moveTo>
                    <a:pt x="2381" y="1"/>
                  </a:moveTo>
                  <a:cubicBezTo>
                    <a:pt x="2314" y="1"/>
                    <a:pt x="2246" y="21"/>
                    <a:pt x="2189" y="68"/>
                  </a:cubicBezTo>
                  <a:lnTo>
                    <a:pt x="213" y="1679"/>
                  </a:lnTo>
                  <a:cubicBezTo>
                    <a:pt x="1" y="1771"/>
                    <a:pt x="92" y="2075"/>
                    <a:pt x="274" y="2166"/>
                  </a:cubicBezTo>
                  <a:lnTo>
                    <a:pt x="2554" y="3108"/>
                  </a:lnTo>
                  <a:cubicBezTo>
                    <a:pt x="2603" y="3126"/>
                    <a:pt x="2650" y="3135"/>
                    <a:pt x="2694" y="3135"/>
                  </a:cubicBezTo>
                  <a:cubicBezTo>
                    <a:pt x="2872" y="3135"/>
                    <a:pt x="3004" y="2999"/>
                    <a:pt x="2979" y="2804"/>
                  </a:cubicBezTo>
                  <a:lnTo>
                    <a:pt x="2675" y="251"/>
                  </a:lnTo>
                  <a:cubicBezTo>
                    <a:pt x="2675" y="104"/>
                    <a:pt x="2531" y="1"/>
                    <a:pt x="23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4105;p111">
              <a:extLst>
                <a:ext uri="{FF2B5EF4-FFF2-40B4-BE49-F238E27FC236}">
                  <a16:creationId xmlns:a16="http://schemas.microsoft.com/office/drawing/2014/main" id="{F0073882-6B2D-A55C-0EB0-18D230B140E9}"/>
                </a:ext>
              </a:extLst>
            </p:cNvPr>
            <p:cNvSpPr/>
            <p:nvPr/>
          </p:nvSpPr>
          <p:spPr>
            <a:xfrm>
              <a:off x="1328550" y="4607500"/>
              <a:ext cx="297150" cy="407325"/>
            </a:xfrm>
            <a:custGeom>
              <a:avLst/>
              <a:gdLst/>
              <a:ahLst/>
              <a:cxnLst/>
              <a:rect l="l" t="t" r="r" b="b"/>
              <a:pathLst>
                <a:path w="11886" h="16293" extrusionOk="0">
                  <a:moveTo>
                    <a:pt x="5746" y="1"/>
                  </a:moveTo>
                  <a:lnTo>
                    <a:pt x="1" y="2584"/>
                  </a:lnTo>
                  <a:lnTo>
                    <a:pt x="6141" y="16293"/>
                  </a:lnTo>
                  <a:lnTo>
                    <a:pt x="11886" y="13709"/>
                  </a:lnTo>
                  <a:lnTo>
                    <a:pt x="57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4106;p111">
              <a:extLst>
                <a:ext uri="{FF2B5EF4-FFF2-40B4-BE49-F238E27FC236}">
                  <a16:creationId xmlns:a16="http://schemas.microsoft.com/office/drawing/2014/main" id="{C0ECD558-82AD-A80D-6227-7F8694EF1023}"/>
                </a:ext>
              </a:extLst>
            </p:cNvPr>
            <p:cNvSpPr/>
            <p:nvPr/>
          </p:nvSpPr>
          <p:spPr>
            <a:xfrm>
              <a:off x="1328550" y="4607500"/>
              <a:ext cx="158100" cy="95000"/>
            </a:xfrm>
            <a:custGeom>
              <a:avLst/>
              <a:gdLst/>
              <a:ahLst/>
              <a:cxnLst/>
              <a:rect l="l" t="t" r="r" b="b"/>
              <a:pathLst>
                <a:path w="6324" h="3800" extrusionOk="0">
                  <a:moveTo>
                    <a:pt x="5776" y="1"/>
                  </a:moveTo>
                  <a:lnTo>
                    <a:pt x="1" y="2584"/>
                  </a:lnTo>
                  <a:lnTo>
                    <a:pt x="548" y="3800"/>
                  </a:lnTo>
                  <a:lnTo>
                    <a:pt x="6323" y="1216"/>
                  </a:lnTo>
                  <a:lnTo>
                    <a:pt x="5776" y="1"/>
                  </a:lnTo>
                  <a:close/>
                </a:path>
              </a:pathLst>
            </a:custGeom>
            <a:solidFill>
              <a:srgbClr val="E1E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4107;p111">
              <a:extLst>
                <a:ext uri="{FF2B5EF4-FFF2-40B4-BE49-F238E27FC236}">
                  <a16:creationId xmlns:a16="http://schemas.microsoft.com/office/drawing/2014/main" id="{A8201850-82C1-948B-EEE0-50992DA667C9}"/>
                </a:ext>
              </a:extLst>
            </p:cNvPr>
            <p:cNvSpPr/>
            <p:nvPr/>
          </p:nvSpPr>
          <p:spPr>
            <a:xfrm>
              <a:off x="1277650" y="4569500"/>
              <a:ext cx="243950" cy="140600"/>
            </a:xfrm>
            <a:custGeom>
              <a:avLst/>
              <a:gdLst/>
              <a:ahLst/>
              <a:cxnLst/>
              <a:rect l="l" t="t" r="r" b="b"/>
              <a:pathLst>
                <a:path w="9758" h="5624" extrusionOk="0">
                  <a:moveTo>
                    <a:pt x="9089" y="1"/>
                  </a:moveTo>
                  <a:lnTo>
                    <a:pt x="0" y="4074"/>
                  </a:lnTo>
                  <a:lnTo>
                    <a:pt x="669" y="5624"/>
                  </a:lnTo>
                  <a:lnTo>
                    <a:pt x="9757" y="1551"/>
                  </a:lnTo>
                  <a:lnTo>
                    <a:pt x="90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4108;p111">
              <a:extLst>
                <a:ext uri="{FF2B5EF4-FFF2-40B4-BE49-F238E27FC236}">
                  <a16:creationId xmlns:a16="http://schemas.microsoft.com/office/drawing/2014/main" id="{B6515CE1-D8D3-4187-3C85-64F6433E94E0}"/>
                </a:ext>
              </a:extLst>
            </p:cNvPr>
            <p:cNvSpPr/>
            <p:nvPr/>
          </p:nvSpPr>
          <p:spPr>
            <a:xfrm>
              <a:off x="1497250" y="4883350"/>
              <a:ext cx="70700" cy="105650"/>
            </a:xfrm>
            <a:custGeom>
              <a:avLst/>
              <a:gdLst/>
              <a:ahLst/>
              <a:cxnLst/>
              <a:rect l="l" t="t" r="r" b="b"/>
              <a:pathLst>
                <a:path w="2828" h="4226" extrusionOk="0">
                  <a:moveTo>
                    <a:pt x="1186" y="0"/>
                  </a:moveTo>
                  <a:lnTo>
                    <a:pt x="1" y="547"/>
                  </a:lnTo>
                  <a:lnTo>
                    <a:pt x="1672" y="4225"/>
                  </a:lnTo>
                  <a:lnTo>
                    <a:pt x="2827" y="3678"/>
                  </a:lnTo>
                  <a:lnTo>
                    <a:pt x="118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4109;p111">
              <a:extLst>
                <a:ext uri="{FF2B5EF4-FFF2-40B4-BE49-F238E27FC236}">
                  <a16:creationId xmlns:a16="http://schemas.microsoft.com/office/drawing/2014/main" id="{657C14B1-4A11-C41D-3A14-E42001801062}"/>
                </a:ext>
              </a:extLst>
            </p:cNvPr>
            <p:cNvSpPr/>
            <p:nvPr/>
          </p:nvSpPr>
          <p:spPr>
            <a:xfrm>
              <a:off x="1191775" y="2981300"/>
              <a:ext cx="804000" cy="2032775"/>
            </a:xfrm>
            <a:custGeom>
              <a:avLst/>
              <a:gdLst/>
              <a:ahLst/>
              <a:cxnLst/>
              <a:rect l="l" t="t" r="r" b="b"/>
              <a:pathLst>
                <a:path w="32160" h="81311" extrusionOk="0">
                  <a:moveTo>
                    <a:pt x="2857" y="0"/>
                  </a:moveTo>
                  <a:cubicBezTo>
                    <a:pt x="1900" y="0"/>
                    <a:pt x="945" y="72"/>
                    <a:pt x="1" y="215"/>
                  </a:cubicBezTo>
                  <a:cubicBezTo>
                    <a:pt x="1338" y="397"/>
                    <a:pt x="2675" y="792"/>
                    <a:pt x="3952" y="1279"/>
                  </a:cubicBezTo>
                  <a:cubicBezTo>
                    <a:pt x="6536" y="2282"/>
                    <a:pt x="8542" y="4318"/>
                    <a:pt x="9514" y="6902"/>
                  </a:cubicBezTo>
                  <a:lnTo>
                    <a:pt x="23193" y="43012"/>
                  </a:lnTo>
                  <a:cubicBezTo>
                    <a:pt x="26445" y="51583"/>
                    <a:pt x="22433" y="61219"/>
                    <a:pt x="14074" y="64957"/>
                  </a:cubicBezTo>
                  <a:lnTo>
                    <a:pt x="6870" y="68210"/>
                  </a:lnTo>
                  <a:lnTo>
                    <a:pt x="11642" y="78757"/>
                  </a:lnTo>
                  <a:lnTo>
                    <a:pt x="10670" y="79182"/>
                  </a:lnTo>
                  <a:lnTo>
                    <a:pt x="11642" y="81310"/>
                  </a:lnTo>
                  <a:lnTo>
                    <a:pt x="13922" y="80277"/>
                  </a:lnTo>
                  <a:lnTo>
                    <a:pt x="15077" y="79760"/>
                  </a:lnTo>
                  <a:lnTo>
                    <a:pt x="17357" y="78727"/>
                  </a:lnTo>
                  <a:lnTo>
                    <a:pt x="12615" y="68149"/>
                  </a:lnTo>
                  <a:lnTo>
                    <a:pt x="19788" y="64927"/>
                  </a:lnTo>
                  <a:cubicBezTo>
                    <a:pt x="28147" y="61219"/>
                    <a:pt x="32159" y="51553"/>
                    <a:pt x="28907" y="43012"/>
                  </a:cubicBezTo>
                  <a:lnTo>
                    <a:pt x="15229" y="6902"/>
                  </a:lnTo>
                  <a:cubicBezTo>
                    <a:pt x="14256" y="4318"/>
                    <a:pt x="12250" y="2312"/>
                    <a:pt x="9697" y="1279"/>
                  </a:cubicBezTo>
                  <a:cubicBezTo>
                    <a:pt x="7484" y="419"/>
                    <a:pt x="5164" y="0"/>
                    <a:pt x="2857"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4110;p111">
              <a:extLst>
                <a:ext uri="{FF2B5EF4-FFF2-40B4-BE49-F238E27FC236}">
                  <a16:creationId xmlns:a16="http://schemas.microsoft.com/office/drawing/2014/main" id="{F32CE23D-9F08-C136-BFEB-2BA2DC7769B7}"/>
                </a:ext>
              </a:extLst>
            </p:cNvPr>
            <p:cNvSpPr/>
            <p:nvPr/>
          </p:nvSpPr>
          <p:spPr>
            <a:xfrm>
              <a:off x="241900" y="3467075"/>
              <a:ext cx="310075" cy="639800"/>
            </a:xfrm>
            <a:custGeom>
              <a:avLst/>
              <a:gdLst/>
              <a:ahLst/>
              <a:cxnLst/>
              <a:rect l="l" t="t" r="r" b="b"/>
              <a:pathLst>
                <a:path w="12403" h="25592" extrusionOk="0">
                  <a:moveTo>
                    <a:pt x="7256" y="1"/>
                  </a:moveTo>
                  <a:cubicBezTo>
                    <a:pt x="5923" y="1"/>
                    <a:pt x="4591" y="366"/>
                    <a:pt x="3466" y="1088"/>
                  </a:cubicBezTo>
                  <a:cubicBezTo>
                    <a:pt x="1247" y="2456"/>
                    <a:pt x="1" y="4796"/>
                    <a:pt x="1" y="7228"/>
                  </a:cubicBezTo>
                  <a:cubicBezTo>
                    <a:pt x="1" y="8565"/>
                    <a:pt x="335" y="9903"/>
                    <a:pt x="1095" y="11119"/>
                  </a:cubicBezTo>
                  <a:cubicBezTo>
                    <a:pt x="2281" y="13064"/>
                    <a:pt x="3496" y="14948"/>
                    <a:pt x="4682" y="16894"/>
                  </a:cubicBezTo>
                  <a:cubicBezTo>
                    <a:pt x="5776" y="18626"/>
                    <a:pt x="6840" y="20389"/>
                    <a:pt x="7934" y="22122"/>
                  </a:cubicBezTo>
                  <a:cubicBezTo>
                    <a:pt x="8512" y="23034"/>
                    <a:pt x="8907" y="24097"/>
                    <a:pt x="9606" y="24949"/>
                  </a:cubicBezTo>
                  <a:cubicBezTo>
                    <a:pt x="9971" y="25313"/>
                    <a:pt x="10427" y="25556"/>
                    <a:pt x="10883" y="25587"/>
                  </a:cubicBezTo>
                  <a:cubicBezTo>
                    <a:pt x="10928" y="25590"/>
                    <a:pt x="10972" y="25592"/>
                    <a:pt x="11014" y="25592"/>
                  </a:cubicBezTo>
                  <a:cubicBezTo>
                    <a:pt x="12094" y="25592"/>
                    <a:pt x="12041" y="24489"/>
                    <a:pt x="12129" y="23611"/>
                  </a:cubicBezTo>
                  <a:cubicBezTo>
                    <a:pt x="12342" y="20693"/>
                    <a:pt x="11612" y="17806"/>
                    <a:pt x="11065" y="14948"/>
                  </a:cubicBezTo>
                  <a:cubicBezTo>
                    <a:pt x="10487" y="12061"/>
                    <a:pt x="10092" y="9021"/>
                    <a:pt x="11095" y="6286"/>
                  </a:cubicBezTo>
                  <a:cubicBezTo>
                    <a:pt x="11430" y="5313"/>
                    <a:pt x="11916" y="4401"/>
                    <a:pt x="12068" y="3368"/>
                  </a:cubicBezTo>
                  <a:cubicBezTo>
                    <a:pt x="12402" y="1149"/>
                    <a:pt x="10700" y="632"/>
                    <a:pt x="8968" y="207"/>
                  </a:cubicBezTo>
                  <a:cubicBezTo>
                    <a:pt x="8408" y="69"/>
                    <a:pt x="7832" y="1"/>
                    <a:pt x="7256" y="1"/>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53" name="Google Shape;4111;p111">
            <a:extLst>
              <a:ext uri="{FF2B5EF4-FFF2-40B4-BE49-F238E27FC236}">
                <a16:creationId xmlns:a16="http://schemas.microsoft.com/office/drawing/2014/main" id="{B2BC4E70-0BD3-18B7-C55A-62FC0DC5F74E}"/>
              </a:ext>
            </a:extLst>
          </p:cNvPr>
          <p:cNvGrpSpPr/>
          <p:nvPr/>
        </p:nvGrpSpPr>
        <p:grpSpPr>
          <a:xfrm rot="1315225">
            <a:off x="222719" y="1638718"/>
            <a:ext cx="478752" cy="787831"/>
            <a:chOff x="542075" y="738125"/>
            <a:chExt cx="939274" cy="1676775"/>
          </a:xfrm>
        </p:grpSpPr>
        <p:sp>
          <p:nvSpPr>
            <p:cNvPr id="2354" name="Google Shape;4112;p111">
              <a:extLst>
                <a:ext uri="{FF2B5EF4-FFF2-40B4-BE49-F238E27FC236}">
                  <a16:creationId xmlns:a16="http://schemas.microsoft.com/office/drawing/2014/main" id="{7CF79249-9F98-C72A-103F-651129825F55}"/>
                </a:ext>
              </a:extLst>
            </p:cNvPr>
            <p:cNvSpPr/>
            <p:nvPr/>
          </p:nvSpPr>
          <p:spPr>
            <a:xfrm>
              <a:off x="665925" y="738125"/>
              <a:ext cx="815400" cy="1480300"/>
            </a:xfrm>
            <a:custGeom>
              <a:avLst/>
              <a:gdLst/>
              <a:ahLst/>
              <a:cxnLst/>
              <a:rect l="l" t="t" r="r" b="b"/>
              <a:pathLst>
                <a:path w="32616" h="59212" extrusionOk="0">
                  <a:moveTo>
                    <a:pt x="25113" y="1"/>
                  </a:moveTo>
                  <a:cubicBezTo>
                    <a:pt x="22982" y="1"/>
                    <a:pt x="20962" y="1277"/>
                    <a:pt x="20123" y="3375"/>
                  </a:cubicBezTo>
                  <a:lnTo>
                    <a:pt x="1" y="54744"/>
                  </a:lnTo>
                  <a:lnTo>
                    <a:pt x="11399" y="59212"/>
                  </a:lnTo>
                  <a:lnTo>
                    <a:pt x="31552" y="7813"/>
                  </a:lnTo>
                  <a:cubicBezTo>
                    <a:pt x="32615" y="5077"/>
                    <a:pt x="31308" y="2038"/>
                    <a:pt x="28603" y="974"/>
                  </a:cubicBezTo>
                  <a:lnTo>
                    <a:pt x="27053" y="366"/>
                  </a:lnTo>
                  <a:cubicBezTo>
                    <a:pt x="26416" y="118"/>
                    <a:pt x="25759" y="1"/>
                    <a:pt x="251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4113;p111">
              <a:extLst>
                <a:ext uri="{FF2B5EF4-FFF2-40B4-BE49-F238E27FC236}">
                  <a16:creationId xmlns:a16="http://schemas.microsoft.com/office/drawing/2014/main" id="{6359E39C-0875-A3FA-1EF4-9C71A59F39E7}"/>
                </a:ext>
              </a:extLst>
            </p:cNvPr>
            <p:cNvSpPr/>
            <p:nvPr/>
          </p:nvSpPr>
          <p:spPr>
            <a:xfrm>
              <a:off x="665925" y="743175"/>
              <a:ext cx="808550" cy="1475250"/>
            </a:xfrm>
            <a:custGeom>
              <a:avLst/>
              <a:gdLst/>
              <a:ahLst/>
              <a:cxnLst/>
              <a:rect l="l" t="t" r="r" b="b"/>
              <a:pathLst>
                <a:path w="32342" h="59010" extrusionOk="0">
                  <a:moveTo>
                    <a:pt x="25528" y="0"/>
                  </a:moveTo>
                  <a:cubicBezTo>
                    <a:pt x="24253" y="0"/>
                    <a:pt x="23006" y="407"/>
                    <a:pt x="21977" y="1137"/>
                  </a:cubicBezTo>
                  <a:cubicBezTo>
                    <a:pt x="23132" y="1137"/>
                    <a:pt x="24257" y="1471"/>
                    <a:pt x="25320" y="2200"/>
                  </a:cubicBezTo>
                  <a:cubicBezTo>
                    <a:pt x="27722" y="3842"/>
                    <a:pt x="28573" y="6942"/>
                    <a:pt x="27509" y="9647"/>
                  </a:cubicBezTo>
                  <a:lnTo>
                    <a:pt x="13436" y="45575"/>
                  </a:lnTo>
                  <a:cubicBezTo>
                    <a:pt x="13160" y="46286"/>
                    <a:pt x="12486" y="46721"/>
                    <a:pt x="11780" y="46721"/>
                  </a:cubicBezTo>
                  <a:cubicBezTo>
                    <a:pt x="11551" y="46721"/>
                    <a:pt x="11319" y="46675"/>
                    <a:pt x="11095" y="46578"/>
                  </a:cubicBezTo>
                  <a:lnTo>
                    <a:pt x="4165" y="43873"/>
                  </a:lnTo>
                  <a:lnTo>
                    <a:pt x="1" y="54542"/>
                  </a:lnTo>
                  <a:lnTo>
                    <a:pt x="8603" y="57916"/>
                  </a:lnTo>
                  <a:lnTo>
                    <a:pt x="11399" y="59010"/>
                  </a:lnTo>
                  <a:lnTo>
                    <a:pt x="15563" y="48371"/>
                  </a:lnTo>
                  <a:lnTo>
                    <a:pt x="31156" y="8553"/>
                  </a:lnTo>
                  <a:cubicBezTo>
                    <a:pt x="32342" y="5422"/>
                    <a:pt x="31004" y="1836"/>
                    <a:pt x="27904" y="498"/>
                  </a:cubicBezTo>
                  <a:cubicBezTo>
                    <a:pt x="27132" y="159"/>
                    <a:pt x="26325" y="0"/>
                    <a:pt x="25528"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4114;p111">
              <a:extLst>
                <a:ext uri="{FF2B5EF4-FFF2-40B4-BE49-F238E27FC236}">
                  <a16:creationId xmlns:a16="http://schemas.microsoft.com/office/drawing/2014/main" id="{293543F7-F4F8-53EF-4ABC-7B4415F8A80D}"/>
                </a:ext>
              </a:extLst>
            </p:cNvPr>
            <p:cNvSpPr/>
            <p:nvPr/>
          </p:nvSpPr>
          <p:spPr>
            <a:xfrm>
              <a:off x="839196" y="738130"/>
              <a:ext cx="642153" cy="1038815"/>
            </a:xfrm>
            <a:custGeom>
              <a:avLst/>
              <a:gdLst/>
              <a:ahLst/>
              <a:cxnLst/>
              <a:rect l="l" t="t" r="r" b="b"/>
              <a:pathLst>
                <a:path w="25594" h="41313" extrusionOk="0">
                  <a:moveTo>
                    <a:pt x="18610" y="0"/>
                  </a:moveTo>
                  <a:cubicBezTo>
                    <a:pt x="16169" y="0"/>
                    <a:pt x="13849" y="1476"/>
                    <a:pt x="12918" y="3896"/>
                  </a:cubicBezTo>
                  <a:lnTo>
                    <a:pt x="0" y="36814"/>
                  </a:lnTo>
                  <a:lnTo>
                    <a:pt x="11398" y="41313"/>
                  </a:lnTo>
                  <a:lnTo>
                    <a:pt x="24317" y="8364"/>
                  </a:lnTo>
                  <a:cubicBezTo>
                    <a:pt x="25593" y="5203"/>
                    <a:pt x="24013" y="1647"/>
                    <a:pt x="20851" y="431"/>
                  </a:cubicBezTo>
                  <a:cubicBezTo>
                    <a:pt x="20117" y="139"/>
                    <a:pt x="19358" y="0"/>
                    <a:pt x="186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4115;p111">
              <a:extLst>
                <a:ext uri="{FF2B5EF4-FFF2-40B4-BE49-F238E27FC236}">
                  <a16:creationId xmlns:a16="http://schemas.microsoft.com/office/drawing/2014/main" id="{BEB9ABAD-83A5-888B-0EB7-0BBD1A9FD681}"/>
                </a:ext>
              </a:extLst>
            </p:cNvPr>
            <p:cNvSpPr/>
            <p:nvPr/>
          </p:nvSpPr>
          <p:spPr>
            <a:xfrm>
              <a:off x="1054988" y="739010"/>
              <a:ext cx="426354" cy="1038715"/>
            </a:xfrm>
            <a:custGeom>
              <a:avLst/>
              <a:gdLst/>
              <a:ahLst/>
              <a:cxnLst/>
              <a:rect l="l" t="t" r="r" b="b"/>
              <a:pathLst>
                <a:path w="16993" h="41309" extrusionOk="0">
                  <a:moveTo>
                    <a:pt x="9940" y="1"/>
                  </a:moveTo>
                  <a:cubicBezTo>
                    <a:pt x="9697" y="1"/>
                    <a:pt x="9454" y="1"/>
                    <a:pt x="9241" y="62"/>
                  </a:cubicBezTo>
                  <a:cubicBezTo>
                    <a:pt x="8998" y="62"/>
                    <a:pt x="8785" y="122"/>
                    <a:pt x="8542" y="153"/>
                  </a:cubicBezTo>
                  <a:cubicBezTo>
                    <a:pt x="8481" y="153"/>
                    <a:pt x="8421" y="214"/>
                    <a:pt x="8390" y="214"/>
                  </a:cubicBezTo>
                  <a:cubicBezTo>
                    <a:pt x="8208" y="274"/>
                    <a:pt x="8056" y="305"/>
                    <a:pt x="7873" y="396"/>
                  </a:cubicBezTo>
                  <a:cubicBezTo>
                    <a:pt x="7813" y="396"/>
                    <a:pt x="7782" y="426"/>
                    <a:pt x="7752" y="426"/>
                  </a:cubicBezTo>
                  <a:cubicBezTo>
                    <a:pt x="7570" y="518"/>
                    <a:pt x="7326" y="578"/>
                    <a:pt x="7144" y="700"/>
                  </a:cubicBezTo>
                  <a:cubicBezTo>
                    <a:pt x="6901" y="821"/>
                    <a:pt x="6688" y="913"/>
                    <a:pt x="6506" y="1065"/>
                  </a:cubicBezTo>
                  <a:cubicBezTo>
                    <a:pt x="7174" y="1065"/>
                    <a:pt x="7904" y="1217"/>
                    <a:pt x="8573" y="1490"/>
                  </a:cubicBezTo>
                  <a:cubicBezTo>
                    <a:pt x="11734" y="2736"/>
                    <a:pt x="13254" y="6293"/>
                    <a:pt x="12038" y="9423"/>
                  </a:cubicBezTo>
                  <a:lnTo>
                    <a:pt x="1" y="40214"/>
                  </a:lnTo>
                  <a:lnTo>
                    <a:pt x="2797" y="41308"/>
                  </a:lnTo>
                  <a:lnTo>
                    <a:pt x="15716" y="8360"/>
                  </a:lnTo>
                  <a:cubicBezTo>
                    <a:pt x="16992" y="5229"/>
                    <a:pt x="15412" y="1642"/>
                    <a:pt x="12281" y="426"/>
                  </a:cubicBezTo>
                  <a:cubicBezTo>
                    <a:pt x="12038" y="305"/>
                    <a:pt x="11825" y="274"/>
                    <a:pt x="11582" y="214"/>
                  </a:cubicBezTo>
                  <a:cubicBezTo>
                    <a:pt x="11521" y="214"/>
                    <a:pt x="11430" y="153"/>
                    <a:pt x="11369" y="153"/>
                  </a:cubicBezTo>
                  <a:cubicBezTo>
                    <a:pt x="11217" y="122"/>
                    <a:pt x="11004" y="122"/>
                    <a:pt x="10852" y="92"/>
                  </a:cubicBezTo>
                  <a:cubicBezTo>
                    <a:pt x="10791" y="62"/>
                    <a:pt x="10700" y="62"/>
                    <a:pt x="10639" y="62"/>
                  </a:cubicBezTo>
                  <a:cubicBezTo>
                    <a:pt x="10457" y="1"/>
                    <a:pt x="10305" y="1"/>
                    <a:pt x="100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4116;p111">
              <a:extLst>
                <a:ext uri="{FF2B5EF4-FFF2-40B4-BE49-F238E27FC236}">
                  <a16:creationId xmlns:a16="http://schemas.microsoft.com/office/drawing/2014/main" id="{4550B242-C9B1-2881-CBF9-37DABDE0A0F1}"/>
                </a:ext>
              </a:extLst>
            </p:cNvPr>
            <p:cNvSpPr/>
            <p:nvPr/>
          </p:nvSpPr>
          <p:spPr>
            <a:xfrm>
              <a:off x="808025" y="959275"/>
              <a:ext cx="379225" cy="955200"/>
            </a:xfrm>
            <a:custGeom>
              <a:avLst/>
              <a:gdLst/>
              <a:ahLst/>
              <a:cxnLst/>
              <a:rect l="l" t="t" r="r" b="b"/>
              <a:pathLst>
                <a:path w="15169" h="38208" extrusionOk="0">
                  <a:moveTo>
                    <a:pt x="15168" y="0"/>
                  </a:moveTo>
                  <a:lnTo>
                    <a:pt x="15168" y="0"/>
                  </a:lnTo>
                  <a:cubicBezTo>
                    <a:pt x="13618" y="3070"/>
                    <a:pt x="12189" y="6171"/>
                    <a:pt x="10822" y="9332"/>
                  </a:cubicBezTo>
                  <a:cubicBezTo>
                    <a:pt x="10153" y="10943"/>
                    <a:pt x="9515" y="12493"/>
                    <a:pt x="8816" y="14074"/>
                  </a:cubicBezTo>
                  <a:lnTo>
                    <a:pt x="6870" y="18846"/>
                  </a:lnTo>
                  <a:lnTo>
                    <a:pt x="5016" y="23618"/>
                  </a:lnTo>
                  <a:cubicBezTo>
                    <a:pt x="4408" y="25229"/>
                    <a:pt x="3800" y="26809"/>
                    <a:pt x="3223" y="28451"/>
                  </a:cubicBezTo>
                  <a:cubicBezTo>
                    <a:pt x="2098" y="31673"/>
                    <a:pt x="1004" y="34894"/>
                    <a:pt x="1" y="38208"/>
                  </a:cubicBezTo>
                  <a:cubicBezTo>
                    <a:pt x="1551" y="35138"/>
                    <a:pt x="2980" y="32007"/>
                    <a:pt x="4347" y="28815"/>
                  </a:cubicBezTo>
                  <a:cubicBezTo>
                    <a:pt x="5016" y="27235"/>
                    <a:pt x="5654" y="25685"/>
                    <a:pt x="6353" y="24074"/>
                  </a:cubicBezTo>
                  <a:lnTo>
                    <a:pt x="8299" y="19332"/>
                  </a:lnTo>
                  <a:lnTo>
                    <a:pt x="10153" y="14529"/>
                  </a:lnTo>
                  <a:cubicBezTo>
                    <a:pt x="10761" y="12949"/>
                    <a:pt x="11369" y="11338"/>
                    <a:pt x="11946" y="9727"/>
                  </a:cubicBezTo>
                  <a:cubicBezTo>
                    <a:pt x="13071" y="6475"/>
                    <a:pt x="14226" y="3253"/>
                    <a:pt x="15168"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4117;p111">
              <a:extLst>
                <a:ext uri="{FF2B5EF4-FFF2-40B4-BE49-F238E27FC236}">
                  <a16:creationId xmlns:a16="http://schemas.microsoft.com/office/drawing/2014/main" id="{D4137BEB-01F2-F470-2A21-0B315E5CC217}"/>
                </a:ext>
              </a:extLst>
            </p:cNvPr>
            <p:cNvSpPr/>
            <p:nvPr/>
          </p:nvSpPr>
          <p:spPr>
            <a:xfrm>
              <a:off x="542075" y="1894600"/>
              <a:ext cx="535750" cy="520300"/>
            </a:xfrm>
            <a:custGeom>
              <a:avLst/>
              <a:gdLst/>
              <a:ahLst/>
              <a:cxnLst/>
              <a:rect l="l" t="t" r="r" b="b"/>
              <a:pathLst>
                <a:path w="21430" h="20812" extrusionOk="0">
                  <a:moveTo>
                    <a:pt x="6320" y="0"/>
                  </a:moveTo>
                  <a:cubicBezTo>
                    <a:pt x="5960" y="0"/>
                    <a:pt x="5610" y="212"/>
                    <a:pt x="5472" y="582"/>
                  </a:cubicBezTo>
                  <a:lnTo>
                    <a:pt x="183" y="14047"/>
                  </a:lnTo>
                  <a:cubicBezTo>
                    <a:pt x="0" y="14503"/>
                    <a:pt x="243" y="15050"/>
                    <a:pt x="669" y="15232"/>
                  </a:cubicBezTo>
                  <a:lnTo>
                    <a:pt x="14773" y="20734"/>
                  </a:lnTo>
                  <a:cubicBezTo>
                    <a:pt x="14887" y="20787"/>
                    <a:pt x="15006" y="20812"/>
                    <a:pt x="15125" y="20812"/>
                  </a:cubicBezTo>
                  <a:cubicBezTo>
                    <a:pt x="15479" y="20812"/>
                    <a:pt x="15821" y="20590"/>
                    <a:pt x="15958" y="20248"/>
                  </a:cubicBezTo>
                  <a:lnTo>
                    <a:pt x="21247" y="6752"/>
                  </a:lnTo>
                  <a:cubicBezTo>
                    <a:pt x="21429" y="6296"/>
                    <a:pt x="21216" y="5779"/>
                    <a:pt x="20761" y="5597"/>
                  </a:cubicBezTo>
                  <a:lnTo>
                    <a:pt x="6657" y="65"/>
                  </a:lnTo>
                  <a:cubicBezTo>
                    <a:pt x="6548" y="21"/>
                    <a:pt x="6433" y="0"/>
                    <a:pt x="63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4118;p111">
              <a:extLst>
                <a:ext uri="{FF2B5EF4-FFF2-40B4-BE49-F238E27FC236}">
                  <a16:creationId xmlns:a16="http://schemas.microsoft.com/office/drawing/2014/main" id="{A51AF310-09E6-5AAD-B299-7F6785E6A8F5}"/>
                </a:ext>
              </a:extLst>
            </p:cNvPr>
            <p:cNvSpPr/>
            <p:nvPr/>
          </p:nvSpPr>
          <p:spPr>
            <a:xfrm>
              <a:off x="672000" y="1896950"/>
              <a:ext cx="403550" cy="515825"/>
            </a:xfrm>
            <a:custGeom>
              <a:avLst/>
              <a:gdLst/>
              <a:ahLst/>
              <a:cxnLst/>
              <a:rect l="l" t="t" r="r" b="b"/>
              <a:pathLst>
                <a:path w="16142" h="20633" extrusionOk="0">
                  <a:moveTo>
                    <a:pt x="1314" y="0"/>
                  </a:moveTo>
                  <a:cubicBezTo>
                    <a:pt x="813" y="0"/>
                    <a:pt x="333" y="324"/>
                    <a:pt x="123" y="792"/>
                  </a:cubicBezTo>
                  <a:lnTo>
                    <a:pt x="1" y="1126"/>
                  </a:lnTo>
                  <a:lnTo>
                    <a:pt x="8025" y="4287"/>
                  </a:lnTo>
                  <a:cubicBezTo>
                    <a:pt x="8633" y="4530"/>
                    <a:pt x="8968" y="5230"/>
                    <a:pt x="8694" y="5868"/>
                  </a:cubicBezTo>
                  <a:lnTo>
                    <a:pt x="3800" y="18421"/>
                  </a:lnTo>
                  <a:lnTo>
                    <a:pt x="9241" y="20549"/>
                  </a:lnTo>
                  <a:cubicBezTo>
                    <a:pt x="9383" y="20606"/>
                    <a:pt x="9531" y="20632"/>
                    <a:pt x="9678" y="20632"/>
                  </a:cubicBezTo>
                  <a:cubicBezTo>
                    <a:pt x="10162" y="20632"/>
                    <a:pt x="10635" y="20340"/>
                    <a:pt x="10822" y="19850"/>
                  </a:cubicBezTo>
                  <a:lnTo>
                    <a:pt x="15898" y="6962"/>
                  </a:lnTo>
                  <a:cubicBezTo>
                    <a:pt x="16141" y="6354"/>
                    <a:pt x="15868" y="5655"/>
                    <a:pt x="15199" y="5382"/>
                  </a:cubicBezTo>
                  <a:lnTo>
                    <a:pt x="1764" y="93"/>
                  </a:lnTo>
                  <a:cubicBezTo>
                    <a:pt x="1617" y="30"/>
                    <a:pt x="1464" y="0"/>
                    <a:pt x="13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4119;p111">
              <a:extLst>
                <a:ext uri="{FF2B5EF4-FFF2-40B4-BE49-F238E27FC236}">
                  <a16:creationId xmlns:a16="http://schemas.microsoft.com/office/drawing/2014/main" id="{33202DC9-FCC9-D9D9-58DA-9BDB6A463593}"/>
                </a:ext>
              </a:extLst>
            </p:cNvPr>
            <p:cNvSpPr/>
            <p:nvPr/>
          </p:nvSpPr>
          <p:spPr>
            <a:xfrm>
              <a:off x="577775" y="1920700"/>
              <a:ext cx="143650" cy="342750"/>
            </a:xfrm>
            <a:custGeom>
              <a:avLst/>
              <a:gdLst/>
              <a:ahLst/>
              <a:cxnLst/>
              <a:rect l="l" t="t" r="r" b="b"/>
              <a:pathLst>
                <a:path w="5746" h="13710" extrusionOk="0">
                  <a:moveTo>
                    <a:pt x="5448" y="1"/>
                  </a:moveTo>
                  <a:cubicBezTo>
                    <a:pt x="5341" y="1"/>
                    <a:pt x="5251" y="63"/>
                    <a:pt x="5229" y="176"/>
                  </a:cubicBezTo>
                  <a:lnTo>
                    <a:pt x="62" y="13368"/>
                  </a:lnTo>
                  <a:cubicBezTo>
                    <a:pt x="1" y="13520"/>
                    <a:pt x="62" y="13672"/>
                    <a:pt x="214" y="13702"/>
                  </a:cubicBezTo>
                  <a:cubicBezTo>
                    <a:pt x="235" y="13707"/>
                    <a:pt x="256" y="13710"/>
                    <a:pt x="278" y="13710"/>
                  </a:cubicBezTo>
                  <a:cubicBezTo>
                    <a:pt x="385" y="13710"/>
                    <a:pt x="498" y="13651"/>
                    <a:pt x="548" y="13550"/>
                  </a:cubicBezTo>
                  <a:lnTo>
                    <a:pt x="5715" y="359"/>
                  </a:lnTo>
                  <a:cubicBezTo>
                    <a:pt x="5746" y="207"/>
                    <a:pt x="5715" y="55"/>
                    <a:pt x="5563" y="24"/>
                  </a:cubicBezTo>
                  <a:cubicBezTo>
                    <a:pt x="5524" y="8"/>
                    <a:pt x="5485" y="1"/>
                    <a:pt x="544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4120;p111">
              <a:extLst>
                <a:ext uri="{FF2B5EF4-FFF2-40B4-BE49-F238E27FC236}">
                  <a16:creationId xmlns:a16="http://schemas.microsoft.com/office/drawing/2014/main" id="{AD2A4358-534F-73AC-F664-D4A4A94B462B}"/>
                </a:ext>
              </a:extLst>
            </p:cNvPr>
            <p:cNvSpPr/>
            <p:nvPr/>
          </p:nvSpPr>
          <p:spPr>
            <a:xfrm>
              <a:off x="641625" y="1945350"/>
              <a:ext cx="143625" cy="342825"/>
            </a:xfrm>
            <a:custGeom>
              <a:avLst/>
              <a:gdLst/>
              <a:ahLst/>
              <a:cxnLst/>
              <a:rect l="l" t="t" r="r" b="b"/>
              <a:pathLst>
                <a:path w="5745" h="13713" extrusionOk="0">
                  <a:moveTo>
                    <a:pt x="5461" y="0"/>
                  </a:moveTo>
                  <a:cubicBezTo>
                    <a:pt x="5348" y="0"/>
                    <a:pt x="5252" y="45"/>
                    <a:pt x="5228" y="163"/>
                  </a:cubicBezTo>
                  <a:lnTo>
                    <a:pt x="61" y="13354"/>
                  </a:lnTo>
                  <a:cubicBezTo>
                    <a:pt x="0" y="13506"/>
                    <a:pt x="61" y="13658"/>
                    <a:pt x="213" y="13689"/>
                  </a:cubicBezTo>
                  <a:cubicBezTo>
                    <a:pt x="252" y="13705"/>
                    <a:pt x="291" y="13712"/>
                    <a:pt x="329" y="13712"/>
                  </a:cubicBezTo>
                  <a:cubicBezTo>
                    <a:pt x="435" y="13712"/>
                    <a:pt x="525" y="13650"/>
                    <a:pt x="547" y="13537"/>
                  </a:cubicBezTo>
                  <a:lnTo>
                    <a:pt x="5715" y="345"/>
                  </a:lnTo>
                  <a:cubicBezTo>
                    <a:pt x="5745" y="193"/>
                    <a:pt x="5715" y="41"/>
                    <a:pt x="5563" y="11"/>
                  </a:cubicBezTo>
                  <a:cubicBezTo>
                    <a:pt x="5528" y="4"/>
                    <a:pt x="5494" y="0"/>
                    <a:pt x="54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4121;p111">
              <a:extLst>
                <a:ext uri="{FF2B5EF4-FFF2-40B4-BE49-F238E27FC236}">
                  <a16:creationId xmlns:a16="http://schemas.microsoft.com/office/drawing/2014/main" id="{DC002408-1858-F390-AEB3-78AAE8BCA95A}"/>
                </a:ext>
              </a:extLst>
            </p:cNvPr>
            <p:cNvSpPr/>
            <p:nvPr/>
          </p:nvSpPr>
          <p:spPr>
            <a:xfrm>
              <a:off x="706200" y="1971175"/>
              <a:ext cx="143650" cy="342075"/>
            </a:xfrm>
            <a:custGeom>
              <a:avLst/>
              <a:gdLst/>
              <a:ahLst/>
              <a:cxnLst/>
              <a:rect l="l" t="t" r="r" b="b"/>
              <a:pathLst>
                <a:path w="5746" h="13683" extrusionOk="0">
                  <a:moveTo>
                    <a:pt x="5462" y="1"/>
                  </a:moveTo>
                  <a:cubicBezTo>
                    <a:pt x="5349" y="1"/>
                    <a:pt x="5252" y="45"/>
                    <a:pt x="5229" y="163"/>
                  </a:cubicBezTo>
                  <a:lnTo>
                    <a:pt x="62" y="13325"/>
                  </a:lnTo>
                  <a:cubicBezTo>
                    <a:pt x="1" y="13477"/>
                    <a:pt x="62" y="13628"/>
                    <a:pt x="214" y="13659"/>
                  </a:cubicBezTo>
                  <a:cubicBezTo>
                    <a:pt x="238" y="13675"/>
                    <a:pt x="267" y="13683"/>
                    <a:pt x="298" y="13683"/>
                  </a:cubicBezTo>
                  <a:cubicBezTo>
                    <a:pt x="382" y="13683"/>
                    <a:pt x="481" y="13626"/>
                    <a:pt x="548" y="13537"/>
                  </a:cubicBezTo>
                  <a:lnTo>
                    <a:pt x="5715" y="346"/>
                  </a:lnTo>
                  <a:cubicBezTo>
                    <a:pt x="5746" y="194"/>
                    <a:pt x="5715" y="42"/>
                    <a:pt x="5563" y="11"/>
                  </a:cubicBezTo>
                  <a:cubicBezTo>
                    <a:pt x="5529" y="4"/>
                    <a:pt x="5495" y="1"/>
                    <a:pt x="54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4122;p111">
              <a:extLst>
                <a:ext uri="{FF2B5EF4-FFF2-40B4-BE49-F238E27FC236}">
                  <a16:creationId xmlns:a16="http://schemas.microsoft.com/office/drawing/2014/main" id="{8FBA4915-7492-47F1-94EF-FAF6281AA20D}"/>
                </a:ext>
              </a:extLst>
            </p:cNvPr>
            <p:cNvSpPr/>
            <p:nvPr/>
          </p:nvSpPr>
          <p:spPr>
            <a:xfrm>
              <a:off x="770025" y="1995950"/>
              <a:ext cx="143650" cy="342800"/>
            </a:xfrm>
            <a:custGeom>
              <a:avLst/>
              <a:gdLst/>
              <a:ahLst/>
              <a:cxnLst/>
              <a:rect l="l" t="t" r="r" b="b"/>
              <a:pathLst>
                <a:path w="5746" h="13712" extrusionOk="0">
                  <a:moveTo>
                    <a:pt x="5447" y="0"/>
                  </a:moveTo>
                  <a:cubicBezTo>
                    <a:pt x="5339" y="0"/>
                    <a:pt x="5244" y="63"/>
                    <a:pt x="5199" y="175"/>
                  </a:cubicBezTo>
                  <a:lnTo>
                    <a:pt x="31" y="13337"/>
                  </a:lnTo>
                  <a:cubicBezTo>
                    <a:pt x="1" y="13489"/>
                    <a:pt x="31" y="13641"/>
                    <a:pt x="183" y="13701"/>
                  </a:cubicBezTo>
                  <a:cubicBezTo>
                    <a:pt x="218" y="13708"/>
                    <a:pt x="252" y="13712"/>
                    <a:pt x="285" y="13712"/>
                  </a:cubicBezTo>
                  <a:cubicBezTo>
                    <a:pt x="399" y="13712"/>
                    <a:pt x="501" y="13667"/>
                    <a:pt x="548" y="13549"/>
                  </a:cubicBezTo>
                  <a:lnTo>
                    <a:pt x="5715" y="358"/>
                  </a:lnTo>
                  <a:cubicBezTo>
                    <a:pt x="5746" y="206"/>
                    <a:pt x="5715" y="54"/>
                    <a:pt x="5563" y="23"/>
                  </a:cubicBezTo>
                  <a:cubicBezTo>
                    <a:pt x="5524" y="8"/>
                    <a:pt x="5485" y="0"/>
                    <a:pt x="54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4123;p111">
              <a:extLst>
                <a:ext uri="{FF2B5EF4-FFF2-40B4-BE49-F238E27FC236}">
                  <a16:creationId xmlns:a16="http://schemas.microsoft.com/office/drawing/2014/main" id="{66543D84-967D-7E53-58E2-55200E97123D}"/>
                </a:ext>
              </a:extLst>
            </p:cNvPr>
            <p:cNvSpPr/>
            <p:nvPr/>
          </p:nvSpPr>
          <p:spPr>
            <a:xfrm>
              <a:off x="834625" y="2020575"/>
              <a:ext cx="143650" cy="343150"/>
            </a:xfrm>
            <a:custGeom>
              <a:avLst/>
              <a:gdLst/>
              <a:ahLst/>
              <a:cxnLst/>
              <a:rect l="l" t="t" r="r" b="b"/>
              <a:pathLst>
                <a:path w="5746" h="13726" extrusionOk="0">
                  <a:moveTo>
                    <a:pt x="5458" y="0"/>
                  </a:moveTo>
                  <a:cubicBezTo>
                    <a:pt x="5337" y="0"/>
                    <a:pt x="5222" y="45"/>
                    <a:pt x="5198" y="163"/>
                  </a:cubicBezTo>
                  <a:lnTo>
                    <a:pt x="31" y="13355"/>
                  </a:lnTo>
                  <a:cubicBezTo>
                    <a:pt x="1" y="13507"/>
                    <a:pt x="31" y="13659"/>
                    <a:pt x="183" y="13689"/>
                  </a:cubicBezTo>
                  <a:cubicBezTo>
                    <a:pt x="216" y="13714"/>
                    <a:pt x="252" y="13725"/>
                    <a:pt x="288" y="13725"/>
                  </a:cubicBezTo>
                  <a:cubicBezTo>
                    <a:pt x="384" y="13725"/>
                    <a:pt x="482" y="13647"/>
                    <a:pt x="548" y="13537"/>
                  </a:cubicBezTo>
                  <a:lnTo>
                    <a:pt x="5715" y="345"/>
                  </a:lnTo>
                  <a:cubicBezTo>
                    <a:pt x="5745" y="193"/>
                    <a:pt x="5715" y="41"/>
                    <a:pt x="5563" y="11"/>
                  </a:cubicBezTo>
                  <a:cubicBezTo>
                    <a:pt x="5529" y="4"/>
                    <a:pt x="5493" y="0"/>
                    <a:pt x="5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4124;p111">
              <a:extLst>
                <a:ext uri="{FF2B5EF4-FFF2-40B4-BE49-F238E27FC236}">
                  <a16:creationId xmlns:a16="http://schemas.microsoft.com/office/drawing/2014/main" id="{5C3B26E1-35EA-088C-7AC9-F9EEBB3C32F9}"/>
                </a:ext>
              </a:extLst>
            </p:cNvPr>
            <p:cNvSpPr/>
            <p:nvPr/>
          </p:nvSpPr>
          <p:spPr>
            <a:xfrm>
              <a:off x="898450" y="2046400"/>
              <a:ext cx="143650" cy="342525"/>
            </a:xfrm>
            <a:custGeom>
              <a:avLst/>
              <a:gdLst/>
              <a:ahLst/>
              <a:cxnLst/>
              <a:rect l="l" t="t" r="r" b="b"/>
              <a:pathLst>
                <a:path w="5746" h="13701" extrusionOk="0">
                  <a:moveTo>
                    <a:pt x="5432" y="1"/>
                  </a:moveTo>
                  <a:cubicBezTo>
                    <a:pt x="5319" y="1"/>
                    <a:pt x="5222" y="46"/>
                    <a:pt x="5199" y="163"/>
                  </a:cubicBezTo>
                  <a:lnTo>
                    <a:pt x="31" y="13355"/>
                  </a:lnTo>
                  <a:cubicBezTo>
                    <a:pt x="1" y="13507"/>
                    <a:pt x="31" y="13659"/>
                    <a:pt x="183" y="13689"/>
                  </a:cubicBezTo>
                  <a:cubicBezTo>
                    <a:pt x="217" y="13696"/>
                    <a:pt x="252" y="13700"/>
                    <a:pt x="284" y="13700"/>
                  </a:cubicBezTo>
                  <a:cubicBezTo>
                    <a:pt x="397" y="13700"/>
                    <a:pt x="494" y="13655"/>
                    <a:pt x="518" y="13537"/>
                  </a:cubicBezTo>
                  <a:lnTo>
                    <a:pt x="5685" y="346"/>
                  </a:lnTo>
                  <a:cubicBezTo>
                    <a:pt x="5746" y="194"/>
                    <a:pt x="5685" y="42"/>
                    <a:pt x="5533" y="11"/>
                  </a:cubicBezTo>
                  <a:cubicBezTo>
                    <a:pt x="5499" y="5"/>
                    <a:pt x="5465" y="1"/>
                    <a:pt x="54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2" name="Google Shape;4125;p111">
            <a:extLst>
              <a:ext uri="{FF2B5EF4-FFF2-40B4-BE49-F238E27FC236}">
                <a16:creationId xmlns:a16="http://schemas.microsoft.com/office/drawing/2014/main" id="{A33E6EC4-DDCB-455B-524D-5B22D54075AA}"/>
              </a:ext>
            </a:extLst>
          </p:cNvPr>
          <p:cNvGrpSpPr/>
          <p:nvPr/>
        </p:nvGrpSpPr>
        <p:grpSpPr>
          <a:xfrm>
            <a:off x="157271" y="1344011"/>
            <a:ext cx="680562" cy="634920"/>
            <a:chOff x="1258650" y="744800"/>
            <a:chExt cx="1386825" cy="1418875"/>
          </a:xfrm>
        </p:grpSpPr>
        <p:sp>
          <p:nvSpPr>
            <p:cNvPr id="2373" name="Google Shape;4126;p111">
              <a:extLst>
                <a:ext uri="{FF2B5EF4-FFF2-40B4-BE49-F238E27FC236}">
                  <a16:creationId xmlns:a16="http://schemas.microsoft.com/office/drawing/2014/main" id="{7ECF398C-8D4B-FEA3-1684-5AE804438E48}"/>
                </a:ext>
              </a:extLst>
            </p:cNvPr>
            <p:cNvSpPr/>
            <p:nvPr/>
          </p:nvSpPr>
          <p:spPr>
            <a:xfrm>
              <a:off x="1258650" y="919000"/>
              <a:ext cx="1216600" cy="1243825"/>
            </a:xfrm>
            <a:custGeom>
              <a:avLst/>
              <a:gdLst/>
              <a:ahLst/>
              <a:cxnLst/>
              <a:rect l="l" t="t" r="r" b="b"/>
              <a:pathLst>
                <a:path w="48664" h="49753" extrusionOk="0">
                  <a:moveTo>
                    <a:pt x="39758" y="0"/>
                  </a:moveTo>
                  <a:lnTo>
                    <a:pt x="2311" y="39454"/>
                  </a:lnTo>
                  <a:cubicBezTo>
                    <a:pt x="0" y="41855"/>
                    <a:pt x="92" y="45746"/>
                    <a:pt x="2523" y="48056"/>
                  </a:cubicBezTo>
                  <a:cubicBezTo>
                    <a:pt x="3730" y="49189"/>
                    <a:pt x="5258" y="49752"/>
                    <a:pt x="6781" y="49752"/>
                  </a:cubicBezTo>
                  <a:cubicBezTo>
                    <a:pt x="8405" y="49752"/>
                    <a:pt x="10024" y="49113"/>
                    <a:pt x="11247" y="47843"/>
                  </a:cubicBezTo>
                  <a:lnTo>
                    <a:pt x="48664" y="8450"/>
                  </a:lnTo>
                  <a:lnTo>
                    <a:pt x="397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4127;p111">
              <a:extLst>
                <a:ext uri="{FF2B5EF4-FFF2-40B4-BE49-F238E27FC236}">
                  <a16:creationId xmlns:a16="http://schemas.microsoft.com/office/drawing/2014/main" id="{6A815556-36DA-E364-E7EF-FC6665FD66AF}"/>
                </a:ext>
              </a:extLst>
            </p:cNvPr>
            <p:cNvSpPr/>
            <p:nvPr/>
          </p:nvSpPr>
          <p:spPr>
            <a:xfrm>
              <a:off x="1267775" y="919750"/>
              <a:ext cx="1207475" cy="1242575"/>
            </a:xfrm>
            <a:custGeom>
              <a:avLst/>
              <a:gdLst/>
              <a:ahLst/>
              <a:cxnLst/>
              <a:rect l="l" t="t" r="r" b="b"/>
              <a:pathLst>
                <a:path w="48299" h="49703" extrusionOk="0">
                  <a:moveTo>
                    <a:pt x="39454" y="1"/>
                  </a:moveTo>
                  <a:lnTo>
                    <a:pt x="31551" y="8268"/>
                  </a:lnTo>
                  <a:lnTo>
                    <a:pt x="36931" y="13375"/>
                  </a:lnTo>
                  <a:cubicBezTo>
                    <a:pt x="37660" y="14074"/>
                    <a:pt x="37691" y="15199"/>
                    <a:pt x="37022" y="15928"/>
                  </a:cubicBezTo>
                  <a:lnTo>
                    <a:pt x="10456" y="43892"/>
                  </a:lnTo>
                  <a:cubicBezTo>
                    <a:pt x="9224" y="45200"/>
                    <a:pt x="7518" y="45917"/>
                    <a:pt x="5797" y="45917"/>
                  </a:cubicBezTo>
                  <a:cubicBezTo>
                    <a:pt x="4759" y="45917"/>
                    <a:pt x="3715" y="45657"/>
                    <a:pt x="2766" y="45108"/>
                  </a:cubicBezTo>
                  <a:cubicBezTo>
                    <a:pt x="1672" y="44470"/>
                    <a:pt x="882" y="43558"/>
                    <a:pt x="365" y="42524"/>
                  </a:cubicBezTo>
                  <a:lnTo>
                    <a:pt x="365" y="42524"/>
                  </a:lnTo>
                  <a:cubicBezTo>
                    <a:pt x="0" y="44530"/>
                    <a:pt x="669" y="46719"/>
                    <a:pt x="2310" y="48178"/>
                  </a:cubicBezTo>
                  <a:cubicBezTo>
                    <a:pt x="3466" y="49208"/>
                    <a:pt x="4895" y="49702"/>
                    <a:pt x="6327" y="49702"/>
                  </a:cubicBezTo>
                  <a:cubicBezTo>
                    <a:pt x="8022" y="49702"/>
                    <a:pt x="9721" y="49010"/>
                    <a:pt x="10973" y="47691"/>
                  </a:cubicBezTo>
                  <a:lnTo>
                    <a:pt x="40426" y="16688"/>
                  </a:lnTo>
                  <a:lnTo>
                    <a:pt x="48299" y="8390"/>
                  </a:lnTo>
                  <a:lnTo>
                    <a:pt x="46141" y="6353"/>
                  </a:lnTo>
                  <a:lnTo>
                    <a:pt x="39454" y="1"/>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4128;p111">
              <a:extLst>
                <a:ext uri="{FF2B5EF4-FFF2-40B4-BE49-F238E27FC236}">
                  <a16:creationId xmlns:a16="http://schemas.microsoft.com/office/drawing/2014/main" id="{C2A8F943-9A82-AF01-437F-677BE72333E4}"/>
                </a:ext>
              </a:extLst>
            </p:cNvPr>
            <p:cNvSpPr/>
            <p:nvPr/>
          </p:nvSpPr>
          <p:spPr>
            <a:xfrm>
              <a:off x="1259400" y="1263225"/>
              <a:ext cx="889875" cy="900450"/>
            </a:xfrm>
            <a:custGeom>
              <a:avLst/>
              <a:gdLst/>
              <a:ahLst/>
              <a:cxnLst/>
              <a:rect l="l" t="t" r="r" b="b"/>
              <a:pathLst>
                <a:path w="35595" h="36018" extrusionOk="0">
                  <a:moveTo>
                    <a:pt x="26658" y="1"/>
                  </a:moveTo>
                  <a:lnTo>
                    <a:pt x="2311" y="25685"/>
                  </a:lnTo>
                  <a:cubicBezTo>
                    <a:pt x="1" y="28147"/>
                    <a:pt x="62" y="31977"/>
                    <a:pt x="2524" y="34348"/>
                  </a:cubicBezTo>
                  <a:cubicBezTo>
                    <a:pt x="3726" y="35462"/>
                    <a:pt x="5240" y="36018"/>
                    <a:pt x="6751" y="36018"/>
                  </a:cubicBezTo>
                  <a:cubicBezTo>
                    <a:pt x="8372" y="36018"/>
                    <a:pt x="9990" y="35379"/>
                    <a:pt x="11217" y="34104"/>
                  </a:cubicBezTo>
                  <a:lnTo>
                    <a:pt x="35594" y="8451"/>
                  </a:lnTo>
                  <a:lnTo>
                    <a:pt x="2665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4129;p111">
              <a:extLst>
                <a:ext uri="{FF2B5EF4-FFF2-40B4-BE49-F238E27FC236}">
                  <a16:creationId xmlns:a16="http://schemas.microsoft.com/office/drawing/2014/main" id="{314533A9-E7AB-E35A-3AB8-F4740BEEA6CA}"/>
                </a:ext>
              </a:extLst>
            </p:cNvPr>
            <p:cNvSpPr/>
            <p:nvPr/>
          </p:nvSpPr>
          <p:spPr>
            <a:xfrm>
              <a:off x="1275375" y="1421275"/>
              <a:ext cx="873900" cy="740500"/>
            </a:xfrm>
            <a:custGeom>
              <a:avLst/>
              <a:gdLst/>
              <a:ahLst/>
              <a:cxnLst/>
              <a:rect l="l" t="t" r="r" b="b"/>
              <a:pathLst>
                <a:path w="34956" h="29620" extrusionOk="0">
                  <a:moveTo>
                    <a:pt x="32797" y="1"/>
                  </a:moveTo>
                  <a:lnTo>
                    <a:pt x="10000" y="23983"/>
                  </a:lnTo>
                  <a:cubicBezTo>
                    <a:pt x="8809" y="25253"/>
                    <a:pt x="7197" y="25892"/>
                    <a:pt x="5577" y="25892"/>
                  </a:cubicBezTo>
                  <a:cubicBezTo>
                    <a:pt x="4057" y="25892"/>
                    <a:pt x="2530" y="25329"/>
                    <a:pt x="1338" y="24196"/>
                  </a:cubicBezTo>
                  <a:cubicBezTo>
                    <a:pt x="790" y="23709"/>
                    <a:pt x="395" y="23102"/>
                    <a:pt x="91" y="22463"/>
                  </a:cubicBezTo>
                  <a:cubicBezTo>
                    <a:pt x="31" y="22676"/>
                    <a:pt x="0" y="22950"/>
                    <a:pt x="0" y="23193"/>
                  </a:cubicBezTo>
                  <a:lnTo>
                    <a:pt x="0" y="23861"/>
                  </a:lnTo>
                  <a:lnTo>
                    <a:pt x="0" y="24013"/>
                  </a:lnTo>
                  <a:cubicBezTo>
                    <a:pt x="0" y="24226"/>
                    <a:pt x="31" y="24409"/>
                    <a:pt x="91" y="24591"/>
                  </a:cubicBezTo>
                  <a:cubicBezTo>
                    <a:pt x="91" y="24621"/>
                    <a:pt x="91" y="24712"/>
                    <a:pt x="122" y="24743"/>
                  </a:cubicBezTo>
                  <a:cubicBezTo>
                    <a:pt x="152" y="24986"/>
                    <a:pt x="243" y="25199"/>
                    <a:pt x="274" y="25381"/>
                  </a:cubicBezTo>
                  <a:cubicBezTo>
                    <a:pt x="334" y="25624"/>
                    <a:pt x="426" y="25837"/>
                    <a:pt x="547" y="26050"/>
                  </a:cubicBezTo>
                  <a:cubicBezTo>
                    <a:pt x="578" y="26080"/>
                    <a:pt x="578" y="26141"/>
                    <a:pt x="608" y="26202"/>
                  </a:cubicBezTo>
                  <a:cubicBezTo>
                    <a:pt x="699" y="26354"/>
                    <a:pt x="760" y="26506"/>
                    <a:pt x="882" y="26658"/>
                  </a:cubicBezTo>
                  <a:cubicBezTo>
                    <a:pt x="912" y="26719"/>
                    <a:pt x="942" y="26749"/>
                    <a:pt x="1003" y="26840"/>
                  </a:cubicBezTo>
                  <a:cubicBezTo>
                    <a:pt x="1064" y="26992"/>
                    <a:pt x="1186" y="27083"/>
                    <a:pt x="1307" y="27266"/>
                  </a:cubicBezTo>
                  <a:cubicBezTo>
                    <a:pt x="1338" y="27296"/>
                    <a:pt x="1368" y="27357"/>
                    <a:pt x="1398" y="27418"/>
                  </a:cubicBezTo>
                  <a:cubicBezTo>
                    <a:pt x="1550" y="27600"/>
                    <a:pt x="1702" y="27782"/>
                    <a:pt x="1915" y="27934"/>
                  </a:cubicBezTo>
                  <a:cubicBezTo>
                    <a:pt x="3111" y="29056"/>
                    <a:pt x="4629" y="29619"/>
                    <a:pt x="6146" y="29619"/>
                  </a:cubicBezTo>
                  <a:cubicBezTo>
                    <a:pt x="7753" y="29619"/>
                    <a:pt x="9358" y="28988"/>
                    <a:pt x="10578" y="27722"/>
                  </a:cubicBezTo>
                  <a:lnTo>
                    <a:pt x="34955" y="2068"/>
                  </a:lnTo>
                  <a:lnTo>
                    <a:pt x="327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4130;p111">
              <a:extLst>
                <a:ext uri="{FF2B5EF4-FFF2-40B4-BE49-F238E27FC236}">
                  <a16:creationId xmlns:a16="http://schemas.microsoft.com/office/drawing/2014/main" id="{FCBE6C2A-41D6-9991-8768-514F40AF4F89}"/>
                </a:ext>
              </a:extLst>
            </p:cNvPr>
            <p:cNvSpPr/>
            <p:nvPr/>
          </p:nvSpPr>
          <p:spPr>
            <a:xfrm>
              <a:off x="1434950" y="1130250"/>
              <a:ext cx="705200" cy="747750"/>
            </a:xfrm>
            <a:custGeom>
              <a:avLst/>
              <a:gdLst/>
              <a:ahLst/>
              <a:cxnLst/>
              <a:rect l="l" t="t" r="r" b="b"/>
              <a:pathLst>
                <a:path w="28208" h="29910" extrusionOk="0">
                  <a:moveTo>
                    <a:pt x="28207" y="0"/>
                  </a:moveTo>
                  <a:cubicBezTo>
                    <a:pt x="25624" y="2280"/>
                    <a:pt x="23131" y="4620"/>
                    <a:pt x="20700" y="7052"/>
                  </a:cubicBezTo>
                  <a:cubicBezTo>
                    <a:pt x="19484" y="8238"/>
                    <a:pt x="18298" y="9484"/>
                    <a:pt x="17083" y="10700"/>
                  </a:cubicBezTo>
                  <a:lnTo>
                    <a:pt x="13526" y="14438"/>
                  </a:lnTo>
                  <a:lnTo>
                    <a:pt x="10031" y="18177"/>
                  </a:lnTo>
                  <a:cubicBezTo>
                    <a:pt x="8876" y="19484"/>
                    <a:pt x="7751" y="20730"/>
                    <a:pt x="6596" y="22037"/>
                  </a:cubicBezTo>
                  <a:cubicBezTo>
                    <a:pt x="4377" y="24590"/>
                    <a:pt x="2128" y="27235"/>
                    <a:pt x="0" y="29910"/>
                  </a:cubicBezTo>
                  <a:cubicBezTo>
                    <a:pt x="2584" y="27630"/>
                    <a:pt x="5046" y="25289"/>
                    <a:pt x="7478" y="22858"/>
                  </a:cubicBezTo>
                  <a:cubicBezTo>
                    <a:pt x="8693" y="21672"/>
                    <a:pt x="9879" y="20426"/>
                    <a:pt x="11095" y="19210"/>
                  </a:cubicBezTo>
                  <a:lnTo>
                    <a:pt x="14681" y="15502"/>
                  </a:lnTo>
                  <a:lnTo>
                    <a:pt x="18177" y="11733"/>
                  </a:lnTo>
                  <a:cubicBezTo>
                    <a:pt x="19302" y="10426"/>
                    <a:pt x="20457" y="9180"/>
                    <a:pt x="21581" y="7903"/>
                  </a:cubicBezTo>
                  <a:cubicBezTo>
                    <a:pt x="23830" y="5320"/>
                    <a:pt x="26080" y="2675"/>
                    <a:pt x="28207"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4131;p111">
              <a:extLst>
                <a:ext uri="{FF2B5EF4-FFF2-40B4-BE49-F238E27FC236}">
                  <a16:creationId xmlns:a16="http://schemas.microsoft.com/office/drawing/2014/main" id="{3CEDEABF-7B61-92F9-F27D-A8350B99FE47}"/>
                </a:ext>
              </a:extLst>
            </p:cNvPr>
            <p:cNvSpPr/>
            <p:nvPr/>
          </p:nvSpPr>
          <p:spPr>
            <a:xfrm>
              <a:off x="2071725" y="744800"/>
              <a:ext cx="573750" cy="569275"/>
            </a:xfrm>
            <a:custGeom>
              <a:avLst/>
              <a:gdLst/>
              <a:ahLst/>
              <a:cxnLst/>
              <a:rect l="l" t="t" r="r" b="b"/>
              <a:pathLst>
                <a:path w="22950" h="22771" extrusionOk="0">
                  <a:moveTo>
                    <a:pt x="10924" y="0"/>
                  </a:moveTo>
                  <a:cubicBezTo>
                    <a:pt x="10700" y="0"/>
                    <a:pt x="10487" y="84"/>
                    <a:pt x="10335" y="251"/>
                  </a:cubicBezTo>
                  <a:lnTo>
                    <a:pt x="335" y="10768"/>
                  </a:lnTo>
                  <a:cubicBezTo>
                    <a:pt x="1" y="11163"/>
                    <a:pt x="1" y="11710"/>
                    <a:pt x="366" y="12075"/>
                  </a:cubicBezTo>
                  <a:lnTo>
                    <a:pt x="11308" y="22501"/>
                  </a:lnTo>
                  <a:cubicBezTo>
                    <a:pt x="11502" y="22679"/>
                    <a:pt x="11732" y="22770"/>
                    <a:pt x="11959" y="22770"/>
                  </a:cubicBezTo>
                  <a:cubicBezTo>
                    <a:pt x="12196" y="22770"/>
                    <a:pt x="12429" y="22672"/>
                    <a:pt x="12615" y="22470"/>
                  </a:cubicBezTo>
                  <a:lnTo>
                    <a:pt x="22585" y="11953"/>
                  </a:lnTo>
                  <a:cubicBezTo>
                    <a:pt x="22950" y="11558"/>
                    <a:pt x="22950" y="11011"/>
                    <a:pt x="22554" y="10646"/>
                  </a:cubicBezTo>
                  <a:lnTo>
                    <a:pt x="11582" y="251"/>
                  </a:lnTo>
                  <a:cubicBezTo>
                    <a:pt x="11384" y="84"/>
                    <a:pt x="11148" y="0"/>
                    <a:pt x="109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4132;p111">
              <a:extLst>
                <a:ext uri="{FF2B5EF4-FFF2-40B4-BE49-F238E27FC236}">
                  <a16:creationId xmlns:a16="http://schemas.microsoft.com/office/drawing/2014/main" id="{D50E5BFE-84F4-1BD3-D145-41099E74E243}"/>
                </a:ext>
              </a:extLst>
            </p:cNvPr>
            <p:cNvSpPr/>
            <p:nvPr/>
          </p:nvSpPr>
          <p:spPr>
            <a:xfrm>
              <a:off x="2073250" y="904550"/>
              <a:ext cx="567675" cy="405075"/>
            </a:xfrm>
            <a:custGeom>
              <a:avLst/>
              <a:gdLst/>
              <a:ahLst/>
              <a:cxnLst/>
              <a:rect l="l" t="t" r="r" b="b"/>
              <a:pathLst>
                <a:path w="22707" h="16203" extrusionOk="0">
                  <a:moveTo>
                    <a:pt x="17964" y="1"/>
                  </a:moveTo>
                  <a:lnTo>
                    <a:pt x="8694" y="9788"/>
                  </a:lnTo>
                  <a:cubicBezTo>
                    <a:pt x="8462" y="10035"/>
                    <a:pt x="8144" y="10157"/>
                    <a:pt x="7824" y="10157"/>
                  </a:cubicBezTo>
                  <a:cubicBezTo>
                    <a:pt x="7513" y="10157"/>
                    <a:pt x="7200" y="10043"/>
                    <a:pt x="6961" y="9819"/>
                  </a:cubicBezTo>
                  <a:lnTo>
                    <a:pt x="730" y="3892"/>
                  </a:lnTo>
                  <a:lnTo>
                    <a:pt x="457" y="4165"/>
                  </a:lnTo>
                  <a:cubicBezTo>
                    <a:pt x="1" y="4651"/>
                    <a:pt x="31" y="5442"/>
                    <a:pt x="548" y="5898"/>
                  </a:cubicBezTo>
                  <a:lnTo>
                    <a:pt x="11034" y="15867"/>
                  </a:lnTo>
                  <a:cubicBezTo>
                    <a:pt x="11270" y="16088"/>
                    <a:pt x="11577" y="16202"/>
                    <a:pt x="11882" y="16202"/>
                  </a:cubicBezTo>
                  <a:cubicBezTo>
                    <a:pt x="12208" y="16202"/>
                    <a:pt x="12532" y="16073"/>
                    <a:pt x="12767" y="15807"/>
                  </a:cubicBezTo>
                  <a:lnTo>
                    <a:pt x="22281" y="5776"/>
                  </a:lnTo>
                  <a:cubicBezTo>
                    <a:pt x="22706" y="5290"/>
                    <a:pt x="22706" y="4499"/>
                    <a:pt x="22220" y="4043"/>
                  </a:cubicBezTo>
                  <a:lnTo>
                    <a:pt x="1796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4133;p111">
              <a:extLst>
                <a:ext uri="{FF2B5EF4-FFF2-40B4-BE49-F238E27FC236}">
                  <a16:creationId xmlns:a16="http://schemas.microsoft.com/office/drawing/2014/main" id="{9DB9C29C-3B66-3942-B56C-E583574F537F}"/>
                </a:ext>
              </a:extLst>
            </p:cNvPr>
            <p:cNvSpPr/>
            <p:nvPr/>
          </p:nvSpPr>
          <p:spPr>
            <a:xfrm>
              <a:off x="2103650" y="775375"/>
              <a:ext cx="258375" cy="269700"/>
            </a:xfrm>
            <a:custGeom>
              <a:avLst/>
              <a:gdLst/>
              <a:ahLst/>
              <a:cxnLst/>
              <a:rect l="l" t="t" r="r" b="b"/>
              <a:pathLst>
                <a:path w="10335" h="10788" extrusionOk="0">
                  <a:moveTo>
                    <a:pt x="10042" y="1"/>
                  </a:moveTo>
                  <a:cubicBezTo>
                    <a:pt x="9978" y="1"/>
                    <a:pt x="9909" y="31"/>
                    <a:pt x="9849" y="92"/>
                  </a:cubicBezTo>
                  <a:lnTo>
                    <a:pt x="122" y="10335"/>
                  </a:lnTo>
                  <a:cubicBezTo>
                    <a:pt x="0" y="10457"/>
                    <a:pt x="31" y="10609"/>
                    <a:pt x="122" y="10730"/>
                  </a:cubicBezTo>
                  <a:cubicBezTo>
                    <a:pt x="177" y="10771"/>
                    <a:pt x="238" y="10788"/>
                    <a:pt x="297" y="10788"/>
                  </a:cubicBezTo>
                  <a:cubicBezTo>
                    <a:pt x="368" y="10788"/>
                    <a:pt x="437" y="10764"/>
                    <a:pt x="487" y="10730"/>
                  </a:cubicBezTo>
                  <a:lnTo>
                    <a:pt x="10213" y="457"/>
                  </a:lnTo>
                  <a:cubicBezTo>
                    <a:pt x="10335" y="365"/>
                    <a:pt x="10335" y="153"/>
                    <a:pt x="10213" y="92"/>
                  </a:cubicBezTo>
                  <a:cubicBezTo>
                    <a:pt x="10168" y="31"/>
                    <a:pt x="10107" y="1"/>
                    <a:pt x="100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4134;p111">
              <a:extLst>
                <a:ext uri="{FF2B5EF4-FFF2-40B4-BE49-F238E27FC236}">
                  <a16:creationId xmlns:a16="http://schemas.microsoft.com/office/drawing/2014/main" id="{8323CAFA-B732-C55A-26F8-A9FCDE4AC7CF}"/>
                </a:ext>
              </a:extLst>
            </p:cNvPr>
            <p:cNvSpPr/>
            <p:nvPr/>
          </p:nvSpPr>
          <p:spPr>
            <a:xfrm>
              <a:off x="2153800" y="823325"/>
              <a:ext cx="257625" cy="269425"/>
            </a:xfrm>
            <a:custGeom>
              <a:avLst/>
              <a:gdLst/>
              <a:ahLst/>
              <a:cxnLst/>
              <a:rect l="l" t="t" r="r" b="b"/>
              <a:pathLst>
                <a:path w="10305" h="10777" extrusionOk="0">
                  <a:moveTo>
                    <a:pt x="10066" y="1"/>
                  </a:moveTo>
                  <a:cubicBezTo>
                    <a:pt x="9991" y="1"/>
                    <a:pt x="9915" y="25"/>
                    <a:pt x="9849" y="58"/>
                  </a:cubicBezTo>
                  <a:lnTo>
                    <a:pt x="122" y="10332"/>
                  </a:lnTo>
                  <a:cubicBezTo>
                    <a:pt x="1" y="10423"/>
                    <a:pt x="61" y="10606"/>
                    <a:pt x="122" y="10697"/>
                  </a:cubicBezTo>
                  <a:cubicBezTo>
                    <a:pt x="179" y="10753"/>
                    <a:pt x="242" y="10777"/>
                    <a:pt x="305" y="10777"/>
                  </a:cubicBezTo>
                  <a:cubicBezTo>
                    <a:pt x="378" y="10777"/>
                    <a:pt x="452" y="10746"/>
                    <a:pt x="517" y="10697"/>
                  </a:cubicBezTo>
                  <a:lnTo>
                    <a:pt x="10244" y="453"/>
                  </a:lnTo>
                  <a:cubicBezTo>
                    <a:pt x="10305" y="332"/>
                    <a:pt x="10305" y="150"/>
                    <a:pt x="10244" y="58"/>
                  </a:cubicBezTo>
                  <a:cubicBezTo>
                    <a:pt x="10189" y="17"/>
                    <a:pt x="10128" y="1"/>
                    <a:pt x="10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4135;p111">
              <a:extLst>
                <a:ext uri="{FF2B5EF4-FFF2-40B4-BE49-F238E27FC236}">
                  <a16:creationId xmlns:a16="http://schemas.microsoft.com/office/drawing/2014/main" id="{E6894BD6-1C6F-188E-110C-DFF75FB400CC}"/>
                </a:ext>
              </a:extLst>
            </p:cNvPr>
            <p:cNvSpPr/>
            <p:nvPr/>
          </p:nvSpPr>
          <p:spPr>
            <a:xfrm>
              <a:off x="2203200" y="870650"/>
              <a:ext cx="258375" cy="269425"/>
            </a:xfrm>
            <a:custGeom>
              <a:avLst/>
              <a:gdLst/>
              <a:ahLst/>
              <a:cxnLst/>
              <a:rect l="l" t="t" r="r" b="b"/>
              <a:pathLst>
                <a:path w="10335" h="10777" extrusionOk="0">
                  <a:moveTo>
                    <a:pt x="10061" y="0"/>
                  </a:moveTo>
                  <a:cubicBezTo>
                    <a:pt x="9987" y="0"/>
                    <a:pt x="9914" y="31"/>
                    <a:pt x="9848" y="80"/>
                  </a:cubicBezTo>
                  <a:lnTo>
                    <a:pt x="122" y="10324"/>
                  </a:lnTo>
                  <a:cubicBezTo>
                    <a:pt x="0" y="10445"/>
                    <a:pt x="61" y="10597"/>
                    <a:pt x="122" y="10719"/>
                  </a:cubicBezTo>
                  <a:cubicBezTo>
                    <a:pt x="177" y="10760"/>
                    <a:pt x="238" y="10776"/>
                    <a:pt x="300" y="10776"/>
                  </a:cubicBezTo>
                  <a:cubicBezTo>
                    <a:pt x="374" y="10776"/>
                    <a:pt x="450" y="10752"/>
                    <a:pt x="517" y="10719"/>
                  </a:cubicBezTo>
                  <a:lnTo>
                    <a:pt x="10244" y="445"/>
                  </a:lnTo>
                  <a:cubicBezTo>
                    <a:pt x="10335" y="354"/>
                    <a:pt x="10335" y="141"/>
                    <a:pt x="10244" y="80"/>
                  </a:cubicBezTo>
                  <a:cubicBezTo>
                    <a:pt x="10187" y="24"/>
                    <a:pt x="10124" y="0"/>
                    <a:pt x="1006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4136;p111">
              <a:extLst>
                <a:ext uri="{FF2B5EF4-FFF2-40B4-BE49-F238E27FC236}">
                  <a16:creationId xmlns:a16="http://schemas.microsoft.com/office/drawing/2014/main" id="{1DBB68CF-AA58-E062-03D1-1285E841C28D}"/>
                </a:ext>
              </a:extLst>
            </p:cNvPr>
            <p:cNvSpPr/>
            <p:nvPr/>
          </p:nvSpPr>
          <p:spPr>
            <a:xfrm>
              <a:off x="2254100" y="918325"/>
              <a:ext cx="258400" cy="269425"/>
            </a:xfrm>
            <a:custGeom>
              <a:avLst/>
              <a:gdLst/>
              <a:ahLst/>
              <a:cxnLst/>
              <a:rect l="l" t="t" r="r" b="b"/>
              <a:pathLst>
                <a:path w="10336" h="10777" extrusionOk="0">
                  <a:moveTo>
                    <a:pt x="10036" y="0"/>
                  </a:moveTo>
                  <a:cubicBezTo>
                    <a:pt x="9961" y="0"/>
                    <a:pt x="9885" y="24"/>
                    <a:pt x="9819" y="58"/>
                  </a:cubicBezTo>
                  <a:lnTo>
                    <a:pt x="92" y="10331"/>
                  </a:lnTo>
                  <a:cubicBezTo>
                    <a:pt x="1" y="10423"/>
                    <a:pt x="31" y="10605"/>
                    <a:pt x="92" y="10696"/>
                  </a:cubicBezTo>
                  <a:cubicBezTo>
                    <a:pt x="149" y="10753"/>
                    <a:pt x="212" y="10776"/>
                    <a:pt x="275" y="10776"/>
                  </a:cubicBezTo>
                  <a:cubicBezTo>
                    <a:pt x="348" y="10776"/>
                    <a:pt x="422" y="10745"/>
                    <a:pt x="487" y="10696"/>
                  </a:cubicBezTo>
                  <a:lnTo>
                    <a:pt x="10214" y="453"/>
                  </a:lnTo>
                  <a:cubicBezTo>
                    <a:pt x="10335" y="301"/>
                    <a:pt x="10275" y="149"/>
                    <a:pt x="10214" y="58"/>
                  </a:cubicBezTo>
                  <a:cubicBezTo>
                    <a:pt x="10159" y="17"/>
                    <a:pt x="10098" y="0"/>
                    <a:pt x="100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4137;p111">
              <a:extLst>
                <a:ext uri="{FF2B5EF4-FFF2-40B4-BE49-F238E27FC236}">
                  <a16:creationId xmlns:a16="http://schemas.microsoft.com/office/drawing/2014/main" id="{B0D967E6-BE32-59E0-FF49-DBF3ECA49D35}"/>
                </a:ext>
              </a:extLst>
            </p:cNvPr>
            <p:cNvSpPr/>
            <p:nvPr/>
          </p:nvSpPr>
          <p:spPr>
            <a:xfrm>
              <a:off x="2303500" y="964875"/>
              <a:ext cx="258400" cy="269425"/>
            </a:xfrm>
            <a:custGeom>
              <a:avLst/>
              <a:gdLst/>
              <a:ahLst/>
              <a:cxnLst/>
              <a:rect l="l" t="t" r="r" b="b"/>
              <a:pathLst>
                <a:path w="10336" h="10777" extrusionOk="0">
                  <a:moveTo>
                    <a:pt x="10030" y="0"/>
                  </a:moveTo>
                  <a:cubicBezTo>
                    <a:pt x="9957" y="0"/>
                    <a:pt x="9883" y="32"/>
                    <a:pt x="9818" y="80"/>
                  </a:cubicBezTo>
                  <a:lnTo>
                    <a:pt x="92" y="10324"/>
                  </a:lnTo>
                  <a:cubicBezTo>
                    <a:pt x="1" y="10445"/>
                    <a:pt x="31" y="10597"/>
                    <a:pt x="92" y="10719"/>
                  </a:cubicBezTo>
                  <a:cubicBezTo>
                    <a:pt x="147" y="10760"/>
                    <a:pt x="208" y="10776"/>
                    <a:pt x="269" y="10776"/>
                  </a:cubicBezTo>
                  <a:cubicBezTo>
                    <a:pt x="344" y="10776"/>
                    <a:pt x="420" y="10752"/>
                    <a:pt x="487" y="10719"/>
                  </a:cubicBezTo>
                  <a:lnTo>
                    <a:pt x="10213" y="445"/>
                  </a:lnTo>
                  <a:cubicBezTo>
                    <a:pt x="10335" y="323"/>
                    <a:pt x="10335" y="171"/>
                    <a:pt x="10213" y="80"/>
                  </a:cubicBezTo>
                  <a:cubicBezTo>
                    <a:pt x="10157" y="24"/>
                    <a:pt x="10094" y="0"/>
                    <a:pt x="100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4138;p111">
              <a:extLst>
                <a:ext uri="{FF2B5EF4-FFF2-40B4-BE49-F238E27FC236}">
                  <a16:creationId xmlns:a16="http://schemas.microsoft.com/office/drawing/2014/main" id="{B8CAD30B-EF3D-EB28-1BB0-2BFF6C03B074}"/>
                </a:ext>
              </a:extLst>
            </p:cNvPr>
            <p:cNvSpPr/>
            <p:nvPr/>
          </p:nvSpPr>
          <p:spPr>
            <a:xfrm>
              <a:off x="2353650" y="1011700"/>
              <a:ext cx="258400" cy="270275"/>
            </a:xfrm>
            <a:custGeom>
              <a:avLst/>
              <a:gdLst/>
              <a:ahLst/>
              <a:cxnLst/>
              <a:rect l="l" t="t" r="r" b="b"/>
              <a:pathLst>
                <a:path w="10336" h="10811" extrusionOk="0">
                  <a:moveTo>
                    <a:pt x="10020" y="1"/>
                  </a:moveTo>
                  <a:cubicBezTo>
                    <a:pt x="9955" y="1"/>
                    <a:pt x="9894" y="31"/>
                    <a:pt x="9849" y="92"/>
                  </a:cubicBezTo>
                  <a:lnTo>
                    <a:pt x="122" y="10366"/>
                  </a:lnTo>
                  <a:cubicBezTo>
                    <a:pt x="1" y="10457"/>
                    <a:pt x="31" y="10609"/>
                    <a:pt x="122" y="10730"/>
                  </a:cubicBezTo>
                  <a:cubicBezTo>
                    <a:pt x="165" y="10787"/>
                    <a:pt x="220" y="10810"/>
                    <a:pt x="280" y="10810"/>
                  </a:cubicBezTo>
                  <a:cubicBezTo>
                    <a:pt x="348" y="10810"/>
                    <a:pt x="422" y="10779"/>
                    <a:pt x="487" y="10730"/>
                  </a:cubicBezTo>
                  <a:lnTo>
                    <a:pt x="10214" y="487"/>
                  </a:lnTo>
                  <a:cubicBezTo>
                    <a:pt x="10335" y="365"/>
                    <a:pt x="10335" y="213"/>
                    <a:pt x="10214" y="92"/>
                  </a:cubicBezTo>
                  <a:cubicBezTo>
                    <a:pt x="10153" y="31"/>
                    <a:pt x="10084" y="1"/>
                    <a:pt x="1002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6" name="Google Shape;4139;p111">
            <a:extLst>
              <a:ext uri="{FF2B5EF4-FFF2-40B4-BE49-F238E27FC236}">
                <a16:creationId xmlns:a16="http://schemas.microsoft.com/office/drawing/2014/main" id="{796C8CE2-D9A3-69CF-B42D-2F88E58E0D63}"/>
              </a:ext>
            </a:extLst>
          </p:cNvPr>
          <p:cNvGrpSpPr/>
          <p:nvPr/>
        </p:nvGrpSpPr>
        <p:grpSpPr>
          <a:xfrm>
            <a:off x="6615946" y="3407584"/>
            <a:ext cx="1386860" cy="1793123"/>
            <a:chOff x="5485925" y="2536800"/>
            <a:chExt cx="1705225" cy="2204750"/>
          </a:xfrm>
        </p:grpSpPr>
        <p:sp>
          <p:nvSpPr>
            <p:cNvPr id="2387" name="Google Shape;4140;p111">
              <a:extLst>
                <a:ext uri="{FF2B5EF4-FFF2-40B4-BE49-F238E27FC236}">
                  <a16:creationId xmlns:a16="http://schemas.microsoft.com/office/drawing/2014/main" id="{3B783088-0107-CDAC-9D50-A1BBDE98F354}"/>
                </a:ext>
              </a:extLst>
            </p:cNvPr>
            <p:cNvSpPr/>
            <p:nvPr/>
          </p:nvSpPr>
          <p:spPr>
            <a:xfrm>
              <a:off x="5485925" y="2781475"/>
              <a:ext cx="1580600" cy="1959300"/>
            </a:xfrm>
            <a:custGeom>
              <a:avLst/>
              <a:gdLst/>
              <a:ahLst/>
              <a:cxnLst/>
              <a:rect l="l" t="t" r="r" b="b"/>
              <a:pathLst>
                <a:path w="63224" h="78372" extrusionOk="0">
                  <a:moveTo>
                    <a:pt x="44226" y="1"/>
                  </a:moveTo>
                  <a:lnTo>
                    <a:pt x="43284" y="1794"/>
                  </a:lnTo>
                  <a:cubicBezTo>
                    <a:pt x="41947" y="4256"/>
                    <a:pt x="39424" y="5776"/>
                    <a:pt x="36628" y="5807"/>
                  </a:cubicBezTo>
                  <a:lnTo>
                    <a:pt x="33041" y="5867"/>
                  </a:lnTo>
                  <a:cubicBezTo>
                    <a:pt x="30244" y="5898"/>
                    <a:pt x="27722" y="7448"/>
                    <a:pt x="26384" y="9880"/>
                  </a:cubicBezTo>
                  <a:lnTo>
                    <a:pt x="1733" y="55868"/>
                  </a:lnTo>
                  <a:cubicBezTo>
                    <a:pt x="1" y="59029"/>
                    <a:pt x="1217" y="62981"/>
                    <a:pt x="4378" y="64683"/>
                  </a:cubicBezTo>
                  <a:lnTo>
                    <a:pt x="28421" y="77601"/>
                  </a:lnTo>
                  <a:cubicBezTo>
                    <a:pt x="29393" y="78124"/>
                    <a:pt x="30439" y="78372"/>
                    <a:pt x="31472" y="78372"/>
                  </a:cubicBezTo>
                  <a:cubicBezTo>
                    <a:pt x="33799" y="78372"/>
                    <a:pt x="36057" y="77115"/>
                    <a:pt x="37235" y="74926"/>
                  </a:cubicBezTo>
                  <a:lnTo>
                    <a:pt x="61917" y="29029"/>
                  </a:lnTo>
                  <a:cubicBezTo>
                    <a:pt x="63224" y="26567"/>
                    <a:pt x="63133" y="23588"/>
                    <a:pt x="61613" y="21247"/>
                  </a:cubicBezTo>
                  <a:lnTo>
                    <a:pt x="59668" y="18208"/>
                  </a:lnTo>
                  <a:cubicBezTo>
                    <a:pt x="58148" y="15867"/>
                    <a:pt x="58026" y="12889"/>
                    <a:pt x="59364" y="10427"/>
                  </a:cubicBezTo>
                  <a:lnTo>
                    <a:pt x="60306" y="8664"/>
                  </a:lnTo>
                  <a:lnTo>
                    <a:pt x="442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4141;p111">
              <a:extLst>
                <a:ext uri="{FF2B5EF4-FFF2-40B4-BE49-F238E27FC236}">
                  <a16:creationId xmlns:a16="http://schemas.microsoft.com/office/drawing/2014/main" id="{3F6DCC9E-0704-1246-0B96-447092C35B62}"/>
                </a:ext>
              </a:extLst>
            </p:cNvPr>
            <p:cNvSpPr/>
            <p:nvPr/>
          </p:nvSpPr>
          <p:spPr>
            <a:xfrm>
              <a:off x="5528475" y="3021600"/>
              <a:ext cx="1509950" cy="1635325"/>
            </a:xfrm>
            <a:custGeom>
              <a:avLst/>
              <a:gdLst/>
              <a:ahLst/>
              <a:cxnLst/>
              <a:rect l="l" t="t" r="r" b="b"/>
              <a:pathLst>
                <a:path w="60398" h="65413" extrusionOk="0">
                  <a:moveTo>
                    <a:pt x="24865" y="1"/>
                  </a:moveTo>
                  <a:lnTo>
                    <a:pt x="1" y="46324"/>
                  </a:lnTo>
                  <a:lnTo>
                    <a:pt x="35503" y="65412"/>
                  </a:lnTo>
                  <a:lnTo>
                    <a:pt x="60397" y="19059"/>
                  </a:lnTo>
                  <a:lnTo>
                    <a:pt x="248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4142;p111">
              <a:extLst>
                <a:ext uri="{FF2B5EF4-FFF2-40B4-BE49-F238E27FC236}">
                  <a16:creationId xmlns:a16="http://schemas.microsoft.com/office/drawing/2014/main" id="{C9A54BD6-66D2-0478-0577-175F4EEFFB82}"/>
                </a:ext>
              </a:extLst>
            </p:cNvPr>
            <p:cNvSpPr/>
            <p:nvPr/>
          </p:nvSpPr>
          <p:spPr>
            <a:xfrm>
              <a:off x="6088525" y="3021600"/>
              <a:ext cx="949900" cy="592000"/>
            </a:xfrm>
            <a:custGeom>
              <a:avLst/>
              <a:gdLst/>
              <a:ahLst/>
              <a:cxnLst/>
              <a:rect l="l" t="t" r="r" b="b"/>
              <a:pathLst>
                <a:path w="37996" h="23680" extrusionOk="0">
                  <a:moveTo>
                    <a:pt x="2493" y="1"/>
                  </a:moveTo>
                  <a:lnTo>
                    <a:pt x="1" y="4621"/>
                  </a:lnTo>
                  <a:lnTo>
                    <a:pt x="35533" y="23679"/>
                  </a:lnTo>
                  <a:lnTo>
                    <a:pt x="37995" y="19059"/>
                  </a:lnTo>
                  <a:lnTo>
                    <a:pt x="24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4143;p111">
              <a:extLst>
                <a:ext uri="{FF2B5EF4-FFF2-40B4-BE49-F238E27FC236}">
                  <a16:creationId xmlns:a16="http://schemas.microsoft.com/office/drawing/2014/main" id="{FD0E0442-3A89-E65B-08F1-D90C91AB814C}"/>
                </a:ext>
              </a:extLst>
            </p:cNvPr>
            <p:cNvSpPr/>
            <p:nvPr/>
          </p:nvSpPr>
          <p:spPr>
            <a:xfrm>
              <a:off x="5527725" y="4063425"/>
              <a:ext cx="949900" cy="591975"/>
            </a:xfrm>
            <a:custGeom>
              <a:avLst/>
              <a:gdLst/>
              <a:ahLst/>
              <a:cxnLst/>
              <a:rect l="l" t="t" r="r" b="b"/>
              <a:pathLst>
                <a:path w="37996" h="23679" extrusionOk="0">
                  <a:moveTo>
                    <a:pt x="2463" y="0"/>
                  </a:moveTo>
                  <a:lnTo>
                    <a:pt x="0" y="4620"/>
                  </a:lnTo>
                  <a:lnTo>
                    <a:pt x="35503" y="23678"/>
                  </a:lnTo>
                  <a:lnTo>
                    <a:pt x="37995" y="19058"/>
                  </a:lnTo>
                  <a:lnTo>
                    <a:pt x="24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4144;p111">
              <a:extLst>
                <a:ext uri="{FF2B5EF4-FFF2-40B4-BE49-F238E27FC236}">
                  <a16:creationId xmlns:a16="http://schemas.microsoft.com/office/drawing/2014/main" id="{8C6C8D7A-FA91-D91F-11EB-6F6B496F87A0}"/>
                </a:ext>
              </a:extLst>
            </p:cNvPr>
            <p:cNvSpPr/>
            <p:nvPr/>
          </p:nvSpPr>
          <p:spPr>
            <a:xfrm>
              <a:off x="5593075" y="2921300"/>
              <a:ext cx="1473450" cy="1820250"/>
            </a:xfrm>
            <a:custGeom>
              <a:avLst/>
              <a:gdLst/>
              <a:ahLst/>
              <a:cxnLst/>
              <a:rect l="l" t="t" r="r" b="b"/>
              <a:pathLst>
                <a:path w="58938" h="72810" extrusionOk="0">
                  <a:moveTo>
                    <a:pt x="1" y="59090"/>
                  </a:moveTo>
                  <a:lnTo>
                    <a:pt x="18360" y="68938"/>
                  </a:lnTo>
                  <a:cubicBezTo>
                    <a:pt x="18412" y="68966"/>
                    <a:pt x="18466" y="68994"/>
                    <a:pt x="18519" y="69021"/>
                  </a:cubicBezTo>
                  <a:lnTo>
                    <a:pt x="18519" y="69021"/>
                  </a:lnTo>
                  <a:lnTo>
                    <a:pt x="92" y="59120"/>
                  </a:lnTo>
                  <a:cubicBezTo>
                    <a:pt x="61" y="59120"/>
                    <a:pt x="61" y="59090"/>
                    <a:pt x="1" y="59090"/>
                  </a:cubicBezTo>
                  <a:close/>
                  <a:moveTo>
                    <a:pt x="50245" y="1"/>
                  </a:moveTo>
                  <a:lnTo>
                    <a:pt x="49302" y="1764"/>
                  </a:lnTo>
                  <a:cubicBezTo>
                    <a:pt x="47965" y="4226"/>
                    <a:pt x="48087" y="7174"/>
                    <a:pt x="49606" y="9545"/>
                  </a:cubicBezTo>
                  <a:lnTo>
                    <a:pt x="51552" y="12585"/>
                  </a:lnTo>
                  <a:cubicBezTo>
                    <a:pt x="53071" y="14925"/>
                    <a:pt x="53163" y="17904"/>
                    <a:pt x="51856" y="20366"/>
                  </a:cubicBezTo>
                  <a:lnTo>
                    <a:pt x="27174" y="66263"/>
                  </a:lnTo>
                  <a:cubicBezTo>
                    <a:pt x="25995" y="68452"/>
                    <a:pt x="23738" y="69709"/>
                    <a:pt x="21411" y="69709"/>
                  </a:cubicBezTo>
                  <a:cubicBezTo>
                    <a:pt x="20434" y="69709"/>
                    <a:pt x="19445" y="69487"/>
                    <a:pt x="18519" y="69021"/>
                  </a:cubicBezTo>
                  <a:lnTo>
                    <a:pt x="18519" y="69021"/>
                  </a:lnTo>
                  <a:lnTo>
                    <a:pt x="24135" y="72038"/>
                  </a:lnTo>
                  <a:cubicBezTo>
                    <a:pt x="25108" y="72562"/>
                    <a:pt x="26157" y="72810"/>
                    <a:pt x="27191" y="72810"/>
                  </a:cubicBezTo>
                  <a:cubicBezTo>
                    <a:pt x="29516" y="72810"/>
                    <a:pt x="31772" y="71560"/>
                    <a:pt x="32949" y="69394"/>
                  </a:cubicBezTo>
                  <a:lnTo>
                    <a:pt x="57631" y="23436"/>
                  </a:lnTo>
                  <a:cubicBezTo>
                    <a:pt x="58938" y="20974"/>
                    <a:pt x="58847" y="17995"/>
                    <a:pt x="57327" y="15654"/>
                  </a:cubicBezTo>
                  <a:lnTo>
                    <a:pt x="55382" y="12615"/>
                  </a:lnTo>
                  <a:cubicBezTo>
                    <a:pt x="53862" y="10274"/>
                    <a:pt x="53740" y="7296"/>
                    <a:pt x="55078" y="4834"/>
                  </a:cubicBezTo>
                  <a:lnTo>
                    <a:pt x="56020" y="3071"/>
                  </a:lnTo>
                  <a:lnTo>
                    <a:pt x="50245" y="1"/>
                  </a:ln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4145;p111">
              <a:extLst>
                <a:ext uri="{FF2B5EF4-FFF2-40B4-BE49-F238E27FC236}">
                  <a16:creationId xmlns:a16="http://schemas.microsoft.com/office/drawing/2014/main" id="{967E1D8C-7846-BA84-3B68-DDDF50AB2631}"/>
                </a:ext>
              </a:extLst>
            </p:cNvPr>
            <p:cNvSpPr/>
            <p:nvPr/>
          </p:nvSpPr>
          <p:spPr>
            <a:xfrm>
              <a:off x="5869675" y="3792900"/>
              <a:ext cx="503825" cy="292575"/>
            </a:xfrm>
            <a:custGeom>
              <a:avLst/>
              <a:gdLst/>
              <a:ahLst/>
              <a:cxnLst/>
              <a:rect l="l" t="t" r="r" b="b"/>
              <a:pathLst>
                <a:path w="20153" h="11703" extrusionOk="0">
                  <a:moveTo>
                    <a:pt x="456" y="0"/>
                  </a:moveTo>
                  <a:lnTo>
                    <a:pt x="1" y="852"/>
                  </a:lnTo>
                  <a:lnTo>
                    <a:pt x="19667" y="11703"/>
                  </a:lnTo>
                  <a:lnTo>
                    <a:pt x="20153" y="10882"/>
                  </a:lnTo>
                  <a:lnTo>
                    <a:pt x="4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4146;p111">
              <a:extLst>
                <a:ext uri="{FF2B5EF4-FFF2-40B4-BE49-F238E27FC236}">
                  <a16:creationId xmlns:a16="http://schemas.microsoft.com/office/drawing/2014/main" id="{CFE13180-4D38-4620-6CD7-9AFFFD19D3B3}"/>
                </a:ext>
              </a:extLst>
            </p:cNvPr>
            <p:cNvSpPr/>
            <p:nvPr/>
          </p:nvSpPr>
          <p:spPr>
            <a:xfrm>
              <a:off x="5831675" y="3862050"/>
              <a:ext cx="667225" cy="382250"/>
            </a:xfrm>
            <a:custGeom>
              <a:avLst/>
              <a:gdLst/>
              <a:ahLst/>
              <a:cxnLst/>
              <a:rect l="l" t="t" r="r" b="b"/>
              <a:pathLst>
                <a:path w="26689" h="15290" extrusionOk="0">
                  <a:moveTo>
                    <a:pt x="457" y="0"/>
                  </a:moveTo>
                  <a:lnTo>
                    <a:pt x="1" y="821"/>
                  </a:lnTo>
                  <a:lnTo>
                    <a:pt x="26202" y="15289"/>
                  </a:lnTo>
                  <a:lnTo>
                    <a:pt x="26688" y="14469"/>
                  </a:lnTo>
                  <a:lnTo>
                    <a:pt x="4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4147;p111">
              <a:extLst>
                <a:ext uri="{FF2B5EF4-FFF2-40B4-BE49-F238E27FC236}">
                  <a16:creationId xmlns:a16="http://schemas.microsoft.com/office/drawing/2014/main" id="{F326485A-E91C-D597-D803-2469DA1DA77D}"/>
                </a:ext>
              </a:extLst>
            </p:cNvPr>
            <p:cNvSpPr/>
            <p:nvPr/>
          </p:nvSpPr>
          <p:spPr>
            <a:xfrm>
              <a:off x="5945675" y="3655350"/>
              <a:ext cx="503825" cy="292600"/>
            </a:xfrm>
            <a:custGeom>
              <a:avLst/>
              <a:gdLst/>
              <a:ahLst/>
              <a:cxnLst/>
              <a:rect l="l" t="t" r="r" b="b"/>
              <a:pathLst>
                <a:path w="20153" h="11704" extrusionOk="0">
                  <a:moveTo>
                    <a:pt x="456" y="1"/>
                  </a:moveTo>
                  <a:lnTo>
                    <a:pt x="0" y="852"/>
                  </a:lnTo>
                  <a:lnTo>
                    <a:pt x="19697" y="11703"/>
                  </a:lnTo>
                  <a:lnTo>
                    <a:pt x="20152" y="10882"/>
                  </a:lnTo>
                  <a:lnTo>
                    <a:pt x="4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5" name="Google Shape;4148;p111">
              <a:extLst>
                <a:ext uri="{FF2B5EF4-FFF2-40B4-BE49-F238E27FC236}">
                  <a16:creationId xmlns:a16="http://schemas.microsoft.com/office/drawing/2014/main" id="{152C163A-8485-8D07-C609-A2EB47041A86}"/>
                </a:ext>
              </a:extLst>
            </p:cNvPr>
            <p:cNvSpPr/>
            <p:nvPr/>
          </p:nvSpPr>
          <p:spPr>
            <a:xfrm>
              <a:off x="5907675" y="3724500"/>
              <a:ext cx="667200" cy="382250"/>
            </a:xfrm>
            <a:custGeom>
              <a:avLst/>
              <a:gdLst/>
              <a:ahLst/>
              <a:cxnLst/>
              <a:rect l="l" t="t" r="r" b="b"/>
              <a:pathLst>
                <a:path w="26688" h="15290" extrusionOk="0">
                  <a:moveTo>
                    <a:pt x="487" y="1"/>
                  </a:moveTo>
                  <a:lnTo>
                    <a:pt x="0" y="822"/>
                  </a:lnTo>
                  <a:lnTo>
                    <a:pt x="26232" y="15290"/>
                  </a:lnTo>
                  <a:lnTo>
                    <a:pt x="26688" y="14469"/>
                  </a:lnTo>
                  <a:lnTo>
                    <a:pt x="4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4149;p111">
              <a:extLst>
                <a:ext uri="{FF2B5EF4-FFF2-40B4-BE49-F238E27FC236}">
                  <a16:creationId xmlns:a16="http://schemas.microsoft.com/office/drawing/2014/main" id="{7A1C0EA4-43DF-F8EB-61CA-E4DD31FD8F6C}"/>
                </a:ext>
              </a:extLst>
            </p:cNvPr>
            <p:cNvSpPr/>
            <p:nvPr/>
          </p:nvSpPr>
          <p:spPr>
            <a:xfrm>
              <a:off x="5793675" y="3929675"/>
              <a:ext cx="402025" cy="237125"/>
            </a:xfrm>
            <a:custGeom>
              <a:avLst/>
              <a:gdLst/>
              <a:ahLst/>
              <a:cxnLst/>
              <a:rect l="l" t="t" r="r" b="b"/>
              <a:pathLst>
                <a:path w="16081" h="9485" extrusionOk="0">
                  <a:moveTo>
                    <a:pt x="457" y="1"/>
                  </a:moveTo>
                  <a:lnTo>
                    <a:pt x="1" y="852"/>
                  </a:lnTo>
                  <a:lnTo>
                    <a:pt x="15624" y="9484"/>
                  </a:lnTo>
                  <a:lnTo>
                    <a:pt x="16080" y="8633"/>
                  </a:lnTo>
                  <a:lnTo>
                    <a:pt x="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4150;p111">
              <a:extLst>
                <a:ext uri="{FF2B5EF4-FFF2-40B4-BE49-F238E27FC236}">
                  <a16:creationId xmlns:a16="http://schemas.microsoft.com/office/drawing/2014/main" id="{4A30ADAB-C4AF-094A-8F41-BBBFBEDCFC11}"/>
                </a:ext>
              </a:extLst>
            </p:cNvPr>
            <p:cNvSpPr/>
            <p:nvPr/>
          </p:nvSpPr>
          <p:spPr>
            <a:xfrm>
              <a:off x="5756450" y="3998825"/>
              <a:ext cx="646700" cy="371625"/>
            </a:xfrm>
            <a:custGeom>
              <a:avLst/>
              <a:gdLst/>
              <a:ahLst/>
              <a:cxnLst/>
              <a:rect l="l" t="t" r="r" b="b"/>
              <a:pathLst>
                <a:path w="25868" h="14865" extrusionOk="0">
                  <a:moveTo>
                    <a:pt x="457" y="1"/>
                  </a:moveTo>
                  <a:lnTo>
                    <a:pt x="1" y="821"/>
                  </a:lnTo>
                  <a:lnTo>
                    <a:pt x="25411" y="14864"/>
                  </a:lnTo>
                  <a:lnTo>
                    <a:pt x="25867" y="14043"/>
                  </a:lnTo>
                  <a:lnTo>
                    <a:pt x="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4151;p111">
              <a:extLst>
                <a:ext uri="{FF2B5EF4-FFF2-40B4-BE49-F238E27FC236}">
                  <a16:creationId xmlns:a16="http://schemas.microsoft.com/office/drawing/2014/main" id="{7EC87182-D7D6-1D73-2507-F1F15FC61361}"/>
                </a:ext>
              </a:extLst>
            </p:cNvPr>
            <p:cNvSpPr/>
            <p:nvPr/>
          </p:nvSpPr>
          <p:spPr>
            <a:xfrm>
              <a:off x="6238225" y="3450200"/>
              <a:ext cx="349575" cy="348800"/>
            </a:xfrm>
            <a:custGeom>
              <a:avLst/>
              <a:gdLst/>
              <a:ahLst/>
              <a:cxnLst/>
              <a:rect l="l" t="t" r="r" b="b"/>
              <a:pathLst>
                <a:path w="13983" h="13952" extrusionOk="0">
                  <a:moveTo>
                    <a:pt x="8390" y="0"/>
                  </a:moveTo>
                  <a:lnTo>
                    <a:pt x="6171" y="4073"/>
                  </a:lnTo>
                  <a:lnTo>
                    <a:pt x="2098" y="1824"/>
                  </a:lnTo>
                  <a:lnTo>
                    <a:pt x="0" y="5562"/>
                  </a:lnTo>
                  <a:lnTo>
                    <a:pt x="4104" y="7842"/>
                  </a:lnTo>
                  <a:lnTo>
                    <a:pt x="1885" y="11915"/>
                  </a:lnTo>
                  <a:lnTo>
                    <a:pt x="5593" y="13952"/>
                  </a:lnTo>
                  <a:lnTo>
                    <a:pt x="7843" y="9879"/>
                  </a:lnTo>
                  <a:lnTo>
                    <a:pt x="11916" y="12128"/>
                  </a:lnTo>
                  <a:lnTo>
                    <a:pt x="13983" y="8420"/>
                  </a:lnTo>
                  <a:lnTo>
                    <a:pt x="9879" y="6170"/>
                  </a:lnTo>
                  <a:lnTo>
                    <a:pt x="12128" y="2067"/>
                  </a:lnTo>
                  <a:lnTo>
                    <a:pt x="839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4152;p111">
              <a:extLst>
                <a:ext uri="{FF2B5EF4-FFF2-40B4-BE49-F238E27FC236}">
                  <a16:creationId xmlns:a16="http://schemas.microsoft.com/office/drawing/2014/main" id="{672187FD-DE4B-FD97-6D0B-7899411BD531}"/>
                </a:ext>
              </a:extLst>
            </p:cNvPr>
            <p:cNvSpPr/>
            <p:nvPr/>
          </p:nvSpPr>
          <p:spPr>
            <a:xfrm>
              <a:off x="6569550" y="2783775"/>
              <a:ext cx="421750" cy="259900"/>
            </a:xfrm>
            <a:custGeom>
              <a:avLst/>
              <a:gdLst/>
              <a:ahLst/>
              <a:cxnLst/>
              <a:rect l="l" t="t" r="r" b="b"/>
              <a:pathLst>
                <a:path w="16870" h="10396" extrusionOk="0">
                  <a:moveTo>
                    <a:pt x="881" y="0"/>
                  </a:moveTo>
                  <a:lnTo>
                    <a:pt x="0" y="1550"/>
                  </a:lnTo>
                  <a:lnTo>
                    <a:pt x="16019" y="10395"/>
                  </a:lnTo>
                  <a:lnTo>
                    <a:pt x="16870" y="8815"/>
                  </a:lnTo>
                  <a:lnTo>
                    <a:pt x="8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4153;p111">
              <a:extLst>
                <a:ext uri="{FF2B5EF4-FFF2-40B4-BE49-F238E27FC236}">
                  <a16:creationId xmlns:a16="http://schemas.microsoft.com/office/drawing/2014/main" id="{618741D1-6E6D-0885-A0CF-66CE212E3D5C}"/>
                </a:ext>
              </a:extLst>
            </p:cNvPr>
            <p:cNvSpPr/>
            <p:nvPr/>
          </p:nvSpPr>
          <p:spPr>
            <a:xfrm>
              <a:off x="6498100" y="2543750"/>
              <a:ext cx="693050" cy="504950"/>
            </a:xfrm>
            <a:custGeom>
              <a:avLst/>
              <a:gdLst/>
              <a:ahLst/>
              <a:cxnLst/>
              <a:rect l="l" t="t" r="r" b="b"/>
              <a:pathLst>
                <a:path w="27722" h="20198" extrusionOk="0">
                  <a:moveTo>
                    <a:pt x="4491" y="1"/>
                  </a:moveTo>
                  <a:cubicBezTo>
                    <a:pt x="4115" y="1"/>
                    <a:pt x="3761" y="197"/>
                    <a:pt x="3557" y="543"/>
                  </a:cubicBezTo>
                  <a:lnTo>
                    <a:pt x="305" y="6440"/>
                  </a:lnTo>
                  <a:cubicBezTo>
                    <a:pt x="1" y="6987"/>
                    <a:pt x="183" y="7625"/>
                    <a:pt x="700" y="7929"/>
                  </a:cubicBezTo>
                  <a:lnTo>
                    <a:pt x="22676" y="20057"/>
                  </a:lnTo>
                  <a:cubicBezTo>
                    <a:pt x="22839" y="20153"/>
                    <a:pt x="23016" y="20197"/>
                    <a:pt x="23193" y="20197"/>
                  </a:cubicBezTo>
                  <a:cubicBezTo>
                    <a:pt x="23577" y="20197"/>
                    <a:pt x="23957" y="19986"/>
                    <a:pt x="24165" y="19632"/>
                  </a:cubicBezTo>
                  <a:lnTo>
                    <a:pt x="27418" y="13735"/>
                  </a:lnTo>
                  <a:cubicBezTo>
                    <a:pt x="27722" y="13218"/>
                    <a:pt x="27539" y="12550"/>
                    <a:pt x="26992" y="12246"/>
                  </a:cubicBezTo>
                  <a:lnTo>
                    <a:pt x="5047" y="148"/>
                  </a:lnTo>
                  <a:cubicBezTo>
                    <a:pt x="4866" y="48"/>
                    <a:pt x="4676" y="1"/>
                    <a:pt x="449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4154;p111">
              <a:extLst>
                <a:ext uri="{FF2B5EF4-FFF2-40B4-BE49-F238E27FC236}">
                  <a16:creationId xmlns:a16="http://schemas.microsoft.com/office/drawing/2014/main" id="{CD618925-388F-8AB0-F389-9F4C4D728F75}"/>
                </a:ext>
              </a:extLst>
            </p:cNvPr>
            <p:cNvSpPr/>
            <p:nvPr/>
          </p:nvSpPr>
          <p:spPr>
            <a:xfrm>
              <a:off x="6508750" y="2536800"/>
              <a:ext cx="147450" cy="226475"/>
            </a:xfrm>
            <a:custGeom>
              <a:avLst/>
              <a:gdLst/>
              <a:ahLst/>
              <a:cxnLst/>
              <a:rect l="l" t="t" r="r" b="b"/>
              <a:pathLst>
                <a:path w="5898" h="9059" extrusionOk="0">
                  <a:moveTo>
                    <a:pt x="4590" y="1"/>
                  </a:moveTo>
                  <a:lnTo>
                    <a:pt x="0" y="8329"/>
                  </a:lnTo>
                  <a:lnTo>
                    <a:pt x="1277" y="9058"/>
                  </a:lnTo>
                  <a:lnTo>
                    <a:pt x="5897" y="700"/>
                  </a:lnTo>
                  <a:lnTo>
                    <a:pt x="45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4155;p111">
              <a:extLst>
                <a:ext uri="{FF2B5EF4-FFF2-40B4-BE49-F238E27FC236}">
                  <a16:creationId xmlns:a16="http://schemas.microsoft.com/office/drawing/2014/main" id="{3A338179-B452-6558-3E0D-607C9A8CF9A9}"/>
                </a:ext>
              </a:extLst>
            </p:cNvPr>
            <p:cNvSpPr/>
            <p:nvPr/>
          </p:nvSpPr>
          <p:spPr>
            <a:xfrm>
              <a:off x="6583225" y="2577825"/>
              <a:ext cx="147425" cy="226475"/>
            </a:xfrm>
            <a:custGeom>
              <a:avLst/>
              <a:gdLst/>
              <a:ahLst/>
              <a:cxnLst/>
              <a:rect l="l" t="t" r="r" b="b"/>
              <a:pathLst>
                <a:path w="5897" h="9059" extrusionOk="0">
                  <a:moveTo>
                    <a:pt x="4620" y="1"/>
                  </a:moveTo>
                  <a:lnTo>
                    <a:pt x="0" y="8329"/>
                  </a:lnTo>
                  <a:lnTo>
                    <a:pt x="1307" y="9059"/>
                  </a:lnTo>
                  <a:lnTo>
                    <a:pt x="5897" y="700"/>
                  </a:lnTo>
                  <a:lnTo>
                    <a:pt x="46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4156;p111">
              <a:extLst>
                <a:ext uri="{FF2B5EF4-FFF2-40B4-BE49-F238E27FC236}">
                  <a16:creationId xmlns:a16="http://schemas.microsoft.com/office/drawing/2014/main" id="{B1C139D7-2289-7EE4-05E2-9580DB6AA254}"/>
                </a:ext>
              </a:extLst>
            </p:cNvPr>
            <p:cNvSpPr/>
            <p:nvPr/>
          </p:nvSpPr>
          <p:spPr>
            <a:xfrm>
              <a:off x="6657675" y="2618100"/>
              <a:ext cx="147450" cy="227250"/>
            </a:xfrm>
            <a:custGeom>
              <a:avLst/>
              <a:gdLst/>
              <a:ahLst/>
              <a:cxnLst/>
              <a:rect l="l" t="t" r="r" b="b"/>
              <a:pathLst>
                <a:path w="5898" h="9090" extrusionOk="0">
                  <a:moveTo>
                    <a:pt x="4621" y="1"/>
                  </a:moveTo>
                  <a:lnTo>
                    <a:pt x="1" y="8360"/>
                  </a:lnTo>
                  <a:lnTo>
                    <a:pt x="1308" y="9089"/>
                  </a:lnTo>
                  <a:lnTo>
                    <a:pt x="5898" y="730"/>
                  </a:lnTo>
                  <a:lnTo>
                    <a:pt x="46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4157;p111">
              <a:extLst>
                <a:ext uri="{FF2B5EF4-FFF2-40B4-BE49-F238E27FC236}">
                  <a16:creationId xmlns:a16="http://schemas.microsoft.com/office/drawing/2014/main" id="{4AADD280-8AEA-FCEE-B89A-2CAA5F1C371A}"/>
                </a:ext>
              </a:extLst>
            </p:cNvPr>
            <p:cNvSpPr/>
            <p:nvPr/>
          </p:nvSpPr>
          <p:spPr>
            <a:xfrm>
              <a:off x="6732150" y="2659150"/>
              <a:ext cx="147450" cy="226475"/>
            </a:xfrm>
            <a:custGeom>
              <a:avLst/>
              <a:gdLst/>
              <a:ahLst/>
              <a:cxnLst/>
              <a:rect l="l" t="t" r="r" b="b"/>
              <a:pathLst>
                <a:path w="5898" h="9059" extrusionOk="0">
                  <a:moveTo>
                    <a:pt x="4590" y="0"/>
                  </a:moveTo>
                  <a:lnTo>
                    <a:pt x="1" y="8359"/>
                  </a:lnTo>
                  <a:lnTo>
                    <a:pt x="1277" y="9058"/>
                  </a:lnTo>
                  <a:lnTo>
                    <a:pt x="5897" y="730"/>
                  </a:lnTo>
                  <a:lnTo>
                    <a:pt x="45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4158;p111">
              <a:extLst>
                <a:ext uri="{FF2B5EF4-FFF2-40B4-BE49-F238E27FC236}">
                  <a16:creationId xmlns:a16="http://schemas.microsoft.com/office/drawing/2014/main" id="{ABC4B8F0-2B69-505C-E11F-335C36AB4BC7}"/>
                </a:ext>
              </a:extLst>
            </p:cNvPr>
            <p:cNvSpPr/>
            <p:nvPr/>
          </p:nvSpPr>
          <p:spPr>
            <a:xfrm>
              <a:off x="6805875" y="2700175"/>
              <a:ext cx="148200" cy="226475"/>
            </a:xfrm>
            <a:custGeom>
              <a:avLst/>
              <a:gdLst/>
              <a:ahLst/>
              <a:cxnLst/>
              <a:rect l="l" t="t" r="r" b="b"/>
              <a:pathLst>
                <a:path w="5928" h="9059" extrusionOk="0">
                  <a:moveTo>
                    <a:pt x="4620" y="1"/>
                  </a:moveTo>
                  <a:lnTo>
                    <a:pt x="0" y="8329"/>
                  </a:lnTo>
                  <a:lnTo>
                    <a:pt x="1307" y="9059"/>
                  </a:lnTo>
                  <a:lnTo>
                    <a:pt x="5927" y="700"/>
                  </a:lnTo>
                  <a:lnTo>
                    <a:pt x="46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4159;p111">
              <a:extLst>
                <a:ext uri="{FF2B5EF4-FFF2-40B4-BE49-F238E27FC236}">
                  <a16:creationId xmlns:a16="http://schemas.microsoft.com/office/drawing/2014/main" id="{992943EA-1BD4-9D53-06CC-1C54C8FA7407}"/>
                </a:ext>
              </a:extLst>
            </p:cNvPr>
            <p:cNvSpPr/>
            <p:nvPr/>
          </p:nvSpPr>
          <p:spPr>
            <a:xfrm>
              <a:off x="6880325" y="2741975"/>
              <a:ext cx="147450" cy="226475"/>
            </a:xfrm>
            <a:custGeom>
              <a:avLst/>
              <a:gdLst/>
              <a:ahLst/>
              <a:cxnLst/>
              <a:rect l="l" t="t" r="r" b="b"/>
              <a:pathLst>
                <a:path w="5898" h="9059" extrusionOk="0">
                  <a:moveTo>
                    <a:pt x="4621" y="0"/>
                  </a:moveTo>
                  <a:lnTo>
                    <a:pt x="1" y="8359"/>
                  </a:lnTo>
                  <a:lnTo>
                    <a:pt x="1308" y="9058"/>
                  </a:lnTo>
                  <a:lnTo>
                    <a:pt x="5898" y="730"/>
                  </a:lnTo>
                  <a:lnTo>
                    <a:pt x="46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4160;p111">
              <a:extLst>
                <a:ext uri="{FF2B5EF4-FFF2-40B4-BE49-F238E27FC236}">
                  <a16:creationId xmlns:a16="http://schemas.microsoft.com/office/drawing/2014/main" id="{E6B63042-AF88-5468-79AD-FF2E9BE40FFD}"/>
                </a:ext>
              </a:extLst>
            </p:cNvPr>
            <p:cNvSpPr/>
            <p:nvPr/>
          </p:nvSpPr>
          <p:spPr>
            <a:xfrm>
              <a:off x="6955575" y="2783000"/>
              <a:ext cx="147425" cy="226475"/>
            </a:xfrm>
            <a:custGeom>
              <a:avLst/>
              <a:gdLst/>
              <a:ahLst/>
              <a:cxnLst/>
              <a:rect l="l" t="t" r="r" b="b"/>
              <a:pathLst>
                <a:path w="5897" h="9059" extrusionOk="0">
                  <a:moveTo>
                    <a:pt x="4620" y="1"/>
                  </a:moveTo>
                  <a:lnTo>
                    <a:pt x="0" y="8360"/>
                  </a:lnTo>
                  <a:lnTo>
                    <a:pt x="1307" y="9059"/>
                  </a:lnTo>
                  <a:lnTo>
                    <a:pt x="5897" y="730"/>
                  </a:lnTo>
                  <a:lnTo>
                    <a:pt x="46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4161;p111">
              <a:extLst>
                <a:ext uri="{FF2B5EF4-FFF2-40B4-BE49-F238E27FC236}">
                  <a16:creationId xmlns:a16="http://schemas.microsoft.com/office/drawing/2014/main" id="{6A52E883-24CC-94E6-A6EB-E73550812D64}"/>
                </a:ext>
              </a:extLst>
            </p:cNvPr>
            <p:cNvSpPr/>
            <p:nvPr/>
          </p:nvSpPr>
          <p:spPr>
            <a:xfrm>
              <a:off x="7030025" y="2823275"/>
              <a:ext cx="146700" cy="224950"/>
            </a:xfrm>
            <a:custGeom>
              <a:avLst/>
              <a:gdLst/>
              <a:ahLst/>
              <a:cxnLst/>
              <a:rect l="l" t="t" r="r" b="b"/>
              <a:pathLst>
                <a:path w="5868" h="8998" extrusionOk="0">
                  <a:moveTo>
                    <a:pt x="4591" y="1"/>
                  </a:moveTo>
                  <a:lnTo>
                    <a:pt x="1" y="8359"/>
                  </a:lnTo>
                  <a:lnTo>
                    <a:pt x="62" y="8420"/>
                  </a:lnTo>
                  <a:cubicBezTo>
                    <a:pt x="214" y="8481"/>
                    <a:pt x="396" y="8603"/>
                    <a:pt x="548" y="8663"/>
                  </a:cubicBezTo>
                  <a:cubicBezTo>
                    <a:pt x="791" y="8815"/>
                    <a:pt x="1004" y="8967"/>
                    <a:pt x="1308" y="8998"/>
                  </a:cubicBezTo>
                  <a:lnTo>
                    <a:pt x="5867" y="730"/>
                  </a:lnTo>
                  <a:lnTo>
                    <a:pt x="45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4162;p111">
              <a:extLst>
                <a:ext uri="{FF2B5EF4-FFF2-40B4-BE49-F238E27FC236}">
                  <a16:creationId xmlns:a16="http://schemas.microsoft.com/office/drawing/2014/main" id="{1FE48B7F-DF93-9D33-FCBD-0C3CC2402A91}"/>
                </a:ext>
              </a:extLst>
            </p:cNvPr>
            <p:cNvSpPr/>
            <p:nvPr/>
          </p:nvSpPr>
          <p:spPr>
            <a:xfrm>
              <a:off x="5576350" y="3014775"/>
              <a:ext cx="662650" cy="1220400"/>
            </a:xfrm>
            <a:custGeom>
              <a:avLst/>
              <a:gdLst/>
              <a:ahLst/>
              <a:cxnLst/>
              <a:rect l="l" t="t" r="r" b="b"/>
              <a:pathLst>
                <a:path w="26506" h="48816" extrusionOk="0">
                  <a:moveTo>
                    <a:pt x="26506" y="0"/>
                  </a:moveTo>
                  <a:cubicBezTo>
                    <a:pt x="24044" y="3891"/>
                    <a:pt x="21703" y="7903"/>
                    <a:pt x="19332" y="11915"/>
                  </a:cubicBezTo>
                  <a:lnTo>
                    <a:pt x="15928" y="17964"/>
                  </a:lnTo>
                  <a:lnTo>
                    <a:pt x="12585" y="24043"/>
                  </a:lnTo>
                  <a:lnTo>
                    <a:pt x="9302" y="30153"/>
                  </a:lnTo>
                  <a:lnTo>
                    <a:pt x="6110" y="36323"/>
                  </a:lnTo>
                  <a:cubicBezTo>
                    <a:pt x="3983" y="40457"/>
                    <a:pt x="1946" y="44591"/>
                    <a:pt x="1" y="48816"/>
                  </a:cubicBezTo>
                  <a:cubicBezTo>
                    <a:pt x="2524" y="44895"/>
                    <a:pt x="4864" y="40913"/>
                    <a:pt x="7174" y="36870"/>
                  </a:cubicBezTo>
                  <a:lnTo>
                    <a:pt x="10609" y="30852"/>
                  </a:lnTo>
                  <a:lnTo>
                    <a:pt x="13952" y="24773"/>
                  </a:lnTo>
                  <a:lnTo>
                    <a:pt x="17205" y="18633"/>
                  </a:lnTo>
                  <a:lnTo>
                    <a:pt x="20396" y="12493"/>
                  </a:lnTo>
                  <a:cubicBezTo>
                    <a:pt x="22524" y="8359"/>
                    <a:pt x="24591" y="4195"/>
                    <a:pt x="26506"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30">
          <a:extLst>
            <a:ext uri="{FF2B5EF4-FFF2-40B4-BE49-F238E27FC236}">
              <a16:creationId xmlns:a16="http://schemas.microsoft.com/office/drawing/2014/main" id="{EDF72B23-1054-FD49-554B-FAD9F83783F4}"/>
            </a:ext>
          </a:extLst>
        </p:cNvPr>
        <p:cNvGrpSpPr/>
        <p:nvPr/>
      </p:nvGrpSpPr>
      <p:grpSpPr>
        <a:xfrm>
          <a:off x="0" y="0"/>
          <a:ext cx="0" cy="0"/>
          <a:chOff x="0" y="0"/>
          <a:chExt cx="0" cy="0"/>
        </a:xfrm>
      </p:grpSpPr>
      <p:sp>
        <p:nvSpPr>
          <p:cNvPr id="4347" name="Google Shape;4347;p114">
            <a:extLst>
              <a:ext uri="{FF2B5EF4-FFF2-40B4-BE49-F238E27FC236}">
                <a16:creationId xmlns:a16="http://schemas.microsoft.com/office/drawing/2014/main" id="{E126B10E-BD97-0171-725F-53191F9B136E}"/>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APPROACHES</a:t>
            </a:r>
            <a:endParaRPr/>
          </a:p>
        </p:txBody>
      </p:sp>
      <p:sp>
        <p:nvSpPr>
          <p:cNvPr id="4353" name="Google Shape;4353;p114">
            <a:extLst>
              <a:ext uri="{FF2B5EF4-FFF2-40B4-BE49-F238E27FC236}">
                <a16:creationId xmlns:a16="http://schemas.microsoft.com/office/drawing/2014/main" id="{E4C7AF17-3C06-C481-174D-F372952EF876}"/>
              </a:ext>
            </a:extLst>
          </p:cNvPr>
          <p:cNvSpPr txBox="1"/>
          <p:nvPr/>
        </p:nvSpPr>
        <p:spPr>
          <a:xfrm>
            <a:off x="4959445" y="2690725"/>
            <a:ext cx="3400538" cy="431700"/>
          </a:xfrm>
          <a:prstGeom prst="rect">
            <a:avLst/>
          </a:prstGeom>
          <a:noFill/>
          <a:ln>
            <a:noFill/>
          </a:ln>
        </p:spPr>
        <p:txBody>
          <a:bodyPr spcFirstLastPara="1" wrap="square" lIns="91425" tIns="91425" rIns="91425" bIns="91425" anchor="ctr" anchorCtr="0">
            <a:noAutofit/>
          </a:bodyPr>
          <a:lstStyle/>
          <a:p>
            <a:pPr>
              <a:spcBef>
                <a:spcPts val="100"/>
              </a:spcBef>
              <a:buClr>
                <a:srgbClr val="191919"/>
              </a:buClr>
            </a:pPr>
            <a:r>
              <a:rPr lang="en-CA" sz="1600">
                <a:solidFill>
                  <a:schemeClr val="dk1"/>
                </a:solidFill>
                <a:latin typeface="Cairo"/>
                <a:ea typeface="Cairo"/>
                <a:cs typeface="Cairo"/>
                <a:sym typeface="Cairo"/>
              </a:rPr>
              <a:t>- Clustering on full dataset, portions (just diabetes), and greater and reduced columns brings little benefit</a:t>
            </a:r>
          </a:p>
          <a:p>
            <a:pPr>
              <a:spcBef>
                <a:spcPts val="100"/>
              </a:spcBef>
            </a:pPr>
            <a:endParaRPr lang="en-CA" sz="1600">
              <a:solidFill>
                <a:schemeClr val="dk1"/>
              </a:solidFill>
              <a:latin typeface="Cairo"/>
              <a:ea typeface="Cairo"/>
              <a:cs typeface="Cairo"/>
              <a:sym typeface="Cairo"/>
            </a:endParaRPr>
          </a:p>
          <a:p>
            <a:pPr>
              <a:spcBef>
                <a:spcPts val="100"/>
              </a:spcBef>
            </a:pPr>
            <a:r>
              <a:rPr lang="en-CA" sz="1600">
                <a:solidFill>
                  <a:schemeClr val="dk1"/>
                </a:solidFill>
                <a:latin typeface="Cairo"/>
                <a:ea typeface="Cairo"/>
                <a:cs typeface="Cairo"/>
                <a:sym typeface="Cairo"/>
              </a:rPr>
              <a:t>- Overlaying results shows no clear trend or pattern within population groups</a:t>
            </a:r>
            <a:endParaRPr lang="en-CA" sz="1600">
              <a:solidFill>
                <a:schemeClr val="dk1"/>
              </a:solidFill>
              <a:latin typeface="Cairo"/>
              <a:ea typeface="Cairo"/>
              <a:cs typeface="Cairo"/>
            </a:endParaRPr>
          </a:p>
        </p:txBody>
      </p:sp>
      <p:cxnSp>
        <p:nvCxnSpPr>
          <p:cNvPr id="4357" name="Google Shape;4357;p114">
            <a:extLst>
              <a:ext uri="{FF2B5EF4-FFF2-40B4-BE49-F238E27FC236}">
                <a16:creationId xmlns:a16="http://schemas.microsoft.com/office/drawing/2014/main" id="{7C394FD2-7C19-2155-3157-844350E871C1}"/>
              </a:ext>
            </a:extLst>
          </p:cNvPr>
          <p:cNvCxnSpPr/>
          <p:nvPr/>
        </p:nvCxnSpPr>
        <p:spPr>
          <a:xfrm>
            <a:off x="4575987" y="1385575"/>
            <a:ext cx="0" cy="3042000"/>
          </a:xfrm>
          <a:prstGeom prst="straightConnector1">
            <a:avLst/>
          </a:prstGeom>
          <a:noFill/>
          <a:ln w="19050" cap="flat" cmpd="sng">
            <a:solidFill>
              <a:schemeClr val="accent1"/>
            </a:solidFill>
            <a:prstDash val="solid"/>
            <a:round/>
            <a:headEnd type="none" w="med" len="med"/>
            <a:tailEnd type="none" w="med" len="med"/>
          </a:ln>
        </p:spPr>
      </p:cxnSp>
      <p:sp>
        <p:nvSpPr>
          <p:cNvPr id="4362" name="Google Shape;4362;p114">
            <a:extLst>
              <a:ext uri="{FF2B5EF4-FFF2-40B4-BE49-F238E27FC236}">
                <a16:creationId xmlns:a16="http://schemas.microsoft.com/office/drawing/2014/main" id="{C2C1E2FD-EF56-BE08-CB30-946D10F44693}"/>
              </a:ext>
            </a:extLst>
          </p:cNvPr>
          <p:cNvSpPr txBox="1"/>
          <p:nvPr/>
        </p:nvSpPr>
        <p:spPr>
          <a:xfrm>
            <a:off x="4682282" y="1173925"/>
            <a:ext cx="3677700" cy="41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2500">
                <a:solidFill>
                  <a:schemeClr val="dk2"/>
                </a:solidFill>
                <a:latin typeface="Bungee"/>
                <a:ea typeface="Bungee"/>
                <a:cs typeface="Bungee"/>
                <a:sym typeface="Bungee"/>
              </a:rPr>
              <a:t>Clustering</a:t>
            </a:r>
            <a:endParaRPr sz="2500">
              <a:solidFill>
                <a:schemeClr val="dk2"/>
              </a:solidFill>
              <a:latin typeface="Bungee"/>
              <a:ea typeface="Bungee"/>
              <a:cs typeface="Bungee"/>
              <a:sym typeface="Bungee"/>
            </a:endParaRPr>
          </a:p>
        </p:txBody>
      </p:sp>
      <p:sp>
        <p:nvSpPr>
          <p:cNvPr id="4363" name="Google Shape;4363;p114">
            <a:extLst>
              <a:ext uri="{FF2B5EF4-FFF2-40B4-BE49-F238E27FC236}">
                <a16:creationId xmlns:a16="http://schemas.microsoft.com/office/drawing/2014/main" id="{F2F0BCF0-733C-4A6F-0200-B6E2EFD71BE3}"/>
              </a:ext>
            </a:extLst>
          </p:cNvPr>
          <p:cNvSpPr txBox="1"/>
          <p:nvPr/>
        </p:nvSpPr>
        <p:spPr>
          <a:xfrm flipH="1">
            <a:off x="421111" y="1176752"/>
            <a:ext cx="4265066" cy="419400"/>
          </a:xfrm>
          <a:prstGeom prst="rect">
            <a:avLst/>
          </a:prstGeom>
          <a:noFill/>
          <a:ln>
            <a:noFill/>
          </a:ln>
        </p:spPr>
        <p:txBody>
          <a:bodyPr spcFirstLastPara="1" wrap="square" lIns="91425" tIns="91425" rIns="91425" bIns="91425" anchor="t" anchorCtr="0">
            <a:noAutofit/>
          </a:bodyPr>
          <a:lstStyle/>
          <a:p>
            <a:pPr algn="ctr"/>
            <a:r>
              <a:rPr lang="en-CA" sz="2500" dirty="0">
                <a:solidFill>
                  <a:schemeClr val="accent3"/>
                </a:solidFill>
                <a:latin typeface="Bungee"/>
                <a:ea typeface="Bungee"/>
                <a:cs typeface="Bungee"/>
                <a:sym typeface="Bungee"/>
              </a:rPr>
              <a:t>Linear Regression</a:t>
            </a:r>
          </a:p>
        </p:txBody>
      </p:sp>
      <p:sp>
        <p:nvSpPr>
          <p:cNvPr id="18" name="Google Shape;4353;p114">
            <a:extLst>
              <a:ext uri="{FF2B5EF4-FFF2-40B4-BE49-F238E27FC236}">
                <a16:creationId xmlns:a16="http://schemas.microsoft.com/office/drawing/2014/main" id="{EC170FD3-4F6A-2B94-65AD-24A4D5B3D6AC}"/>
              </a:ext>
            </a:extLst>
          </p:cNvPr>
          <p:cNvSpPr txBox="1"/>
          <p:nvPr/>
        </p:nvSpPr>
        <p:spPr>
          <a:xfrm>
            <a:off x="960202" y="1841675"/>
            <a:ext cx="3331045" cy="2428501"/>
          </a:xfrm>
          <a:prstGeom prst="rect">
            <a:avLst/>
          </a:prstGeom>
          <a:noFill/>
          <a:ln>
            <a:noFill/>
          </a:ln>
        </p:spPr>
        <p:txBody>
          <a:bodyPr spcFirstLastPara="1" wrap="square" lIns="91425" tIns="91425" rIns="91425" bIns="91425" anchor="ctr" anchorCtr="0">
            <a:noAutofit/>
          </a:bodyPr>
          <a:lstStyle/>
          <a:p>
            <a:pPr>
              <a:spcBef>
                <a:spcPts val="100"/>
              </a:spcBef>
              <a:buClr>
                <a:srgbClr val="191919"/>
              </a:buClr>
            </a:pPr>
            <a:r>
              <a:rPr lang="en-CA" sz="1600">
                <a:solidFill>
                  <a:schemeClr val="accent6"/>
                </a:solidFill>
                <a:latin typeface="Cairo"/>
                <a:ea typeface="Cairo"/>
                <a:cs typeface="Cairo"/>
                <a:sym typeface="Cairo"/>
              </a:rPr>
              <a:t>- Low test and train accuracy</a:t>
            </a:r>
            <a:endParaRPr lang="en-US">
              <a:solidFill>
                <a:schemeClr val="accent6"/>
              </a:solidFill>
            </a:endParaRPr>
          </a:p>
          <a:p>
            <a:pPr>
              <a:spcBef>
                <a:spcPts val="100"/>
              </a:spcBef>
            </a:pPr>
            <a:endParaRPr lang="en-CA" sz="1600">
              <a:solidFill>
                <a:schemeClr val="accent6"/>
              </a:solidFill>
              <a:latin typeface="Cairo"/>
              <a:ea typeface="Cairo"/>
              <a:cs typeface="Cairo"/>
              <a:sym typeface="Cairo"/>
            </a:endParaRPr>
          </a:p>
          <a:p>
            <a:pPr>
              <a:spcBef>
                <a:spcPts val="100"/>
              </a:spcBef>
              <a:buClr>
                <a:srgbClr val="191919"/>
              </a:buClr>
            </a:pPr>
            <a:r>
              <a:rPr lang="en-CA" sz="1600">
                <a:solidFill>
                  <a:schemeClr val="accent6"/>
                </a:solidFill>
                <a:latin typeface="Cairo"/>
                <a:ea typeface="Cairo"/>
                <a:cs typeface="Cairo"/>
                <a:sym typeface="Cairo"/>
              </a:rPr>
              <a:t>- Regularization brings no change (lasso, ridge, combined)</a:t>
            </a:r>
            <a:endParaRPr lang="en-CA" sz="1600">
              <a:solidFill>
                <a:schemeClr val="accent6"/>
              </a:solidFill>
              <a:latin typeface="Cairo"/>
              <a:ea typeface="Cairo"/>
              <a:cs typeface="Cairo"/>
            </a:endParaRPr>
          </a:p>
          <a:p>
            <a:pPr>
              <a:spcBef>
                <a:spcPts val="100"/>
              </a:spcBef>
            </a:pPr>
            <a:endParaRPr lang="en-CA" sz="1600">
              <a:solidFill>
                <a:schemeClr val="accent6"/>
              </a:solidFill>
              <a:latin typeface="Cairo"/>
              <a:ea typeface="Cairo"/>
              <a:cs typeface="Cairo"/>
              <a:sym typeface="Cairo"/>
            </a:endParaRPr>
          </a:p>
          <a:p>
            <a:pPr>
              <a:spcBef>
                <a:spcPts val="100"/>
              </a:spcBef>
              <a:buClr>
                <a:srgbClr val="191919"/>
              </a:buClr>
            </a:pPr>
            <a:r>
              <a:rPr lang="en-CA" sz="1600">
                <a:solidFill>
                  <a:schemeClr val="accent6"/>
                </a:solidFill>
                <a:latin typeface="Cairo"/>
                <a:ea typeface="Cairo"/>
                <a:cs typeface="Cairo"/>
                <a:sym typeface="Cairo"/>
              </a:rPr>
              <a:t>- Testing unprocessed dataset for greater flexibility (no change)</a:t>
            </a:r>
            <a:endParaRPr lang="en-CA" sz="1600">
              <a:solidFill>
                <a:schemeClr val="accent6"/>
              </a:solidFill>
              <a:latin typeface="Cairo"/>
              <a:ea typeface="Cairo"/>
              <a:cs typeface="Cairo"/>
            </a:endParaRPr>
          </a:p>
          <a:p>
            <a:pPr>
              <a:spcBef>
                <a:spcPts val="100"/>
              </a:spcBef>
            </a:pPr>
            <a:endParaRPr lang="en-CA" sz="1600">
              <a:solidFill>
                <a:schemeClr val="accent6"/>
              </a:solidFill>
              <a:latin typeface="Cairo"/>
              <a:ea typeface="Cairo"/>
              <a:cs typeface="Cairo"/>
              <a:sym typeface="Cairo"/>
            </a:endParaRPr>
          </a:p>
          <a:p>
            <a:pPr>
              <a:spcBef>
                <a:spcPts val="100"/>
              </a:spcBef>
              <a:buClr>
                <a:srgbClr val="191919"/>
              </a:buClr>
            </a:pPr>
            <a:r>
              <a:rPr lang="en-CA" sz="1600">
                <a:solidFill>
                  <a:schemeClr val="accent6"/>
                </a:solidFill>
                <a:latin typeface="Cairo"/>
                <a:ea typeface="Cairo"/>
                <a:cs typeface="Cairo"/>
                <a:sym typeface="Cairo"/>
              </a:rPr>
              <a:t>- Interaction terms bring small value</a:t>
            </a:r>
            <a:endParaRPr lang="en-CA" sz="1600">
              <a:solidFill>
                <a:schemeClr val="accent6"/>
              </a:solidFill>
              <a:latin typeface="Cairo"/>
              <a:ea typeface="Cairo"/>
              <a:cs typeface="Cairo"/>
            </a:endParaRPr>
          </a:p>
        </p:txBody>
      </p:sp>
    </p:spTree>
    <p:extLst>
      <p:ext uri="{BB962C8B-B14F-4D97-AF65-F5344CB8AC3E}">
        <p14:creationId xmlns:p14="http://schemas.microsoft.com/office/powerpoint/2010/main" val="41754753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188">
          <a:extLst>
            <a:ext uri="{FF2B5EF4-FFF2-40B4-BE49-F238E27FC236}">
              <a16:creationId xmlns:a16="http://schemas.microsoft.com/office/drawing/2014/main" id="{EAD8B213-1DB2-35A6-FF6C-BB93942E9D7B}"/>
            </a:ext>
          </a:extLst>
        </p:cNvPr>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4B238775-5CCE-08CE-E85A-F937266472C4}"/>
              </a:ext>
            </a:extLst>
          </p:cNvPr>
          <p:cNvGraphicFramePr>
            <a:graphicFrameLocks/>
          </p:cNvGraphicFramePr>
          <p:nvPr>
            <p:custDataLst>
              <p:tags r:id="rId1"/>
            </p:custDataLst>
            <p:extLst>
              <p:ext uri="{D42A27DB-BD31-4B8C-83A1-F6EECF244321}">
                <p14:modId xmlns:p14="http://schemas.microsoft.com/office/powerpoint/2010/main" val="35208051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2" name="think-cell data - do not delete" hidden="1">
                        <a:extLst>
                          <a:ext uri="{FF2B5EF4-FFF2-40B4-BE49-F238E27FC236}">
                            <a16:creationId xmlns:a16="http://schemas.microsoft.com/office/drawing/2014/main" id="{4B238775-5CCE-08CE-E85A-F937266472C4}"/>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189" name="Google Shape;4189;p112">
            <a:extLst>
              <a:ext uri="{FF2B5EF4-FFF2-40B4-BE49-F238E27FC236}">
                <a16:creationId xmlns:a16="http://schemas.microsoft.com/office/drawing/2014/main" id="{C0672A3E-68A2-B541-7877-05690117BD2C}"/>
              </a:ext>
            </a:extLst>
          </p:cNvPr>
          <p:cNvSpPr txBox="1">
            <a:spLocks noGrp="1"/>
          </p:cNvSpPr>
          <p:nvPr>
            <p:ph type="title"/>
          </p:nvPr>
        </p:nvSpPr>
        <p:spPr>
          <a:xfrm>
            <a:off x="713225" y="368825"/>
            <a:ext cx="7721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MODEL SELECTION</a:t>
            </a:r>
            <a:endParaRPr/>
          </a:p>
        </p:txBody>
      </p:sp>
      <p:sp>
        <p:nvSpPr>
          <p:cNvPr id="4264" name="Google Shape;4264;p112">
            <a:extLst>
              <a:ext uri="{FF2B5EF4-FFF2-40B4-BE49-F238E27FC236}">
                <a16:creationId xmlns:a16="http://schemas.microsoft.com/office/drawing/2014/main" id="{5E392C41-AAA3-737A-79ED-535D74B18B92}"/>
              </a:ext>
            </a:extLst>
          </p:cNvPr>
          <p:cNvSpPr txBox="1">
            <a:spLocks noGrp="1"/>
          </p:cNvSpPr>
          <p:nvPr>
            <p:ph type="title" idx="2"/>
          </p:nvPr>
        </p:nvSpPr>
        <p:spPr>
          <a:xfrm>
            <a:off x="777987" y="1191154"/>
            <a:ext cx="3195485" cy="310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CA" sz="2000">
                <a:solidFill>
                  <a:schemeClr val="accent3"/>
                </a:solidFill>
              </a:rPr>
              <a:t>LINEAR Regression</a:t>
            </a:r>
          </a:p>
        </p:txBody>
      </p:sp>
      <p:sp>
        <p:nvSpPr>
          <p:cNvPr id="4266" name="Google Shape;4266;p112">
            <a:extLst>
              <a:ext uri="{FF2B5EF4-FFF2-40B4-BE49-F238E27FC236}">
                <a16:creationId xmlns:a16="http://schemas.microsoft.com/office/drawing/2014/main" id="{ADA92C7F-1FF0-2ADA-F109-901601287D4A}"/>
              </a:ext>
            </a:extLst>
          </p:cNvPr>
          <p:cNvSpPr txBox="1">
            <a:spLocks noGrp="1"/>
          </p:cNvSpPr>
          <p:nvPr>
            <p:ph type="title" idx="3"/>
          </p:nvPr>
        </p:nvSpPr>
        <p:spPr>
          <a:xfrm>
            <a:off x="5170529" y="1165028"/>
            <a:ext cx="3681458" cy="3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000"/>
              <a:t>LOGISTIC Regression</a:t>
            </a:r>
            <a:endParaRPr sz="2000"/>
          </a:p>
        </p:txBody>
      </p:sp>
      <p:sp>
        <p:nvSpPr>
          <p:cNvPr id="4267" name="Google Shape;4267;p112">
            <a:extLst>
              <a:ext uri="{FF2B5EF4-FFF2-40B4-BE49-F238E27FC236}">
                <a16:creationId xmlns:a16="http://schemas.microsoft.com/office/drawing/2014/main" id="{1401F082-DFBF-5DB7-02E8-F4FEDDC5611B}"/>
              </a:ext>
            </a:extLst>
          </p:cNvPr>
          <p:cNvSpPr txBox="1">
            <a:spLocks noGrp="1"/>
          </p:cNvSpPr>
          <p:nvPr>
            <p:ph type="subTitle" idx="4"/>
          </p:nvPr>
        </p:nvSpPr>
        <p:spPr>
          <a:xfrm>
            <a:off x="1794294" y="4647853"/>
            <a:ext cx="2306100" cy="634200"/>
          </a:xfrm>
          <a:prstGeom prst="rect">
            <a:avLst/>
          </a:prstGeom>
        </p:spPr>
        <p:txBody>
          <a:bodyPr spcFirstLastPara="1" wrap="square" lIns="91425" tIns="91425" rIns="91425" bIns="91425" anchor="t" anchorCtr="0">
            <a:noAutofit/>
          </a:bodyPr>
          <a:lstStyle/>
          <a:p>
            <a:pPr marL="0" indent="0"/>
            <a:r>
              <a:rPr lang="en-CA"/>
              <a:t>R^2: 0.293</a:t>
            </a:r>
          </a:p>
        </p:txBody>
      </p:sp>
      <p:pic>
        <p:nvPicPr>
          <p:cNvPr id="6" name="Picture 5" descr="A graph with blue and white bars&#10;&#10;AI-generated content may be incorrect.">
            <a:extLst>
              <a:ext uri="{FF2B5EF4-FFF2-40B4-BE49-F238E27FC236}">
                <a16:creationId xmlns:a16="http://schemas.microsoft.com/office/drawing/2014/main" id="{976F8061-DE3A-239A-B94B-FE74A61BA547}"/>
              </a:ext>
            </a:extLst>
          </p:cNvPr>
          <p:cNvPicPr>
            <a:picLocks noChangeAspect="1"/>
          </p:cNvPicPr>
          <p:nvPr/>
        </p:nvPicPr>
        <p:blipFill>
          <a:blip r:embed="rId6"/>
          <a:stretch>
            <a:fillRect/>
          </a:stretch>
        </p:blipFill>
        <p:spPr>
          <a:xfrm>
            <a:off x="4694665" y="1621604"/>
            <a:ext cx="4106480" cy="2883895"/>
          </a:xfrm>
          <a:prstGeom prst="rect">
            <a:avLst/>
          </a:prstGeom>
        </p:spPr>
      </p:pic>
      <p:sp>
        <p:nvSpPr>
          <p:cNvPr id="7" name="Google Shape;4267;p112">
            <a:extLst>
              <a:ext uri="{FF2B5EF4-FFF2-40B4-BE49-F238E27FC236}">
                <a16:creationId xmlns:a16="http://schemas.microsoft.com/office/drawing/2014/main" id="{99F79D9C-A4B1-E948-174E-60AAB3FAD833}"/>
              </a:ext>
            </a:extLst>
          </p:cNvPr>
          <p:cNvSpPr txBox="1">
            <a:spLocks/>
          </p:cNvSpPr>
          <p:nvPr/>
        </p:nvSpPr>
        <p:spPr>
          <a:xfrm>
            <a:off x="6326486" y="4622677"/>
            <a:ext cx="2306100" cy="634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1pPr>
            <a:lvl2pPr marL="914400" marR="0" lvl="1"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2pPr>
            <a:lvl3pPr marL="1371600" marR="0" lvl="2"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3pPr>
            <a:lvl4pPr marL="1828800" marR="0" lvl="3"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4pPr>
            <a:lvl5pPr marL="2286000" marR="0" lvl="4"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5pPr>
            <a:lvl6pPr marL="2743200" marR="0" lvl="5"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6pPr>
            <a:lvl7pPr marL="3200400" marR="0" lvl="6"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7pPr>
            <a:lvl8pPr marL="3657600" marR="0" lvl="7"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8pPr>
            <a:lvl9pPr marL="4114800" marR="0" lvl="8" indent="-317500" algn="ctr" rtl="0">
              <a:lnSpc>
                <a:spcPct val="100000"/>
              </a:lnSpc>
              <a:spcBef>
                <a:spcPts val="0"/>
              </a:spcBef>
              <a:spcAft>
                <a:spcPts val="0"/>
              </a:spcAft>
              <a:buClr>
                <a:schemeClr val="dk1"/>
              </a:buClr>
              <a:buSzPts val="1600"/>
              <a:buFont typeface="Cairo"/>
              <a:buNone/>
              <a:defRPr sz="1600" b="0" i="0" u="none" strike="noStrike" cap="none">
                <a:solidFill>
                  <a:schemeClr val="dk1"/>
                </a:solidFill>
                <a:latin typeface="Cairo"/>
                <a:ea typeface="Cairo"/>
                <a:cs typeface="Cairo"/>
                <a:sym typeface="Cairo"/>
              </a:defRPr>
            </a:lvl9pPr>
          </a:lstStyle>
          <a:p>
            <a:pPr marL="0" indent="0"/>
            <a:r>
              <a:rPr lang="en-CA"/>
              <a:t>AUC: 0.804</a:t>
            </a:r>
          </a:p>
        </p:txBody>
      </p:sp>
      <p:pic>
        <p:nvPicPr>
          <p:cNvPr id="11" name="Graphic 10" descr="Checkmark with solid fill">
            <a:extLst>
              <a:ext uri="{FF2B5EF4-FFF2-40B4-BE49-F238E27FC236}">
                <a16:creationId xmlns:a16="http://schemas.microsoft.com/office/drawing/2014/main" id="{DD7F96C2-8782-A9AA-557B-6477190A12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06149" y="4229100"/>
            <a:ext cx="914400" cy="914400"/>
          </a:xfrm>
          <a:prstGeom prst="rect">
            <a:avLst/>
          </a:prstGeom>
        </p:spPr>
      </p:pic>
      <p:pic>
        <p:nvPicPr>
          <p:cNvPr id="5" name="Picture 4">
            <a:extLst>
              <a:ext uri="{FF2B5EF4-FFF2-40B4-BE49-F238E27FC236}">
                <a16:creationId xmlns:a16="http://schemas.microsoft.com/office/drawing/2014/main" id="{7EB10911-4901-966C-7CCC-322D803478AE}"/>
              </a:ext>
            </a:extLst>
          </p:cNvPr>
          <p:cNvPicPr>
            <a:picLocks noChangeAspect="1"/>
          </p:cNvPicPr>
          <p:nvPr/>
        </p:nvPicPr>
        <p:blipFill>
          <a:blip r:embed="rId9"/>
          <a:stretch>
            <a:fillRect/>
          </a:stretch>
        </p:blipFill>
        <p:spPr>
          <a:xfrm>
            <a:off x="462516" y="1621604"/>
            <a:ext cx="4020274" cy="2883895"/>
          </a:xfrm>
          <a:prstGeom prst="rect">
            <a:avLst/>
          </a:prstGeom>
        </p:spPr>
      </p:pic>
    </p:spTree>
    <p:extLst>
      <p:ext uri="{BB962C8B-B14F-4D97-AF65-F5344CB8AC3E}">
        <p14:creationId xmlns:p14="http://schemas.microsoft.com/office/powerpoint/2010/main" val="751682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C9CB2-81D3-564E-B83A-32A69DAFF18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5086233-3E26-A2EB-49D5-E2D8D3A9B3A0}"/>
              </a:ext>
            </a:extLst>
          </p:cNvPr>
          <p:cNvSpPr>
            <a:spLocks noGrp="1"/>
          </p:cNvSpPr>
          <p:nvPr>
            <p:ph type="body" idx="1"/>
          </p:nvPr>
        </p:nvSpPr>
        <p:spPr>
          <a:xfrm>
            <a:off x="4933712" y="1415470"/>
            <a:ext cx="3702667" cy="3243504"/>
          </a:xfrm>
        </p:spPr>
        <p:txBody>
          <a:bodyPr/>
          <a:lstStyle/>
          <a:p>
            <a:pPr marL="152400" indent="0">
              <a:buNone/>
            </a:pPr>
            <a:r>
              <a:rPr lang="en-CA" sz="1400" b="1"/>
              <a:t>Highest Coefficient — </a:t>
            </a:r>
            <a:r>
              <a:rPr lang="en-CA" sz="1400" b="1" i="1" err="1"/>
              <a:t>Checkup_Past_Year</a:t>
            </a:r>
            <a:br>
              <a:rPr lang="en-CA" sz="1400"/>
            </a:br>
            <a:endParaRPr lang="en-CA" sz="800"/>
          </a:p>
          <a:p>
            <a:pPr marL="152400" indent="0">
              <a:buNone/>
            </a:pPr>
            <a:r>
              <a:rPr lang="en-CA" sz="1400" b="1"/>
              <a:t>Lowest Coefficient — </a:t>
            </a:r>
            <a:r>
              <a:rPr lang="en-CA" sz="1400" b="1" i="1"/>
              <a:t>Exercise</a:t>
            </a:r>
            <a:br>
              <a:rPr lang="en-CA" sz="1400"/>
            </a:br>
            <a:endParaRPr lang="en-CA" altLang="ko-KR" sz="800"/>
          </a:p>
          <a:p>
            <a:pPr marL="152400" indent="0">
              <a:buNone/>
            </a:pPr>
            <a:r>
              <a:rPr lang="en-CA" sz="1400" b="1"/>
              <a:t>Additional Insights</a:t>
            </a:r>
            <a:endParaRPr lang="en-CA" sz="1400"/>
          </a:p>
          <a:p>
            <a:r>
              <a:rPr lang="en-CA" sz="1400">
                <a:solidFill>
                  <a:schemeClr val="accent1">
                    <a:lumMod val="60000"/>
                    <a:lumOff val="40000"/>
                  </a:schemeClr>
                </a:solidFill>
              </a:rPr>
              <a:t>The negative coefficient for </a:t>
            </a:r>
            <a:r>
              <a:rPr lang="en-CA" sz="1400" i="1">
                <a:solidFill>
                  <a:schemeClr val="accent1">
                    <a:lumMod val="60000"/>
                    <a:lumOff val="40000"/>
                  </a:schemeClr>
                </a:solidFill>
              </a:rPr>
              <a:t>Drinker</a:t>
            </a:r>
            <a:r>
              <a:rPr lang="en-CA" sz="1400">
                <a:solidFill>
                  <a:schemeClr val="accent1"/>
                </a:solidFill>
              </a:rPr>
              <a:t> </a:t>
            </a:r>
            <a:r>
              <a:rPr lang="en-CA" sz="1400"/>
              <a:t> suggests that reduced alcohol consumption may be a behavioral change following a diabetes diagnosis.</a:t>
            </a:r>
          </a:p>
          <a:p>
            <a:r>
              <a:rPr lang="en-CA" sz="1400"/>
              <a:t>Compared with other racial groups, </a:t>
            </a:r>
            <a:r>
              <a:rPr lang="en-CA" sz="1400">
                <a:solidFill>
                  <a:schemeClr val="accent1">
                    <a:lumMod val="60000"/>
                    <a:lumOff val="40000"/>
                  </a:schemeClr>
                </a:solidFill>
              </a:rPr>
              <a:t>Asians show a higher estimated risk </a:t>
            </a:r>
            <a:r>
              <a:rPr lang="en-CA" sz="1400"/>
              <a:t>of diabetes in our model.</a:t>
            </a:r>
          </a:p>
          <a:p>
            <a:r>
              <a:rPr lang="en-CA" sz="1400"/>
              <a:t>Interaction terms do not yield interpretable or meaningful effects in this specification.</a:t>
            </a:r>
          </a:p>
        </p:txBody>
      </p:sp>
      <p:sp>
        <p:nvSpPr>
          <p:cNvPr id="3" name="Title 2">
            <a:extLst>
              <a:ext uri="{FF2B5EF4-FFF2-40B4-BE49-F238E27FC236}">
                <a16:creationId xmlns:a16="http://schemas.microsoft.com/office/drawing/2014/main" id="{9FFDC6CB-11F6-5E71-BA79-BA45EEC238E0}"/>
              </a:ext>
            </a:extLst>
          </p:cNvPr>
          <p:cNvSpPr>
            <a:spLocks noGrp="1"/>
          </p:cNvSpPr>
          <p:nvPr>
            <p:ph type="title"/>
          </p:nvPr>
        </p:nvSpPr>
        <p:spPr/>
        <p:txBody>
          <a:bodyPr/>
          <a:lstStyle/>
          <a:p>
            <a:r>
              <a:rPr lang="en-CA"/>
              <a:t>Results of Model</a:t>
            </a:r>
            <a:br>
              <a:rPr lang="en-CA"/>
            </a:br>
            <a:endParaRPr lang="en-CA"/>
          </a:p>
        </p:txBody>
      </p:sp>
      <p:pic>
        <p:nvPicPr>
          <p:cNvPr id="5" name="Picture 4" descr="A computer screen shot of a number&#10;&#10;AI-generated content may be incorrect.">
            <a:extLst>
              <a:ext uri="{FF2B5EF4-FFF2-40B4-BE49-F238E27FC236}">
                <a16:creationId xmlns:a16="http://schemas.microsoft.com/office/drawing/2014/main" id="{C8E8CBAB-7A01-7AD9-ACA1-044B99C2A239}"/>
              </a:ext>
            </a:extLst>
          </p:cNvPr>
          <p:cNvPicPr>
            <a:picLocks noChangeAspect="1"/>
          </p:cNvPicPr>
          <p:nvPr/>
        </p:nvPicPr>
        <p:blipFill>
          <a:blip r:embed="rId4"/>
          <a:srcRect r="23418"/>
          <a:stretch>
            <a:fillRect/>
          </a:stretch>
        </p:blipFill>
        <p:spPr>
          <a:xfrm>
            <a:off x="239993" y="1137424"/>
            <a:ext cx="3874807" cy="3799597"/>
          </a:xfrm>
          <a:prstGeom prst="rect">
            <a:avLst/>
          </a:prstGeom>
        </p:spPr>
      </p:pic>
      <p:sp>
        <p:nvSpPr>
          <p:cNvPr id="6" name="Rectangle 5">
            <a:extLst>
              <a:ext uri="{FF2B5EF4-FFF2-40B4-BE49-F238E27FC236}">
                <a16:creationId xmlns:a16="http://schemas.microsoft.com/office/drawing/2014/main" id="{DF89BACE-3800-D851-C36D-0644223DC04F}"/>
              </a:ext>
            </a:extLst>
          </p:cNvPr>
          <p:cNvSpPr/>
          <p:nvPr/>
        </p:nvSpPr>
        <p:spPr>
          <a:xfrm>
            <a:off x="239991" y="3741822"/>
            <a:ext cx="2783685" cy="49588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6E04129-4755-F81D-8D31-8F43EC5176BE}"/>
              </a:ext>
            </a:extLst>
          </p:cNvPr>
          <p:cNvSpPr/>
          <p:nvPr/>
        </p:nvSpPr>
        <p:spPr>
          <a:xfrm>
            <a:off x="239987" y="1763781"/>
            <a:ext cx="2783685" cy="1931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F61EA31-7864-C655-18AC-70640595D6AC}"/>
              </a:ext>
            </a:extLst>
          </p:cNvPr>
          <p:cNvSpPr/>
          <p:nvPr/>
        </p:nvSpPr>
        <p:spPr>
          <a:xfrm>
            <a:off x="239989" y="4389111"/>
            <a:ext cx="2783685" cy="54791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4CDDEE-05F2-AB68-D3AF-44E9A79072F0}"/>
              </a:ext>
            </a:extLst>
          </p:cNvPr>
          <p:cNvSpPr/>
          <p:nvPr/>
        </p:nvSpPr>
        <p:spPr>
          <a:xfrm>
            <a:off x="239988" y="3232760"/>
            <a:ext cx="2783685" cy="1931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66A043-44EC-2C13-C231-31F0E42E48A1}"/>
              </a:ext>
            </a:extLst>
          </p:cNvPr>
          <p:cNvSpPr/>
          <p:nvPr/>
        </p:nvSpPr>
        <p:spPr>
          <a:xfrm>
            <a:off x="239986" y="3419521"/>
            <a:ext cx="2783685" cy="19319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computer screen shot of a number&#10;&#10;AI-generated content may be incorrect.">
            <a:extLst>
              <a:ext uri="{FF2B5EF4-FFF2-40B4-BE49-F238E27FC236}">
                <a16:creationId xmlns:a16="http://schemas.microsoft.com/office/drawing/2014/main" id="{5C05F2A9-759A-C93C-5D13-34194127DC43}"/>
              </a:ext>
            </a:extLst>
          </p:cNvPr>
          <p:cNvPicPr>
            <a:picLocks noChangeAspect="1"/>
          </p:cNvPicPr>
          <p:nvPr/>
        </p:nvPicPr>
        <p:blipFill>
          <a:blip r:embed="rId4"/>
          <a:srcRect l="88997" r="644"/>
          <a:stretch>
            <a:fillRect/>
          </a:stretch>
        </p:blipFill>
        <p:spPr>
          <a:xfrm>
            <a:off x="4114800" y="1137424"/>
            <a:ext cx="524108" cy="3799597"/>
          </a:xfrm>
          <a:prstGeom prst="rect">
            <a:avLst/>
          </a:prstGeom>
        </p:spPr>
      </p:pic>
    </p:spTree>
    <p:extLst>
      <p:ext uri="{BB962C8B-B14F-4D97-AF65-F5344CB8AC3E}">
        <p14:creationId xmlns:p14="http://schemas.microsoft.com/office/powerpoint/2010/main" val="575569723"/>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A7C1-ED0A-09C7-402D-64649F1D37A6}"/>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2E7A5F63-0832-F756-5186-F6D8B0EC93D6}"/>
              </a:ext>
            </a:extLst>
          </p:cNvPr>
          <p:cNvGraphicFramePr>
            <a:graphicFrameLocks/>
          </p:cNvGraphicFramePr>
          <p:nvPr>
            <p:custDataLst>
              <p:tags r:id="rId1"/>
            </p:custDataLst>
            <p:extLst>
              <p:ext uri="{D42A27DB-BD31-4B8C-83A1-F6EECF244321}">
                <p14:modId xmlns:p14="http://schemas.microsoft.com/office/powerpoint/2010/main" val="2050436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3" name="think-cell data - do not delete" hidden="1">
                        <a:extLst>
                          <a:ext uri="{FF2B5EF4-FFF2-40B4-BE49-F238E27FC236}">
                            <a16:creationId xmlns:a16="http://schemas.microsoft.com/office/drawing/2014/main" id="{2E7A5F63-0832-F756-5186-F6D8B0EC93D6}"/>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0D786212-F4DA-0E49-7FDD-3CF909BFF847}"/>
              </a:ext>
            </a:extLst>
          </p:cNvPr>
          <p:cNvSpPr>
            <a:spLocks noGrp="1"/>
          </p:cNvSpPr>
          <p:nvPr>
            <p:ph type="body" idx="1"/>
          </p:nvPr>
        </p:nvSpPr>
        <p:spPr>
          <a:xfrm>
            <a:off x="4701315" y="1335878"/>
            <a:ext cx="4331172" cy="3807622"/>
          </a:xfrm>
        </p:spPr>
        <p:txBody>
          <a:bodyPr/>
          <a:lstStyle/>
          <a:p>
            <a:pPr marL="438150" indent="-285750">
              <a:buFont typeface="Arial" panose="020B0604020202020204" pitchFamily="34" charset="0"/>
              <a:buChar char="•"/>
            </a:pPr>
            <a:r>
              <a:rPr lang="en-US" altLang="ko-KR" sz="1400">
                <a:solidFill>
                  <a:schemeClr val="accent6"/>
                </a:solidFill>
              </a:rPr>
              <a:t>Older people with high BMI may have a higher risk of diabetes compared to younger individuals.</a:t>
            </a:r>
          </a:p>
          <a:p>
            <a:pPr marL="152400" indent="0">
              <a:buNone/>
            </a:pPr>
            <a:r>
              <a:rPr lang="en-US" altLang="ko-KR" sz="1400">
                <a:solidFill>
                  <a:schemeClr val="accent1">
                    <a:lumMod val="60000"/>
                    <a:lumOff val="40000"/>
                  </a:schemeClr>
                </a:solidFill>
              </a:rPr>
              <a:t>       </a:t>
            </a:r>
            <a:r>
              <a:rPr lang="ko-KR" altLang="en-US" sz="1400">
                <a:solidFill>
                  <a:schemeClr val="accent1">
                    <a:lumMod val="60000"/>
                    <a:lumOff val="40000"/>
                  </a:schemeClr>
                </a:solidFill>
              </a:rPr>
              <a:t>→ </a:t>
            </a:r>
            <a:r>
              <a:rPr lang="en-US" altLang="ko-KR" sz="1400">
                <a:solidFill>
                  <a:schemeClr val="accent1">
                    <a:lumMod val="60000"/>
                    <a:lumOff val="40000"/>
                  </a:schemeClr>
                </a:solidFill>
              </a:rPr>
              <a:t>  </a:t>
            </a:r>
            <a:r>
              <a:rPr lang="en-CA" sz="1400">
                <a:solidFill>
                  <a:schemeClr val="accent1">
                    <a:lumMod val="60000"/>
                    <a:lumOff val="40000"/>
                  </a:schemeClr>
                </a:solidFill>
              </a:rPr>
              <a:t>Its magnitude is extremely small, </a:t>
            </a:r>
            <a:r>
              <a:rPr lang="en-US" sz="1400">
                <a:solidFill>
                  <a:schemeClr val="accent1">
                    <a:lumMod val="60000"/>
                    <a:lumOff val="40000"/>
                  </a:schemeClr>
                </a:solidFill>
              </a:rPr>
              <a:t>and     </a:t>
            </a:r>
          </a:p>
          <a:p>
            <a:pPr marL="152400" indent="0">
              <a:buNone/>
            </a:pPr>
            <a:r>
              <a:rPr lang="en-US" sz="1400">
                <a:solidFill>
                  <a:schemeClr val="accent1">
                    <a:lumMod val="60000"/>
                    <a:lumOff val="40000"/>
                  </a:schemeClr>
                </a:solidFill>
              </a:rPr>
              <a:t>              </a:t>
            </a:r>
            <a:r>
              <a:rPr lang="en-CA" sz="1400">
                <a:solidFill>
                  <a:schemeClr val="accent1">
                    <a:lumMod val="60000"/>
                    <a:lumOff val="40000"/>
                  </a:schemeClr>
                </a:solidFill>
              </a:rPr>
              <a:t>practical impact is negligible.</a:t>
            </a:r>
          </a:p>
          <a:p>
            <a:pPr marL="152400" indent="0">
              <a:buNone/>
            </a:pPr>
            <a:endParaRPr lang="en-US" altLang="ko-KR" sz="900">
              <a:solidFill>
                <a:schemeClr val="accent1"/>
              </a:solidFill>
            </a:endParaRPr>
          </a:p>
          <a:p>
            <a:pPr marL="438150" indent="-285750">
              <a:buFont typeface="Arial" panose="020B0604020202020204" pitchFamily="34" charset="0"/>
              <a:buChar char="•"/>
            </a:pPr>
            <a:r>
              <a:rPr lang="en-US" altLang="ko-KR" sz="1400">
                <a:solidFill>
                  <a:schemeClr val="accent6"/>
                </a:solidFill>
              </a:rPr>
              <a:t>Heart disease/heart attack history is likely to increase the probability of diabetes.</a:t>
            </a:r>
          </a:p>
          <a:p>
            <a:pPr marL="152400" indent="0">
              <a:buNone/>
            </a:pPr>
            <a:r>
              <a:rPr lang="en-US" altLang="ko-KR" sz="1400">
                <a:solidFill>
                  <a:schemeClr val="accent1">
                    <a:lumMod val="60000"/>
                    <a:lumOff val="40000"/>
                  </a:schemeClr>
                </a:solidFill>
              </a:rPr>
              <a:t>       </a:t>
            </a:r>
            <a:r>
              <a:rPr lang="ko-KR" altLang="en-US" sz="1400">
                <a:solidFill>
                  <a:schemeClr val="accent1">
                    <a:lumMod val="60000"/>
                    <a:lumOff val="40000"/>
                  </a:schemeClr>
                </a:solidFill>
              </a:rPr>
              <a:t>→ </a:t>
            </a:r>
            <a:r>
              <a:rPr lang="en-US" altLang="ko-KR" sz="1400">
                <a:solidFill>
                  <a:schemeClr val="accent1">
                    <a:lumMod val="60000"/>
                    <a:lumOff val="40000"/>
                  </a:schemeClr>
                </a:solidFill>
              </a:rPr>
              <a:t>  Heart disease history </a:t>
            </a:r>
            <a:r>
              <a:rPr lang="en-CA" sz="1400">
                <a:solidFill>
                  <a:schemeClr val="accent1">
                    <a:lumMod val="60000"/>
                    <a:lumOff val="40000"/>
                  </a:schemeClr>
                </a:solidFill>
              </a:rPr>
              <a:t>indicates a moderate </a:t>
            </a:r>
          </a:p>
          <a:p>
            <a:pPr marL="152400" indent="0">
              <a:buNone/>
            </a:pPr>
            <a:r>
              <a:rPr lang="en-CA" sz="1400">
                <a:solidFill>
                  <a:schemeClr val="accent1">
                    <a:lumMod val="60000"/>
                    <a:lumOff val="40000"/>
                  </a:schemeClr>
                </a:solidFill>
              </a:rPr>
              <a:t>              positive relationship</a:t>
            </a:r>
            <a:r>
              <a:rPr lang="ko-KR" altLang="en-US" sz="1400">
                <a:solidFill>
                  <a:schemeClr val="accent1">
                    <a:lumMod val="60000"/>
                    <a:lumOff val="40000"/>
                  </a:schemeClr>
                </a:solidFill>
              </a:rPr>
              <a:t> </a:t>
            </a:r>
            <a:r>
              <a:rPr lang="en-US" altLang="ko-KR" sz="1400">
                <a:solidFill>
                  <a:schemeClr val="accent1">
                    <a:lumMod val="60000"/>
                    <a:lumOff val="40000"/>
                  </a:schemeClr>
                </a:solidFill>
              </a:rPr>
              <a:t>with</a:t>
            </a:r>
            <a:r>
              <a:rPr lang="ko-KR" altLang="en-US" sz="1400">
                <a:solidFill>
                  <a:schemeClr val="accent1">
                    <a:lumMod val="60000"/>
                    <a:lumOff val="40000"/>
                  </a:schemeClr>
                </a:solidFill>
              </a:rPr>
              <a:t> </a:t>
            </a:r>
            <a:r>
              <a:rPr lang="en-US" altLang="ko-KR" sz="1400">
                <a:solidFill>
                  <a:schemeClr val="accent1">
                    <a:lumMod val="60000"/>
                    <a:lumOff val="40000"/>
                  </a:schemeClr>
                </a:solidFill>
              </a:rPr>
              <a:t>having</a:t>
            </a:r>
            <a:r>
              <a:rPr lang="ko-KR" altLang="en-US" sz="1400">
                <a:solidFill>
                  <a:schemeClr val="accent1">
                    <a:lumMod val="60000"/>
                    <a:lumOff val="40000"/>
                  </a:schemeClr>
                </a:solidFill>
              </a:rPr>
              <a:t> </a:t>
            </a:r>
            <a:r>
              <a:rPr lang="en-CA" sz="1400">
                <a:solidFill>
                  <a:schemeClr val="accent1">
                    <a:lumMod val="60000"/>
                    <a:lumOff val="40000"/>
                  </a:schemeClr>
                </a:solidFill>
              </a:rPr>
              <a:t>diabetes.</a:t>
            </a:r>
          </a:p>
          <a:p>
            <a:pPr marL="152400" indent="0">
              <a:buNone/>
            </a:pPr>
            <a:endParaRPr lang="en-US" altLang="ko-KR" sz="900">
              <a:solidFill>
                <a:schemeClr val="accent1"/>
              </a:solidFill>
            </a:endParaRPr>
          </a:p>
          <a:p>
            <a:pPr marL="438150" indent="-285750">
              <a:buFont typeface="Arial" panose="020B0604020202020204" pitchFamily="34" charset="0"/>
              <a:buChar char="•"/>
            </a:pPr>
            <a:r>
              <a:rPr lang="en-US" sz="1400">
                <a:solidFill>
                  <a:schemeClr val="accent6"/>
                </a:solidFill>
              </a:rPr>
              <a:t>Younger people are less likely to have diabetes.</a:t>
            </a:r>
          </a:p>
          <a:p>
            <a:pPr marL="438150" indent="-285750">
              <a:buFont typeface="Arial" panose="020B0604020202020204" pitchFamily="34" charset="0"/>
              <a:buChar char="•"/>
            </a:pPr>
            <a:r>
              <a:rPr lang="en-US" altLang="ko-KR" sz="1400">
                <a:solidFill>
                  <a:schemeClr val="accent6"/>
                </a:solidFill>
              </a:rPr>
              <a:t>Smoking and heavy alcohol consumption often co-occur and may jointly increase diabetes risk more than each factor alone.</a:t>
            </a:r>
            <a:endParaRPr lang="en-US" sz="1400">
              <a:solidFill>
                <a:schemeClr val="accent6"/>
              </a:solidFill>
            </a:endParaRPr>
          </a:p>
          <a:p>
            <a:pPr marL="152400" indent="0">
              <a:buNone/>
            </a:pPr>
            <a:r>
              <a:rPr lang="en-US" altLang="ko-KR" sz="1400">
                <a:solidFill>
                  <a:schemeClr val="accent1">
                    <a:lumMod val="60000"/>
                    <a:lumOff val="40000"/>
                  </a:schemeClr>
                </a:solidFill>
              </a:rPr>
              <a:t>       </a:t>
            </a:r>
            <a:r>
              <a:rPr lang="ko-KR" altLang="en-US" sz="1400">
                <a:solidFill>
                  <a:schemeClr val="accent1">
                    <a:lumMod val="60000"/>
                    <a:lumOff val="40000"/>
                  </a:schemeClr>
                </a:solidFill>
              </a:rPr>
              <a:t>→ </a:t>
            </a:r>
            <a:r>
              <a:rPr lang="en-US" altLang="ko-KR" sz="1400">
                <a:solidFill>
                  <a:schemeClr val="accent1">
                    <a:lumMod val="60000"/>
                    <a:lumOff val="40000"/>
                  </a:schemeClr>
                </a:solidFill>
              </a:rPr>
              <a:t>  </a:t>
            </a:r>
            <a:r>
              <a:rPr lang="en-CA" sz="1400">
                <a:solidFill>
                  <a:schemeClr val="accent1">
                    <a:lumMod val="60000"/>
                    <a:lumOff val="40000"/>
                  </a:schemeClr>
                </a:solidFill>
              </a:rPr>
              <a:t>Its </a:t>
            </a:r>
            <a:r>
              <a:rPr lang="en-US" sz="1400">
                <a:solidFill>
                  <a:schemeClr val="accent1">
                    <a:lumMod val="60000"/>
                    <a:lumOff val="40000"/>
                  </a:schemeClr>
                </a:solidFill>
              </a:rPr>
              <a:t>p-value is larger than 0.05 and its    </a:t>
            </a:r>
          </a:p>
          <a:p>
            <a:pPr marL="152400" indent="0">
              <a:buNone/>
            </a:pPr>
            <a:r>
              <a:rPr lang="en-US" sz="1400">
                <a:solidFill>
                  <a:schemeClr val="accent1">
                    <a:lumMod val="60000"/>
                    <a:lumOff val="40000"/>
                  </a:schemeClr>
                </a:solidFill>
              </a:rPr>
              <a:t>               impact not meaningful statistically.</a:t>
            </a:r>
            <a:endParaRPr lang="en-US" altLang="ko-KR" sz="1400">
              <a:solidFill>
                <a:schemeClr val="accent1">
                  <a:lumMod val="60000"/>
                  <a:lumOff val="40000"/>
                </a:schemeClr>
              </a:solidFill>
            </a:endParaRPr>
          </a:p>
          <a:p>
            <a:pPr marL="152400" indent="0">
              <a:buNone/>
            </a:pPr>
            <a:endParaRPr lang="en-US" sz="1400">
              <a:solidFill>
                <a:schemeClr val="accent6"/>
              </a:solidFill>
            </a:endParaRPr>
          </a:p>
          <a:p>
            <a:pPr marL="438150" indent="-285750">
              <a:buFont typeface="Arial" panose="020B0604020202020204" pitchFamily="34" charset="0"/>
              <a:buChar char="•"/>
            </a:pPr>
            <a:endParaRPr lang="ko-KR" altLang="en-US" sz="1600">
              <a:solidFill>
                <a:schemeClr val="accent6"/>
              </a:solidFill>
            </a:endParaRPr>
          </a:p>
          <a:p>
            <a:pPr marL="438150" indent="-285750">
              <a:buFont typeface="Arial" panose="020B0604020202020204" pitchFamily="34" charset="0"/>
              <a:buChar char="•"/>
            </a:pPr>
            <a:endParaRPr lang="ko-KR" altLang="en-US" sz="1600">
              <a:solidFill>
                <a:schemeClr val="accent6"/>
              </a:solidFill>
            </a:endParaRPr>
          </a:p>
          <a:p>
            <a:pPr marL="438150" indent="-285750">
              <a:buFont typeface="Arial" panose="020B0604020202020204" pitchFamily="34" charset="0"/>
              <a:buChar char="•"/>
            </a:pPr>
            <a:endParaRPr lang="en-US" altLang="ko-KR" sz="1600" b="1"/>
          </a:p>
        </p:txBody>
      </p:sp>
      <p:sp>
        <p:nvSpPr>
          <p:cNvPr id="3" name="Title 2">
            <a:extLst>
              <a:ext uri="{FF2B5EF4-FFF2-40B4-BE49-F238E27FC236}">
                <a16:creationId xmlns:a16="http://schemas.microsoft.com/office/drawing/2014/main" id="{853B314B-134E-871C-252A-4A7D1A2F1809}"/>
              </a:ext>
            </a:extLst>
          </p:cNvPr>
          <p:cNvSpPr>
            <a:spLocks noGrp="1"/>
          </p:cNvSpPr>
          <p:nvPr>
            <p:ph type="title"/>
          </p:nvPr>
        </p:nvSpPr>
        <p:spPr/>
        <p:txBody>
          <a:bodyPr vert="horz" rIns="91425"/>
          <a:lstStyle/>
          <a:p>
            <a:r>
              <a:rPr lang="en-US" altLang="ko-KR"/>
              <a:t>Hypothesis</a:t>
            </a:r>
            <a:r>
              <a:rPr lang="ko-KR" altLang="en-US"/>
              <a:t> </a:t>
            </a:r>
            <a:r>
              <a:rPr lang="en-US" altLang="ko-KR"/>
              <a:t>testing</a:t>
            </a:r>
            <a:endParaRPr lang="en-CA"/>
          </a:p>
        </p:txBody>
      </p:sp>
      <p:pic>
        <p:nvPicPr>
          <p:cNvPr id="10" name="Picture 9" descr="A computer screen shot of a number&#10;&#10;AI-generated content may be incorrect.">
            <a:extLst>
              <a:ext uri="{FF2B5EF4-FFF2-40B4-BE49-F238E27FC236}">
                <a16:creationId xmlns:a16="http://schemas.microsoft.com/office/drawing/2014/main" id="{E576CB37-AA27-F370-F8D6-A4510A54AE8D}"/>
              </a:ext>
            </a:extLst>
          </p:cNvPr>
          <p:cNvPicPr>
            <a:picLocks noChangeAspect="1"/>
          </p:cNvPicPr>
          <p:nvPr/>
        </p:nvPicPr>
        <p:blipFill>
          <a:blip r:embed="rId7"/>
          <a:srcRect r="23418"/>
          <a:stretch>
            <a:fillRect/>
          </a:stretch>
        </p:blipFill>
        <p:spPr>
          <a:xfrm>
            <a:off x="239988" y="1137424"/>
            <a:ext cx="3874807" cy="3799597"/>
          </a:xfrm>
          <a:prstGeom prst="rect">
            <a:avLst/>
          </a:prstGeom>
        </p:spPr>
      </p:pic>
      <p:sp>
        <p:nvSpPr>
          <p:cNvPr id="12" name="Rectangle 11">
            <a:extLst>
              <a:ext uri="{FF2B5EF4-FFF2-40B4-BE49-F238E27FC236}">
                <a16:creationId xmlns:a16="http://schemas.microsoft.com/office/drawing/2014/main" id="{2771F714-9AE2-AED7-EFB0-5C60CE6ECC3A}"/>
              </a:ext>
            </a:extLst>
          </p:cNvPr>
          <p:cNvSpPr/>
          <p:nvPr/>
        </p:nvSpPr>
        <p:spPr>
          <a:xfrm>
            <a:off x="239988" y="1929161"/>
            <a:ext cx="2783685" cy="384371"/>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computer screen shot of a number&#10;&#10;AI-generated content may be incorrect.">
            <a:extLst>
              <a:ext uri="{FF2B5EF4-FFF2-40B4-BE49-F238E27FC236}">
                <a16:creationId xmlns:a16="http://schemas.microsoft.com/office/drawing/2014/main" id="{610F2B35-D6C1-D256-08B8-1C329D52E8B2}"/>
              </a:ext>
            </a:extLst>
          </p:cNvPr>
          <p:cNvPicPr>
            <a:picLocks noChangeAspect="1"/>
          </p:cNvPicPr>
          <p:nvPr/>
        </p:nvPicPr>
        <p:blipFill>
          <a:blip r:embed="rId7"/>
          <a:srcRect l="88997" r="644"/>
          <a:stretch>
            <a:fillRect/>
          </a:stretch>
        </p:blipFill>
        <p:spPr>
          <a:xfrm>
            <a:off x="4114800" y="1137424"/>
            <a:ext cx="524108" cy="3799597"/>
          </a:xfrm>
          <a:prstGeom prst="rect">
            <a:avLst/>
          </a:prstGeom>
        </p:spPr>
      </p:pic>
      <p:sp>
        <p:nvSpPr>
          <p:cNvPr id="14" name="Rectangle 13">
            <a:extLst>
              <a:ext uri="{FF2B5EF4-FFF2-40B4-BE49-F238E27FC236}">
                <a16:creationId xmlns:a16="http://schemas.microsoft.com/office/drawing/2014/main" id="{F462E33C-1F28-32E2-1571-4D7899150AF3}"/>
              </a:ext>
            </a:extLst>
          </p:cNvPr>
          <p:cNvSpPr/>
          <p:nvPr/>
        </p:nvSpPr>
        <p:spPr>
          <a:xfrm>
            <a:off x="239983" y="4371278"/>
            <a:ext cx="2783685" cy="24092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8798002"/>
      </p:ext>
    </p:extLst>
  </p:cSld>
  <p:clrMapOvr>
    <a:masterClrMapping/>
  </p:clrMapOvr>
  <p:extLst>
    <p:ext uri="{6950BFC3-D8DA-4A85-94F7-54DA5524770B}">
      <p188:commentRel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3DAF-71F6-8A86-FD6F-AFC829663312}"/>
            </a:ext>
          </a:extLst>
        </p:cNvPr>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E3C6F744-B86F-4B69-2425-F8693B536601}"/>
              </a:ext>
            </a:extLst>
          </p:cNvPr>
          <p:cNvGraphicFramePr>
            <a:graphicFrameLocks/>
          </p:cNvGraphicFramePr>
          <p:nvPr>
            <p:custDataLst>
              <p:tags r:id="rId1"/>
            </p:custDataLst>
            <p:extLst>
              <p:ext uri="{D42A27DB-BD31-4B8C-83A1-F6EECF244321}">
                <p14:modId xmlns:p14="http://schemas.microsoft.com/office/powerpoint/2010/main" val="343085513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9" name="think-cell data - do not delete" hidden="1">
                        <a:extLst>
                          <a:ext uri="{FF2B5EF4-FFF2-40B4-BE49-F238E27FC236}">
                            <a16:creationId xmlns:a16="http://schemas.microsoft.com/office/drawing/2014/main" id="{E3C6F744-B86F-4B69-2425-F8693B53660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7F8E04A2-3944-35F1-E760-156F844B6A1B}"/>
              </a:ext>
            </a:extLst>
          </p:cNvPr>
          <p:cNvSpPr>
            <a:spLocks noGrp="1"/>
          </p:cNvSpPr>
          <p:nvPr>
            <p:ph type="body" idx="1"/>
          </p:nvPr>
        </p:nvSpPr>
        <p:spPr>
          <a:xfrm>
            <a:off x="713226" y="1177390"/>
            <a:ext cx="1818102" cy="383729"/>
          </a:xfrm>
        </p:spPr>
        <p:txBody>
          <a:bodyPr/>
          <a:lstStyle/>
          <a:p>
            <a:pPr marL="152400" indent="0">
              <a:buNone/>
            </a:pPr>
            <a:r>
              <a:rPr lang="en-CA" sz="1400" b="1">
                <a:solidFill>
                  <a:schemeClr val="accent1"/>
                </a:solidFill>
              </a:rPr>
              <a:t>Threshold : 0.5 </a:t>
            </a:r>
            <a:endParaRPr lang="ko-KR" altLang="en-US" sz="1400" b="1">
              <a:solidFill>
                <a:schemeClr val="accent1"/>
              </a:solidFill>
            </a:endParaRPr>
          </a:p>
        </p:txBody>
      </p:sp>
      <p:sp>
        <p:nvSpPr>
          <p:cNvPr id="3" name="Title 2">
            <a:extLst>
              <a:ext uri="{FF2B5EF4-FFF2-40B4-BE49-F238E27FC236}">
                <a16:creationId xmlns:a16="http://schemas.microsoft.com/office/drawing/2014/main" id="{B6415CCD-3E5D-88FA-8FA3-3A4859F6BCF8}"/>
              </a:ext>
            </a:extLst>
          </p:cNvPr>
          <p:cNvSpPr>
            <a:spLocks noGrp="1"/>
          </p:cNvSpPr>
          <p:nvPr>
            <p:ph type="title"/>
          </p:nvPr>
        </p:nvSpPr>
        <p:spPr>
          <a:xfrm>
            <a:off x="709374" y="177436"/>
            <a:ext cx="7721400" cy="572700"/>
          </a:xfrm>
        </p:spPr>
        <p:txBody>
          <a:bodyPr vert="horz" rIns="91425"/>
          <a:lstStyle/>
          <a:p>
            <a:r>
              <a:rPr lang="en-CA"/>
              <a:t>Model</a:t>
            </a:r>
            <a:r>
              <a:rPr lang="ko-KR" altLang="en-US"/>
              <a:t> </a:t>
            </a:r>
            <a:r>
              <a:rPr lang="en-US" altLang="ko-KR"/>
              <a:t>accuracy</a:t>
            </a:r>
            <a:br>
              <a:rPr lang="en-CA"/>
            </a:br>
            <a:endParaRPr lang="en-CA"/>
          </a:p>
        </p:txBody>
      </p:sp>
      <p:pic>
        <p:nvPicPr>
          <p:cNvPr id="6" name="Picture 5" descr="A diagram of a confused matrix&#10;&#10;AI-generated content may be incorrect.">
            <a:extLst>
              <a:ext uri="{FF2B5EF4-FFF2-40B4-BE49-F238E27FC236}">
                <a16:creationId xmlns:a16="http://schemas.microsoft.com/office/drawing/2014/main" id="{6D518674-2FF7-6181-3458-82A9B5352B73}"/>
              </a:ext>
            </a:extLst>
          </p:cNvPr>
          <p:cNvPicPr>
            <a:picLocks noChangeAspect="1"/>
          </p:cNvPicPr>
          <p:nvPr/>
        </p:nvPicPr>
        <p:blipFill>
          <a:blip r:embed="rId6"/>
          <a:srcRect l="1687" t="1387" r="17971"/>
          <a:stretch>
            <a:fillRect/>
          </a:stretch>
        </p:blipFill>
        <p:spPr>
          <a:xfrm>
            <a:off x="490654" y="1656692"/>
            <a:ext cx="2230244" cy="2378595"/>
          </a:xfrm>
          <a:prstGeom prst="rect">
            <a:avLst/>
          </a:prstGeom>
        </p:spPr>
      </p:pic>
      <p:pic>
        <p:nvPicPr>
          <p:cNvPr id="8" name="Picture 7" descr="A graph of a positive rate&#10;&#10;AI-generated content may be incorrect.">
            <a:extLst>
              <a:ext uri="{FF2B5EF4-FFF2-40B4-BE49-F238E27FC236}">
                <a16:creationId xmlns:a16="http://schemas.microsoft.com/office/drawing/2014/main" id="{4900F75E-AB73-1B1F-8145-DFDA6FBB969B}"/>
              </a:ext>
            </a:extLst>
          </p:cNvPr>
          <p:cNvPicPr>
            <a:picLocks noChangeAspect="1"/>
          </p:cNvPicPr>
          <p:nvPr/>
        </p:nvPicPr>
        <p:blipFill>
          <a:blip r:embed="rId7"/>
          <a:srcRect t="5898"/>
          <a:stretch>
            <a:fillRect/>
          </a:stretch>
        </p:blipFill>
        <p:spPr>
          <a:xfrm>
            <a:off x="6023019" y="1656691"/>
            <a:ext cx="2630327" cy="2378595"/>
          </a:xfrm>
          <a:prstGeom prst="rect">
            <a:avLst/>
          </a:prstGeom>
        </p:spPr>
      </p:pic>
      <p:pic>
        <p:nvPicPr>
          <p:cNvPr id="10" name="Picture 9" descr="A blue and white diagram with numbers and labels&#10;&#10;AI-generated content may be incorrect.">
            <a:extLst>
              <a:ext uri="{FF2B5EF4-FFF2-40B4-BE49-F238E27FC236}">
                <a16:creationId xmlns:a16="http://schemas.microsoft.com/office/drawing/2014/main" id="{B7C22B9E-5485-B364-EAC8-0D4D2B02C661}"/>
              </a:ext>
            </a:extLst>
          </p:cNvPr>
          <p:cNvPicPr>
            <a:picLocks noChangeAspect="1"/>
          </p:cNvPicPr>
          <p:nvPr/>
        </p:nvPicPr>
        <p:blipFill>
          <a:blip r:embed="rId8"/>
          <a:stretch>
            <a:fillRect/>
          </a:stretch>
        </p:blipFill>
        <p:spPr>
          <a:xfrm>
            <a:off x="2716077" y="1656691"/>
            <a:ext cx="2691748" cy="2378595"/>
          </a:xfrm>
          <a:prstGeom prst="rect">
            <a:avLst/>
          </a:prstGeom>
        </p:spPr>
      </p:pic>
      <p:sp>
        <p:nvSpPr>
          <p:cNvPr id="11" name="Text Placeholder 1">
            <a:extLst>
              <a:ext uri="{FF2B5EF4-FFF2-40B4-BE49-F238E27FC236}">
                <a16:creationId xmlns:a16="http://schemas.microsoft.com/office/drawing/2014/main" id="{532F6F9F-56BF-579D-0461-DBCC8D644E57}"/>
              </a:ext>
            </a:extLst>
          </p:cNvPr>
          <p:cNvSpPr txBox="1">
            <a:spLocks/>
          </p:cNvSpPr>
          <p:nvPr/>
        </p:nvSpPr>
        <p:spPr>
          <a:xfrm>
            <a:off x="3261855" y="1177390"/>
            <a:ext cx="1818102"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buFont typeface="Cairo"/>
              <a:buNone/>
            </a:pPr>
            <a:r>
              <a:rPr lang="en-CA" sz="1400" b="1">
                <a:solidFill>
                  <a:schemeClr val="accent1"/>
                </a:solidFill>
              </a:rPr>
              <a:t>Threshold : 0.3 </a:t>
            </a:r>
            <a:endParaRPr lang="ko-KR" altLang="en-US" sz="1400" b="1">
              <a:solidFill>
                <a:schemeClr val="accent1"/>
              </a:solidFill>
            </a:endParaRPr>
          </a:p>
        </p:txBody>
      </p:sp>
      <p:sp>
        <p:nvSpPr>
          <p:cNvPr id="12" name="Rectangle 11">
            <a:extLst>
              <a:ext uri="{FF2B5EF4-FFF2-40B4-BE49-F238E27FC236}">
                <a16:creationId xmlns:a16="http://schemas.microsoft.com/office/drawing/2014/main" id="{384D7F72-BEA2-A990-E805-DA152923E113}"/>
              </a:ext>
            </a:extLst>
          </p:cNvPr>
          <p:cNvSpPr/>
          <p:nvPr/>
        </p:nvSpPr>
        <p:spPr>
          <a:xfrm>
            <a:off x="942519" y="3072748"/>
            <a:ext cx="629804" cy="37297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21F15AD-C84D-1E47-5F82-281E7163EA1E}"/>
              </a:ext>
            </a:extLst>
          </p:cNvPr>
          <p:cNvSpPr/>
          <p:nvPr/>
        </p:nvSpPr>
        <p:spPr>
          <a:xfrm>
            <a:off x="3158825" y="3083899"/>
            <a:ext cx="629804" cy="37297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
            <a:extLst>
              <a:ext uri="{FF2B5EF4-FFF2-40B4-BE49-F238E27FC236}">
                <a16:creationId xmlns:a16="http://schemas.microsoft.com/office/drawing/2014/main" id="{6DD48282-846B-CDAE-A14F-013F2A9DDF33}"/>
              </a:ext>
            </a:extLst>
          </p:cNvPr>
          <p:cNvSpPr txBox="1">
            <a:spLocks/>
          </p:cNvSpPr>
          <p:nvPr/>
        </p:nvSpPr>
        <p:spPr>
          <a:xfrm>
            <a:off x="820628" y="4231445"/>
            <a:ext cx="3751372"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None/>
            </a:pPr>
            <a:r>
              <a:rPr lang="en-CA" sz="1600" dirty="0"/>
              <a:t>Given the health context, </a:t>
            </a:r>
          </a:p>
          <a:p>
            <a:pPr marL="152400" indent="0" algn="ctr">
              <a:buNone/>
            </a:pPr>
            <a:r>
              <a:rPr lang="en-CA" sz="1600" dirty="0"/>
              <a:t>minimizing false negatives is essential.</a:t>
            </a:r>
            <a:endParaRPr lang="ko-KR" altLang="en-US" sz="1600" dirty="0"/>
          </a:p>
        </p:txBody>
      </p:sp>
      <p:sp>
        <p:nvSpPr>
          <p:cNvPr id="15" name="Text Placeholder 1">
            <a:extLst>
              <a:ext uri="{FF2B5EF4-FFF2-40B4-BE49-F238E27FC236}">
                <a16:creationId xmlns:a16="http://schemas.microsoft.com/office/drawing/2014/main" id="{966EDDC8-D349-823D-02CB-6860F2ABD197}"/>
              </a:ext>
            </a:extLst>
          </p:cNvPr>
          <p:cNvSpPr txBox="1">
            <a:spLocks/>
          </p:cNvSpPr>
          <p:nvPr/>
        </p:nvSpPr>
        <p:spPr>
          <a:xfrm>
            <a:off x="6429131" y="1177390"/>
            <a:ext cx="1818102"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Font typeface="Cairo"/>
              <a:buNone/>
            </a:pPr>
            <a:r>
              <a:rPr lang="en-CA" altLang="ko-KR" sz="1400" b="1">
                <a:solidFill>
                  <a:schemeClr val="accent1"/>
                </a:solidFill>
              </a:rPr>
              <a:t>AUC: 0.804</a:t>
            </a:r>
            <a:endParaRPr lang="ko-KR" altLang="en-US" sz="1400" b="1">
              <a:solidFill>
                <a:schemeClr val="accent1"/>
              </a:solidFill>
            </a:endParaRPr>
          </a:p>
        </p:txBody>
      </p:sp>
      <p:cxnSp>
        <p:nvCxnSpPr>
          <p:cNvPr id="17" name="Straight Arrow Connector 16">
            <a:extLst>
              <a:ext uri="{FF2B5EF4-FFF2-40B4-BE49-F238E27FC236}">
                <a16:creationId xmlns:a16="http://schemas.microsoft.com/office/drawing/2014/main" id="{6BA7E4C5-BF36-C0D5-F010-A2A4F471F78D}"/>
              </a:ext>
            </a:extLst>
          </p:cNvPr>
          <p:cNvCxnSpPr/>
          <p:nvPr/>
        </p:nvCxnSpPr>
        <p:spPr>
          <a:xfrm>
            <a:off x="1628078" y="3248086"/>
            <a:ext cx="1449658" cy="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 Placeholder 1">
            <a:extLst>
              <a:ext uri="{FF2B5EF4-FFF2-40B4-BE49-F238E27FC236}">
                <a16:creationId xmlns:a16="http://schemas.microsoft.com/office/drawing/2014/main" id="{1E0B90D4-B4F8-1215-A6B9-427434B29FBA}"/>
              </a:ext>
            </a:extLst>
          </p:cNvPr>
          <p:cNvSpPr txBox="1">
            <a:spLocks/>
          </p:cNvSpPr>
          <p:nvPr/>
        </p:nvSpPr>
        <p:spPr>
          <a:xfrm>
            <a:off x="1012920" y="845708"/>
            <a:ext cx="3557154"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Font typeface="Cairo"/>
              <a:buNone/>
            </a:pPr>
            <a:r>
              <a:rPr lang="en-CA" sz="1600" b="1">
                <a:solidFill>
                  <a:schemeClr val="bg2"/>
                </a:solidFill>
              </a:rPr>
              <a:t>Confusion Matrix</a:t>
            </a:r>
            <a:endParaRPr lang="ko-KR" altLang="en-US" sz="1600" b="1">
              <a:solidFill>
                <a:schemeClr val="bg2"/>
              </a:solidFill>
            </a:endParaRPr>
          </a:p>
        </p:txBody>
      </p:sp>
      <p:sp>
        <p:nvSpPr>
          <p:cNvPr id="5" name="Text Placeholder 1">
            <a:extLst>
              <a:ext uri="{FF2B5EF4-FFF2-40B4-BE49-F238E27FC236}">
                <a16:creationId xmlns:a16="http://schemas.microsoft.com/office/drawing/2014/main" id="{9F2040B0-13AC-678F-D21C-F9BE6FB73DE1}"/>
              </a:ext>
            </a:extLst>
          </p:cNvPr>
          <p:cNvSpPr txBox="1">
            <a:spLocks/>
          </p:cNvSpPr>
          <p:nvPr/>
        </p:nvSpPr>
        <p:spPr>
          <a:xfrm>
            <a:off x="5810484" y="845707"/>
            <a:ext cx="2921821" cy="383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rgbClr val="D99C9C"/>
              </a:buClr>
              <a:buSzPts val="1200"/>
              <a:buFont typeface="Cairo"/>
              <a:buAutoNum type="arabicPeriod"/>
              <a:defRPr sz="1050" b="0" i="0" u="none" strike="noStrike" cap="none">
                <a:solidFill>
                  <a:schemeClr val="dk1"/>
                </a:solidFill>
                <a:latin typeface="Cairo"/>
                <a:ea typeface="Cairo"/>
                <a:cs typeface="Cairo"/>
                <a:sym typeface="Cairo"/>
              </a:defRPr>
            </a:lvl1pPr>
            <a:lvl2pPr marL="914400" marR="0" lvl="1"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2pPr>
            <a:lvl3pPr marL="1371600" marR="0" lvl="2"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3pPr>
            <a:lvl4pPr marL="1828800" marR="0" lvl="3"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4pPr>
            <a:lvl5pPr marL="2286000" marR="0" lvl="4"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5pPr>
            <a:lvl6pPr marL="2743200" marR="0" lvl="5"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6pPr>
            <a:lvl7pPr marL="3200400" marR="0" lvl="6" indent="-304800" algn="l" rtl="0">
              <a:lnSpc>
                <a:spcPct val="115000"/>
              </a:lnSpc>
              <a:spcBef>
                <a:spcPts val="0"/>
              </a:spcBef>
              <a:spcAft>
                <a:spcPts val="0"/>
              </a:spcAft>
              <a:buClr>
                <a:srgbClr val="434343"/>
              </a:buClr>
              <a:buSzPts val="1200"/>
              <a:buFont typeface="Roboto Condensed Light"/>
              <a:buAutoNum type="arabicPeriod"/>
              <a:defRPr sz="1400" b="0" i="0" u="none" strike="noStrike" cap="none">
                <a:solidFill>
                  <a:schemeClr val="dk1"/>
                </a:solidFill>
                <a:latin typeface="Cairo"/>
                <a:ea typeface="Cairo"/>
                <a:cs typeface="Cairo"/>
                <a:sym typeface="Cairo"/>
              </a:defRPr>
            </a:lvl7pPr>
            <a:lvl8pPr marL="3657600" marR="0" lvl="7" indent="-304800" algn="l" rtl="0">
              <a:lnSpc>
                <a:spcPct val="115000"/>
              </a:lnSpc>
              <a:spcBef>
                <a:spcPts val="0"/>
              </a:spcBef>
              <a:spcAft>
                <a:spcPts val="0"/>
              </a:spcAft>
              <a:buClr>
                <a:srgbClr val="434343"/>
              </a:buClr>
              <a:buSzPts val="1200"/>
              <a:buFont typeface="Roboto Condensed Light"/>
              <a:buAutoNum type="alphaLcPeriod"/>
              <a:defRPr sz="1400" b="0" i="0" u="none" strike="noStrike" cap="none">
                <a:solidFill>
                  <a:schemeClr val="dk1"/>
                </a:solidFill>
                <a:latin typeface="Cairo"/>
                <a:ea typeface="Cairo"/>
                <a:cs typeface="Cairo"/>
                <a:sym typeface="Cairo"/>
              </a:defRPr>
            </a:lvl8pPr>
            <a:lvl9pPr marL="4114800" marR="0" lvl="8" indent="-304800" algn="l" rtl="0">
              <a:lnSpc>
                <a:spcPct val="115000"/>
              </a:lnSpc>
              <a:spcBef>
                <a:spcPts val="0"/>
              </a:spcBef>
              <a:spcAft>
                <a:spcPts val="0"/>
              </a:spcAft>
              <a:buClr>
                <a:srgbClr val="434343"/>
              </a:buClr>
              <a:buSzPts val="1200"/>
              <a:buFont typeface="Roboto Condensed Light"/>
              <a:buAutoNum type="romanLcPeriod"/>
              <a:defRPr sz="1400" b="0" i="0" u="none" strike="noStrike" cap="none">
                <a:solidFill>
                  <a:schemeClr val="dk1"/>
                </a:solidFill>
                <a:latin typeface="Cairo"/>
                <a:ea typeface="Cairo"/>
                <a:cs typeface="Cairo"/>
                <a:sym typeface="Cairo"/>
              </a:defRPr>
            </a:lvl9pPr>
          </a:lstStyle>
          <a:p>
            <a:pPr marL="152400" indent="0" algn="ctr">
              <a:buFont typeface="Cairo"/>
              <a:buNone/>
            </a:pPr>
            <a:r>
              <a:rPr lang="en-CA" sz="1600" b="1">
                <a:solidFill>
                  <a:schemeClr val="bg2"/>
                </a:solidFill>
              </a:rPr>
              <a:t>ROC Curve</a:t>
            </a:r>
            <a:endParaRPr lang="ko-KR" altLang="en-US" sz="1600" b="1">
              <a:solidFill>
                <a:schemeClr val="bg2"/>
              </a:solidFill>
            </a:endParaRPr>
          </a:p>
        </p:txBody>
      </p:sp>
    </p:spTree>
    <p:extLst>
      <p:ext uri="{BB962C8B-B14F-4D97-AF65-F5344CB8AC3E}">
        <p14:creationId xmlns:p14="http://schemas.microsoft.com/office/powerpoint/2010/main" val="1596187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grpSp>
        <p:nvGrpSpPr>
          <p:cNvPr id="848" name="Google Shape;848;p61"/>
          <p:cNvGrpSpPr/>
          <p:nvPr/>
        </p:nvGrpSpPr>
        <p:grpSpPr>
          <a:xfrm>
            <a:off x="-114450" y="-16525"/>
            <a:ext cx="2899575" cy="5212075"/>
            <a:chOff x="-114450" y="-16525"/>
            <a:chExt cx="2899575" cy="5212075"/>
          </a:xfrm>
        </p:grpSpPr>
        <p:grpSp>
          <p:nvGrpSpPr>
            <p:cNvPr id="849" name="Google Shape;849;p61"/>
            <p:cNvGrpSpPr/>
            <p:nvPr/>
          </p:nvGrpSpPr>
          <p:grpSpPr>
            <a:xfrm>
              <a:off x="-114450" y="-16525"/>
              <a:ext cx="2899575" cy="5212075"/>
              <a:chOff x="-114450" y="-16525"/>
              <a:chExt cx="2899575" cy="5212075"/>
            </a:xfrm>
          </p:grpSpPr>
          <p:grpSp>
            <p:nvGrpSpPr>
              <p:cNvPr id="850" name="Google Shape;850;p61"/>
              <p:cNvGrpSpPr/>
              <p:nvPr/>
            </p:nvGrpSpPr>
            <p:grpSpPr>
              <a:xfrm>
                <a:off x="-114450" y="-16525"/>
                <a:ext cx="2899575" cy="5212075"/>
                <a:chOff x="2352700" y="238125"/>
                <a:chExt cx="2899575" cy="5212075"/>
              </a:xfrm>
            </p:grpSpPr>
            <p:sp>
              <p:nvSpPr>
                <p:cNvPr id="851" name="Google Shape;851;p61"/>
                <p:cNvSpPr/>
                <p:nvPr/>
              </p:nvSpPr>
              <p:spPr>
                <a:xfrm>
                  <a:off x="4344275" y="1712225"/>
                  <a:ext cx="254200" cy="1065225"/>
                </a:xfrm>
                <a:custGeom>
                  <a:avLst/>
                  <a:gdLst/>
                  <a:ahLst/>
                  <a:cxnLst/>
                  <a:rect l="l" t="t" r="r" b="b"/>
                  <a:pathLst>
                    <a:path w="10168" h="42609" extrusionOk="0">
                      <a:moveTo>
                        <a:pt x="4259" y="0"/>
                      </a:moveTo>
                      <a:cubicBezTo>
                        <a:pt x="1839" y="0"/>
                        <a:pt x="1" y="1847"/>
                        <a:pt x="60" y="4415"/>
                      </a:cubicBezTo>
                      <a:lnTo>
                        <a:pt x="894" y="37705"/>
                      </a:lnTo>
                      <a:cubicBezTo>
                        <a:pt x="961" y="40074"/>
                        <a:pt x="3096" y="42609"/>
                        <a:pt x="5664" y="42609"/>
                      </a:cubicBezTo>
                      <a:cubicBezTo>
                        <a:pt x="8166" y="42609"/>
                        <a:pt x="10168" y="40140"/>
                        <a:pt x="10134" y="37839"/>
                      </a:cubicBezTo>
                      <a:lnTo>
                        <a:pt x="10134" y="6249"/>
                      </a:lnTo>
                      <a:cubicBezTo>
                        <a:pt x="10134" y="3514"/>
                        <a:pt x="7899" y="545"/>
                        <a:pt x="5131" y="78"/>
                      </a:cubicBezTo>
                      <a:cubicBezTo>
                        <a:pt x="4833" y="26"/>
                        <a:pt x="4542" y="0"/>
                        <a:pt x="425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61"/>
                <p:cNvSpPr/>
                <p:nvPr/>
              </p:nvSpPr>
              <p:spPr>
                <a:xfrm>
                  <a:off x="3886275" y="285650"/>
                  <a:ext cx="823950" cy="717200"/>
                </a:xfrm>
                <a:custGeom>
                  <a:avLst/>
                  <a:gdLst/>
                  <a:ahLst/>
                  <a:cxnLst/>
                  <a:rect l="l" t="t" r="r" b="b"/>
                  <a:pathLst>
                    <a:path w="32958" h="28688" extrusionOk="0">
                      <a:moveTo>
                        <a:pt x="1268" y="0"/>
                      </a:moveTo>
                      <a:cubicBezTo>
                        <a:pt x="1402" y="6071"/>
                        <a:pt x="1468" y="18247"/>
                        <a:pt x="1" y="28688"/>
                      </a:cubicBezTo>
                      <a:lnTo>
                        <a:pt x="32957" y="28688"/>
                      </a:lnTo>
                      <a:cubicBezTo>
                        <a:pt x="32957" y="28688"/>
                        <a:pt x="32124" y="21649"/>
                        <a:pt x="31657" y="13176"/>
                      </a:cubicBezTo>
                      <a:cubicBezTo>
                        <a:pt x="31456" y="8773"/>
                        <a:pt x="31623" y="4370"/>
                        <a:pt x="32124" y="0"/>
                      </a:cubicBez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61"/>
                <p:cNvSpPr/>
                <p:nvPr/>
              </p:nvSpPr>
              <p:spPr>
                <a:xfrm>
                  <a:off x="3715325" y="720125"/>
                  <a:ext cx="1504750" cy="1382100"/>
                </a:xfrm>
                <a:custGeom>
                  <a:avLst/>
                  <a:gdLst/>
                  <a:ahLst/>
                  <a:cxnLst/>
                  <a:rect l="l" t="t" r="r" b="b"/>
                  <a:pathLst>
                    <a:path w="60190" h="55284" extrusionOk="0">
                      <a:moveTo>
                        <a:pt x="23617" y="0"/>
                      </a:moveTo>
                      <a:cubicBezTo>
                        <a:pt x="2369" y="0"/>
                        <a:pt x="0" y="12276"/>
                        <a:pt x="0" y="25252"/>
                      </a:cubicBezTo>
                      <a:cubicBezTo>
                        <a:pt x="0" y="35960"/>
                        <a:pt x="4070" y="33591"/>
                        <a:pt x="14744" y="38728"/>
                      </a:cubicBezTo>
                      <a:cubicBezTo>
                        <a:pt x="23784" y="43031"/>
                        <a:pt x="25218" y="44099"/>
                        <a:pt x="25452" y="53706"/>
                      </a:cubicBezTo>
                      <a:cubicBezTo>
                        <a:pt x="29054" y="55136"/>
                        <a:pt x="33162" y="55283"/>
                        <a:pt x="34701" y="55283"/>
                      </a:cubicBezTo>
                      <a:cubicBezTo>
                        <a:pt x="35099" y="55283"/>
                        <a:pt x="35326" y="55273"/>
                        <a:pt x="35326" y="55273"/>
                      </a:cubicBezTo>
                      <a:cubicBezTo>
                        <a:pt x="35326" y="55273"/>
                        <a:pt x="35159" y="36493"/>
                        <a:pt x="38828" y="30255"/>
                      </a:cubicBezTo>
                      <a:cubicBezTo>
                        <a:pt x="39888" y="28447"/>
                        <a:pt x="40751" y="27708"/>
                        <a:pt x="41553" y="27708"/>
                      </a:cubicBezTo>
                      <a:cubicBezTo>
                        <a:pt x="44864" y="27708"/>
                        <a:pt x="47146" y="40304"/>
                        <a:pt x="58075" y="42264"/>
                      </a:cubicBezTo>
                      <a:cubicBezTo>
                        <a:pt x="58173" y="42281"/>
                        <a:pt x="58271" y="42290"/>
                        <a:pt x="58366" y="42290"/>
                      </a:cubicBezTo>
                      <a:cubicBezTo>
                        <a:pt x="59373" y="42290"/>
                        <a:pt x="60190" y="41365"/>
                        <a:pt x="59977" y="40329"/>
                      </a:cubicBezTo>
                      <a:cubicBezTo>
                        <a:pt x="59610" y="38028"/>
                        <a:pt x="56441" y="31957"/>
                        <a:pt x="55440" y="29355"/>
                      </a:cubicBezTo>
                      <a:cubicBezTo>
                        <a:pt x="46167" y="5204"/>
                        <a:pt x="34992" y="0"/>
                        <a:pt x="2361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61"/>
                <p:cNvSpPr/>
                <p:nvPr/>
              </p:nvSpPr>
              <p:spPr>
                <a:xfrm>
                  <a:off x="3715325" y="1068625"/>
                  <a:ext cx="759725" cy="946625"/>
                </a:xfrm>
                <a:custGeom>
                  <a:avLst/>
                  <a:gdLst/>
                  <a:ahLst/>
                  <a:cxnLst/>
                  <a:rect l="l" t="t" r="r" b="b"/>
                  <a:pathLst>
                    <a:path w="30389" h="37865" extrusionOk="0">
                      <a:moveTo>
                        <a:pt x="8048" y="1"/>
                      </a:moveTo>
                      <a:cubicBezTo>
                        <a:pt x="5973" y="1"/>
                        <a:pt x="4142" y="1089"/>
                        <a:pt x="3570" y="2806"/>
                      </a:cubicBezTo>
                      <a:lnTo>
                        <a:pt x="0" y="12213"/>
                      </a:lnTo>
                      <a:cubicBezTo>
                        <a:pt x="201" y="20552"/>
                        <a:pt x="3336" y="20152"/>
                        <a:pt x="10842" y="23054"/>
                      </a:cubicBezTo>
                      <a:cubicBezTo>
                        <a:pt x="12109" y="23421"/>
                        <a:pt x="13343" y="23921"/>
                        <a:pt x="14544" y="24488"/>
                      </a:cubicBezTo>
                      <a:cubicBezTo>
                        <a:pt x="17413" y="25889"/>
                        <a:pt x="19481" y="26956"/>
                        <a:pt x="21015" y="28091"/>
                      </a:cubicBezTo>
                      <a:cubicBezTo>
                        <a:pt x="24151" y="30259"/>
                        <a:pt x="25085" y="32527"/>
                        <a:pt x="25352" y="37864"/>
                      </a:cubicBezTo>
                      <a:cubicBezTo>
                        <a:pt x="26953" y="37097"/>
                        <a:pt x="28054" y="35596"/>
                        <a:pt x="28254" y="33828"/>
                      </a:cubicBezTo>
                      <a:lnTo>
                        <a:pt x="30122" y="7909"/>
                      </a:lnTo>
                      <a:cubicBezTo>
                        <a:pt x="30389" y="5574"/>
                        <a:pt x="28254" y="3373"/>
                        <a:pt x="25419" y="3073"/>
                      </a:cubicBezTo>
                      <a:cubicBezTo>
                        <a:pt x="25188" y="3045"/>
                        <a:pt x="24959" y="3031"/>
                        <a:pt x="24731" y="3031"/>
                      </a:cubicBezTo>
                      <a:cubicBezTo>
                        <a:pt x="23308" y="3031"/>
                        <a:pt x="21950" y="3563"/>
                        <a:pt x="20915" y="4540"/>
                      </a:cubicBezTo>
                      <a:cubicBezTo>
                        <a:pt x="20148" y="3173"/>
                        <a:pt x="18814" y="2239"/>
                        <a:pt x="17279" y="1939"/>
                      </a:cubicBezTo>
                      <a:cubicBezTo>
                        <a:pt x="16916" y="1862"/>
                        <a:pt x="16548" y="1825"/>
                        <a:pt x="16181" y="1825"/>
                      </a:cubicBezTo>
                      <a:cubicBezTo>
                        <a:pt x="15103" y="1825"/>
                        <a:pt x="14040" y="2150"/>
                        <a:pt x="13143" y="2772"/>
                      </a:cubicBezTo>
                      <a:cubicBezTo>
                        <a:pt x="12376" y="1572"/>
                        <a:pt x="11208" y="671"/>
                        <a:pt x="9841" y="271"/>
                      </a:cubicBezTo>
                      <a:cubicBezTo>
                        <a:pt x="9239" y="87"/>
                        <a:pt x="8634" y="1"/>
                        <a:pt x="8048" y="1"/>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61"/>
                <p:cNvSpPr/>
                <p:nvPr/>
              </p:nvSpPr>
              <p:spPr>
                <a:xfrm>
                  <a:off x="5086300" y="1514025"/>
                  <a:ext cx="118450" cy="179775"/>
                </a:xfrm>
                <a:custGeom>
                  <a:avLst/>
                  <a:gdLst/>
                  <a:ahLst/>
                  <a:cxnLst/>
                  <a:rect l="l" t="t" r="r" b="b"/>
                  <a:pathLst>
                    <a:path w="4738" h="7191" extrusionOk="0">
                      <a:moveTo>
                        <a:pt x="1635" y="1"/>
                      </a:moveTo>
                      <a:cubicBezTo>
                        <a:pt x="501" y="768"/>
                        <a:pt x="1" y="2202"/>
                        <a:pt x="401" y="3536"/>
                      </a:cubicBezTo>
                      <a:cubicBezTo>
                        <a:pt x="906" y="5304"/>
                        <a:pt x="2785" y="7191"/>
                        <a:pt x="4455" y="7191"/>
                      </a:cubicBezTo>
                      <a:cubicBezTo>
                        <a:pt x="4550" y="7191"/>
                        <a:pt x="4644" y="7185"/>
                        <a:pt x="4737" y="7172"/>
                      </a:cubicBezTo>
                      <a:cubicBezTo>
                        <a:pt x="4070" y="5204"/>
                        <a:pt x="2702" y="2302"/>
                        <a:pt x="16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61"/>
                <p:cNvSpPr/>
                <p:nvPr/>
              </p:nvSpPr>
              <p:spPr>
                <a:xfrm>
                  <a:off x="4114775" y="1174750"/>
                  <a:ext cx="320250" cy="854600"/>
                </a:xfrm>
                <a:custGeom>
                  <a:avLst/>
                  <a:gdLst/>
                  <a:ahLst/>
                  <a:cxnLst/>
                  <a:rect l="l" t="t" r="r" b="b"/>
                  <a:pathLst>
                    <a:path w="12810" h="34184" extrusionOk="0">
                      <a:moveTo>
                        <a:pt x="8177" y="1"/>
                      </a:moveTo>
                      <a:cubicBezTo>
                        <a:pt x="5976" y="1"/>
                        <a:pt x="4052" y="1629"/>
                        <a:pt x="3803" y="3865"/>
                      </a:cubicBezTo>
                      <a:lnTo>
                        <a:pt x="234" y="28649"/>
                      </a:lnTo>
                      <a:cubicBezTo>
                        <a:pt x="1" y="31418"/>
                        <a:pt x="2035" y="33886"/>
                        <a:pt x="4804" y="34153"/>
                      </a:cubicBezTo>
                      <a:cubicBezTo>
                        <a:pt x="4991" y="34173"/>
                        <a:pt x="5177" y="34183"/>
                        <a:pt x="5362" y="34183"/>
                      </a:cubicBezTo>
                      <a:cubicBezTo>
                        <a:pt x="7901" y="34183"/>
                        <a:pt x="10097" y="32298"/>
                        <a:pt x="10408" y="29716"/>
                      </a:cubicBezTo>
                      <a:lnTo>
                        <a:pt x="12609" y="4799"/>
                      </a:lnTo>
                      <a:cubicBezTo>
                        <a:pt x="12810" y="2397"/>
                        <a:pt x="11075" y="262"/>
                        <a:pt x="8673" y="29"/>
                      </a:cubicBezTo>
                      <a:cubicBezTo>
                        <a:pt x="8507" y="10"/>
                        <a:pt x="8341" y="1"/>
                        <a:pt x="8177" y="1"/>
                      </a:cubicBezTo>
                      <a:close/>
                    </a:path>
                  </a:pathLst>
                </a:custGeom>
                <a:solidFill>
                  <a:srgbClr val="FFCC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1"/>
                <p:cNvSpPr/>
                <p:nvPr/>
              </p:nvSpPr>
              <p:spPr>
                <a:xfrm>
                  <a:off x="4114775" y="1183800"/>
                  <a:ext cx="203500" cy="845300"/>
                </a:xfrm>
                <a:custGeom>
                  <a:avLst/>
                  <a:gdLst/>
                  <a:ahLst/>
                  <a:cxnLst/>
                  <a:rect l="l" t="t" r="r" b="b"/>
                  <a:pathLst>
                    <a:path w="8140" h="33812" extrusionOk="0">
                      <a:moveTo>
                        <a:pt x="6472" y="0"/>
                      </a:moveTo>
                      <a:cubicBezTo>
                        <a:pt x="5004" y="601"/>
                        <a:pt x="3970" y="1935"/>
                        <a:pt x="3803" y="3503"/>
                      </a:cubicBezTo>
                      <a:lnTo>
                        <a:pt x="234" y="28287"/>
                      </a:lnTo>
                      <a:cubicBezTo>
                        <a:pt x="1" y="31056"/>
                        <a:pt x="2035" y="33524"/>
                        <a:pt x="4804" y="33791"/>
                      </a:cubicBezTo>
                      <a:cubicBezTo>
                        <a:pt x="4963" y="33805"/>
                        <a:pt x="5123" y="33811"/>
                        <a:pt x="5283" y="33811"/>
                      </a:cubicBezTo>
                      <a:cubicBezTo>
                        <a:pt x="6295" y="33811"/>
                        <a:pt x="7304" y="33538"/>
                        <a:pt x="8140" y="32990"/>
                      </a:cubicBezTo>
                      <a:lnTo>
                        <a:pt x="8140" y="32990"/>
                      </a:lnTo>
                      <a:cubicBezTo>
                        <a:pt x="7495" y="33259"/>
                        <a:pt x="6785" y="33419"/>
                        <a:pt x="6063" y="33419"/>
                      </a:cubicBezTo>
                      <a:cubicBezTo>
                        <a:pt x="5888" y="33419"/>
                        <a:pt x="5713" y="33410"/>
                        <a:pt x="5538" y="33391"/>
                      </a:cubicBezTo>
                      <a:cubicBezTo>
                        <a:pt x="2769" y="33124"/>
                        <a:pt x="734" y="30655"/>
                        <a:pt x="1001" y="27887"/>
                      </a:cubicBezTo>
                      <a:lnTo>
                        <a:pt x="4537" y="3102"/>
                      </a:lnTo>
                      <a:cubicBezTo>
                        <a:pt x="4671" y="1835"/>
                        <a:pt x="5371" y="701"/>
                        <a:pt x="6472" y="0"/>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1"/>
                <p:cNvSpPr/>
                <p:nvPr/>
              </p:nvSpPr>
              <p:spPr>
                <a:xfrm>
                  <a:off x="3887950" y="1154350"/>
                  <a:ext cx="345275" cy="748025"/>
                </a:xfrm>
                <a:custGeom>
                  <a:avLst/>
                  <a:gdLst/>
                  <a:ahLst/>
                  <a:cxnLst/>
                  <a:rect l="l" t="t" r="r" b="b"/>
                  <a:pathLst>
                    <a:path w="13811" h="29921" extrusionOk="0">
                      <a:moveTo>
                        <a:pt x="9309" y="0"/>
                      </a:moveTo>
                      <a:cubicBezTo>
                        <a:pt x="7384" y="0"/>
                        <a:pt x="5682" y="1347"/>
                        <a:pt x="5271" y="3313"/>
                      </a:cubicBezTo>
                      <a:lnTo>
                        <a:pt x="501" y="24261"/>
                      </a:lnTo>
                      <a:cubicBezTo>
                        <a:pt x="0" y="26830"/>
                        <a:pt x="1668" y="29332"/>
                        <a:pt x="4237" y="29832"/>
                      </a:cubicBezTo>
                      <a:cubicBezTo>
                        <a:pt x="4544" y="29892"/>
                        <a:pt x="4850" y="29921"/>
                        <a:pt x="5152" y="29921"/>
                      </a:cubicBezTo>
                      <a:cubicBezTo>
                        <a:pt x="7375" y="29921"/>
                        <a:pt x="9367" y="28357"/>
                        <a:pt x="9807" y="26096"/>
                      </a:cubicBezTo>
                      <a:lnTo>
                        <a:pt x="13377" y="4914"/>
                      </a:lnTo>
                      <a:cubicBezTo>
                        <a:pt x="13810" y="2679"/>
                        <a:pt x="12343" y="511"/>
                        <a:pt x="10108" y="77"/>
                      </a:cubicBezTo>
                      <a:cubicBezTo>
                        <a:pt x="9839" y="25"/>
                        <a:pt x="9572" y="0"/>
                        <a:pt x="9309" y="0"/>
                      </a:cubicBezTo>
                      <a:close/>
                    </a:path>
                  </a:pathLst>
                </a:custGeom>
                <a:solidFill>
                  <a:srgbClr val="FFCC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1"/>
                <p:cNvSpPr/>
                <p:nvPr/>
              </p:nvSpPr>
              <p:spPr>
                <a:xfrm>
                  <a:off x="3889625" y="1183800"/>
                  <a:ext cx="226850" cy="718900"/>
                </a:xfrm>
                <a:custGeom>
                  <a:avLst/>
                  <a:gdLst/>
                  <a:ahLst/>
                  <a:cxnLst/>
                  <a:rect l="l" t="t" r="r" b="b"/>
                  <a:pathLst>
                    <a:path w="9074" h="28756" extrusionOk="0">
                      <a:moveTo>
                        <a:pt x="6371" y="0"/>
                      </a:moveTo>
                      <a:lnTo>
                        <a:pt x="6371" y="0"/>
                      </a:lnTo>
                      <a:cubicBezTo>
                        <a:pt x="5771" y="567"/>
                        <a:pt x="5371" y="1334"/>
                        <a:pt x="5204" y="2135"/>
                      </a:cubicBezTo>
                      <a:lnTo>
                        <a:pt x="467" y="23083"/>
                      </a:lnTo>
                      <a:cubicBezTo>
                        <a:pt x="0" y="25318"/>
                        <a:pt x="1201" y="27520"/>
                        <a:pt x="3302" y="28387"/>
                      </a:cubicBezTo>
                      <a:cubicBezTo>
                        <a:pt x="3894" y="28635"/>
                        <a:pt x="4516" y="28755"/>
                        <a:pt x="5132" y="28755"/>
                      </a:cubicBezTo>
                      <a:cubicBezTo>
                        <a:pt x="6669" y="28755"/>
                        <a:pt x="8168" y="28010"/>
                        <a:pt x="9073" y="26652"/>
                      </a:cubicBezTo>
                      <a:lnTo>
                        <a:pt x="9073" y="26652"/>
                      </a:lnTo>
                      <a:cubicBezTo>
                        <a:pt x="8155" y="27598"/>
                        <a:pt x="6909" y="28105"/>
                        <a:pt x="5636" y="28105"/>
                      </a:cubicBezTo>
                      <a:cubicBezTo>
                        <a:pt x="5337" y="28105"/>
                        <a:pt x="5036" y="28077"/>
                        <a:pt x="4737" y="28020"/>
                      </a:cubicBezTo>
                      <a:cubicBezTo>
                        <a:pt x="2168" y="27486"/>
                        <a:pt x="500" y="25018"/>
                        <a:pt x="967" y="22449"/>
                      </a:cubicBezTo>
                      <a:lnTo>
                        <a:pt x="5771" y="1468"/>
                      </a:lnTo>
                      <a:cubicBezTo>
                        <a:pt x="5871" y="934"/>
                        <a:pt x="6071" y="434"/>
                        <a:pt x="6371" y="0"/>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1"/>
                <p:cNvSpPr/>
                <p:nvPr/>
              </p:nvSpPr>
              <p:spPr>
                <a:xfrm>
                  <a:off x="3674450" y="1113375"/>
                  <a:ext cx="371975" cy="660650"/>
                </a:xfrm>
                <a:custGeom>
                  <a:avLst/>
                  <a:gdLst/>
                  <a:ahLst/>
                  <a:cxnLst/>
                  <a:rect l="l" t="t" r="r" b="b"/>
                  <a:pathLst>
                    <a:path w="14879" h="26426" extrusionOk="0">
                      <a:moveTo>
                        <a:pt x="10266" y="1"/>
                      </a:moveTo>
                      <a:cubicBezTo>
                        <a:pt x="8495" y="1"/>
                        <a:pt x="6883" y="1153"/>
                        <a:pt x="6339" y="2951"/>
                      </a:cubicBezTo>
                      <a:lnTo>
                        <a:pt x="768" y="20330"/>
                      </a:lnTo>
                      <a:cubicBezTo>
                        <a:pt x="1" y="22831"/>
                        <a:pt x="1435" y="25467"/>
                        <a:pt x="3937" y="26234"/>
                      </a:cubicBezTo>
                      <a:cubicBezTo>
                        <a:pt x="4380" y="26364"/>
                        <a:pt x="4829" y="26426"/>
                        <a:pt x="5271" y="26426"/>
                      </a:cubicBezTo>
                      <a:cubicBezTo>
                        <a:pt x="7324" y="26426"/>
                        <a:pt x="9238" y="25090"/>
                        <a:pt x="9841" y="23032"/>
                      </a:cubicBezTo>
                      <a:lnTo>
                        <a:pt x="14211" y="5319"/>
                      </a:lnTo>
                      <a:cubicBezTo>
                        <a:pt x="14878" y="3117"/>
                        <a:pt x="13644" y="849"/>
                        <a:pt x="11476" y="182"/>
                      </a:cubicBezTo>
                      <a:cubicBezTo>
                        <a:pt x="11071" y="59"/>
                        <a:pt x="10665" y="1"/>
                        <a:pt x="10266" y="1"/>
                      </a:cubicBezTo>
                      <a:close/>
                    </a:path>
                  </a:pathLst>
                </a:custGeom>
                <a:solidFill>
                  <a:srgbClr val="FFCC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1"/>
                <p:cNvSpPr/>
                <p:nvPr/>
              </p:nvSpPr>
              <p:spPr>
                <a:xfrm>
                  <a:off x="3882100" y="238125"/>
                  <a:ext cx="875650" cy="376125"/>
                </a:xfrm>
                <a:custGeom>
                  <a:avLst/>
                  <a:gdLst/>
                  <a:ahLst/>
                  <a:cxnLst/>
                  <a:rect l="l" t="t" r="r" b="b"/>
                  <a:pathLst>
                    <a:path w="35026" h="15045" extrusionOk="0">
                      <a:moveTo>
                        <a:pt x="1" y="0"/>
                      </a:moveTo>
                      <a:lnTo>
                        <a:pt x="1" y="15044"/>
                      </a:lnTo>
                      <a:lnTo>
                        <a:pt x="35026" y="13843"/>
                      </a:lnTo>
                      <a:lnTo>
                        <a:pt x="340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61"/>
                <p:cNvSpPr/>
                <p:nvPr/>
              </p:nvSpPr>
              <p:spPr>
                <a:xfrm>
                  <a:off x="3847925" y="238125"/>
                  <a:ext cx="942350" cy="256025"/>
                </a:xfrm>
                <a:custGeom>
                  <a:avLst/>
                  <a:gdLst/>
                  <a:ahLst/>
                  <a:cxnLst/>
                  <a:rect l="l" t="t" r="r" b="b"/>
                  <a:pathLst>
                    <a:path w="37694" h="10241" extrusionOk="0">
                      <a:moveTo>
                        <a:pt x="0" y="0"/>
                      </a:moveTo>
                      <a:lnTo>
                        <a:pt x="0" y="10241"/>
                      </a:lnTo>
                      <a:lnTo>
                        <a:pt x="37694" y="7539"/>
                      </a:lnTo>
                      <a:lnTo>
                        <a:pt x="376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61"/>
                <p:cNvSpPr/>
                <p:nvPr/>
              </p:nvSpPr>
              <p:spPr>
                <a:xfrm>
                  <a:off x="3859600" y="1149150"/>
                  <a:ext cx="150125" cy="121850"/>
                </a:xfrm>
                <a:custGeom>
                  <a:avLst/>
                  <a:gdLst/>
                  <a:ahLst/>
                  <a:cxnLst/>
                  <a:rect l="l" t="t" r="r" b="b"/>
                  <a:pathLst>
                    <a:path w="6005" h="4874" extrusionOk="0">
                      <a:moveTo>
                        <a:pt x="2556" y="1"/>
                      </a:moveTo>
                      <a:cubicBezTo>
                        <a:pt x="1489" y="1"/>
                        <a:pt x="499" y="750"/>
                        <a:pt x="267" y="1853"/>
                      </a:cubicBezTo>
                      <a:cubicBezTo>
                        <a:pt x="0" y="3087"/>
                        <a:pt x="801" y="4355"/>
                        <a:pt x="2035" y="4622"/>
                      </a:cubicBezTo>
                      <a:lnTo>
                        <a:pt x="2936" y="4822"/>
                      </a:lnTo>
                      <a:cubicBezTo>
                        <a:pt x="3100" y="4856"/>
                        <a:pt x="3265" y="4873"/>
                        <a:pt x="3427" y="4873"/>
                      </a:cubicBezTo>
                      <a:cubicBezTo>
                        <a:pt x="4515" y="4873"/>
                        <a:pt x="5505" y="4124"/>
                        <a:pt x="5738" y="3021"/>
                      </a:cubicBezTo>
                      <a:cubicBezTo>
                        <a:pt x="6005" y="1753"/>
                        <a:pt x="5204" y="519"/>
                        <a:pt x="3936" y="252"/>
                      </a:cubicBezTo>
                      <a:lnTo>
                        <a:pt x="3036" y="52"/>
                      </a:lnTo>
                      <a:cubicBezTo>
                        <a:pt x="2876" y="17"/>
                        <a:pt x="2715" y="1"/>
                        <a:pt x="255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61"/>
                <p:cNvSpPr/>
                <p:nvPr/>
              </p:nvSpPr>
              <p:spPr>
                <a:xfrm>
                  <a:off x="4046400" y="1192225"/>
                  <a:ext cx="148450" cy="121000"/>
                </a:xfrm>
                <a:custGeom>
                  <a:avLst/>
                  <a:gdLst/>
                  <a:ahLst/>
                  <a:cxnLst/>
                  <a:rect l="l" t="t" r="r" b="b"/>
                  <a:pathLst>
                    <a:path w="5938" h="4840" extrusionOk="0">
                      <a:moveTo>
                        <a:pt x="2559" y="0"/>
                      </a:moveTo>
                      <a:cubicBezTo>
                        <a:pt x="1432" y="0"/>
                        <a:pt x="411" y="790"/>
                        <a:pt x="200" y="1931"/>
                      </a:cubicBezTo>
                      <a:cubicBezTo>
                        <a:pt x="0" y="3199"/>
                        <a:pt x="834" y="4400"/>
                        <a:pt x="2102" y="4633"/>
                      </a:cubicBezTo>
                      <a:lnTo>
                        <a:pt x="3002" y="4800"/>
                      </a:lnTo>
                      <a:cubicBezTo>
                        <a:pt x="3146" y="4827"/>
                        <a:pt x="3288" y="4839"/>
                        <a:pt x="3429" y="4839"/>
                      </a:cubicBezTo>
                      <a:cubicBezTo>
                        <a:pt x="4529" y="4839"/>
                        <a:pt x="5497" y="4056"/>
                        <a:pt x="5704" y="2932"/>
                      </a:cubicBezTo>
                      <a:cubicBezTo>
                        <a:pt x="5938" y="1665"/>
                        <a:pt x="5104" y="430"/>
                        <a:pt x="3836" y="197"/>
                      </a:cubicBezTo>
                      <a:lnTo>
                        <a:pt x="2936" y="30"/>
                      </a:lnTo>
                      <a:cubicBezTo>
                        <a:pt x="2809" y="10"/>
                        <a:pt x="2683" y="0"/>
                        <a:pt x="25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61"/>
                <p:cNvSpPr/>
                <p:nvPr/>
              </p:nvSpPr>
              <p:spPr>
                <a:xfrm>
                  <a:off x="4242375" y="1217700"/>
                  <a:ext cx="164300" cy="134850"/>
                </a:xfrm>
                <a:custGeom>
                  <a:avLst/>
                  <a:gdLst/>
                  <a:ahLst/>
                  <a:cxnLst/>
                  <a:rect l="l" t="t" r="r" b="b"/>
                  <a:pathLst>
                    <a:path w="6572" h="5394" extrusionOk="0">
                      <a:moveTo>
                        <a:pt x="2782" y="0"/>
                      </a:moveTo>
                      <a:cubicBezTo>
                        <a:pt x="1424" y="0"/>
                        <a:pt x="291" y="998"/>
                        <a:pt x="134" y="2380"/>
                      </a:cubicBezTo>
                      <a:cubicBezTo>
                        <a:pt x="0" y="3814"/>
                        <a:pt x="1034" y="5115"/>
                        <a:pt x="2502" y="5249"/>
                      </a:cubicBezTo>
                      <a:lnTo>
                        <a:pt x="3536" y="5382"/>
                      </a:lnTo>
                      <a:cubicBezTo>
                        <a:pt x="3619" y="5390"/>
                        <a:pt x="3702" y="5394"/>
                        <a:pt x="3784" y="5394"/>
                      </a:cubicBezTo>
                      <a:cubicBezTo>
                        <a:pt x="5147" y="5394"/>
                        <a:pt x="6312" y="4367"/>
                        <a:pt x="6438" y="3014"/>
                      </a:cubicBezTo>
                      <a:cubicBezTo>
                        <a:pt x="6571" y="1546"/>
                        <a:pt x="5537" y="279"/>
                        <a:pt x="4070" y="112"/>
                      </a:cubicBezTo>
                      <a:lnTo>
                        <a:pt x="3036" y="12"/>
                      </a:lnTo>
                      <a:cubicBezTo>
                        <a:pt x="2950" y="4"/>
                        <a:pt x="2865" y="0"/>
                        <a:pt x="27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61"/>
                <p:cNvSpPr/>
                <p:nvPr/>
              </p:nvSpPr>
              <p:spPr>
                <a:xfrm>
                  <a:off x="3358400" y="4161750"/>
                  <a:ext cx="1074125" cy="1067450"/>
                </a:xfrm>
                <a:custGeom>
                  <a:avLst/>
                  <a:gdLst/>
                  <a:ahLst/>
                  <a:cxnLst/>
                  <a:rect l="l" t="t" r="r" b="b"/>
                  <a:pathLst>
                    <a:path w="42965" h="42698" extrusionOk="0">
                      <a:moveTo>
                        <a:pt x="19881" y="1"/>
                      </a:moveTo>
                      <a:cubicBezTo>
                        <a:pt x="19881" y="1"/>
                        <a:pt x="15445" y="5538"/>
                        <a:pt x="9708" y="11809"/>
                      </a:cubicBezTo>
                      <a:cubicBezTo>
                        <a:pt x="6705" y="15011"/>
                        <a:pt x="3470" y="17980"/>
                        <a:pt x="1" y="20682"/>
                      </a:cubicBezTo>
                      <a:lnTo>
                        <a:pt x="21616" y="42698"/>
                      </a:lnTo>
                      <a:cubicBezTo>
                        <a:pt x="25852" y="38328"/>
                        <a:pt x="34492" y="29789"/>
                        <a:pt x="42965" y="23518"/>
                      </a:cubicBezTo>
                      <a:lnTo>
                        <a:pt x="19881" y="1"/>
                      </a:ln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61"/>
                <p:cNvSpPr/>
                <p:nvPr/>
              </p:nvSpPr>
              <p:spPr>
                <a:xfrm>
                  <a:off x="4577600" y="3220450"/>
                  <a:ext cx="674675" cy="507625"/>
                </a:xfrm>
                <a:custGeom>
                  <a:avLst/>
                  <a:gdLst/>
                  <a:ahLst/>
                  <a:cxnLst/>
                  <a:rect l="l" t="t" r="r" b="b"/>
                  <a:pathLst>
                    <a:path w="26987" h="20305" extrusionOk="0">
                      <a:moveTo>
                        <a:pt x="22041" y="0"/>
                      </a:moveTo>
                      <a:cubicBezTo>
                        <a:pt x="20776" y="0"/>
                        <a:pt x="19410" y="428"/>
                        <a:pt x="18214" y="1293"/>
                      </a:cubicBezTo>
                      <a:lnTo>
                        <a:pt x="3970" y="10300"/>
                      </a:lnTo>
                      <a:cubicBezTo>
                        <a:pt x="1001" y="12435"/>
                        <a:pt x="1" y="16104"/>
                        <a:pt x="1702" y="18439"/>
                      </a:cubicBezTo>
                      <a:cubicBezTo>
                        <a:pt x="2586" y="19676"/>
                        <a:pt x="4069" y="20305"/>
                        <a:pt x="5709" y="20305"/>
                      </a:cubicBezTo>
                      <a:cubicBezTo>
                        <a:pt x="7165" y="20305"/>
                        <a:pt x="8745" y="19810"/>
                        <a:pt x="10141" y="18806"/>
                      </a:cubicBezTo>
                      <a:lnTo>
                        <a:pt x="23551" y="8665"/>
                      </a:lnTo>
                      <a:cubicBezTo>
                        <a:pt x="26119" y="6797"/>
                        <a:pt x="26987" y="3628"/>
                        <a:pt x="25519" y="1594"/>
                      </a:cubicBezTo>
                      <a:cubicBezTo>
                        <a:pt x="24744" y="536"/>
                        <a:pt x="23456" y="0"/>
                        <a:pt x="220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61"/>
                <p:cNvSpPr/>
                <p:nvPr/>
              </p:nvSpPr>
              <p:spPr>
                <a:xfrm>
                  <a:off x="4577600" y="3342825"/>
                  <a:ext cx="313575" cy="385950"/>
                </a:xfrm>
                <a:custGeom>
                  <a:avLst/>
                  <a:gdLst/>
                  <a:ahLst/>
                  <a:cxnLst/>
                  <a:rect l="l" t="t" r="r" b="b"/>
                  <a:pathLst>
                    <a:path w="12543" h="15438" extrusionOk="0">
                      <a:moveTo>
                        <a:pt x="12543" y="1"/>
                      </a:moveTo>
                      <a:lnTo>
                        <a:pt x="3970" y="5438"/>
                      </a:lnTo>
                      <a:cubicBezTo>
                        <a:pt x="1001" y="7573"/>
                        <a:pt x="1" y="11242"/>
                        <a:pt x="1702" y="13577"/>
                      </a:cubicBezTo>
                      <a:cubicBezTo>
                        <a:pt x="2582" y="14810"/>
                        <a:pt x="4057" y="15438"/>
                        <a:pt x="5690" y="15438"/>
                      </a:cubicBezTo>
                      <a:cubicBezTo>
                        <a:pt x="7151" y="15438"/>
                        <a:pt x="8739" y="14935"/>
                        <a:pt x="10141" y="13911"/>
                      </a:cubicBezTo>
                      <a:lnTo>
                        <a:pt x="12543" y="12110"/>
                      </a:lnTo>
                      <a:lnTo>
                        <a:pt x="12543" y="1"/>
                      </a:ln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1"/>
                <p:cNvSpPr/>
                <p:nvPr/>
              </p:nvSpPr>
              <p:spPr>
                <a:xfrm>
                  <a:off x="3708650" y="3240475"/>
                  <a:ext cx="1254250" cy="1601650"/>
                </a:xfrm>
                <a:custGeom>
                  <a:avLst/>
                  <a:gdLst/>
                  <a:ahLst/>
                  <a:cxnLst/>
                  <a:rect l="l" t="t" r="r" b="b"/>
                  <a:pathLst>
                    <a:path w="50170" h="64066" extrusionOk="0">
                      <a:moveTo>
                        <a:pt x="11125" y="0"/>
                      </a:moveTo>
                      <a:cubicBezTo>
                        <a:pt x="10608" y="0"/>
                        <a:pt x="10091" y="242"/>
                        <a:pt x="9774" y="726"/>
                      </a:cubicBezTo>
                      <a:cubicBezTo>
                        <a:pt x="8407" y="2627"/>
                        <a:pt x="7039" y="9299"/>
                        <a:pt x="6305" y="12001"/>
                      </a:cubicBezTo>
                      <a:cubicBezTo>
                        <a:pt x="368" y="33583"/>
                        <a:pt x="1" y="47026"/>
                        <a:pt x="7973" y="55165"/>
                      </a:cubicBezTo>
                      <a:cubicBezTo>
                        <a:pt x="14289" y="61609"/>
                        <a:pt x="19806" y="64066"/>
                        <a:pt x="24771" y="64066"/>
                      </a:cubicBezTo>
                      <a:cubicBezTo>
                        <a:pt x="31499" y="64066"/>
                        <a:pt x="37214" y="59552"/>
                        <a:pt x="42531" y="54331"/>
                      </a:cubicBezTo>
                      <a:cubicBezTo>
                        <a:pt x="50170" y="46792"/>
                        <a:pt x="45633" y="45558"/>
                        <a:pt x="41797" y="34317"/>
                      </a:cubicBezTo>
                      <a:cubicBezTo>
                        <a:pt x="38561" y="24843"/>
                        <a:pt x="38295" y="23042"/>
                        <a:pt x="44966" y="16170"/>
                      </a:cubicBezTo>
                      <a:cubicBezTo>
                        <a:pt x="43296" y="12144"/>
                        <a:pt x="36933" y="11931"/>
                        <a:pt x="35604" y="11931"/>
                      </a:cubicBezTo>
                      <a:cubicBezTo>
                        <a:pt x="35446" y="11931"/>
                        <a:pt x="35359" y="11934"/>
                        <a:pt x="35359" y="11934"/>
                      </a:cubicBezTo>
                      <a:cubicBezTo>
                        <a:pt x="35359" y="11934"/>
                        <a:pt x="24918" y="19439"/>
                        <a:pt x="18514" y="22008"/>
                      </a:cubicBezTo>
                      <a:cubicBezTo>
                        <a:pt x="17311" y="22494"/>
                        <a:pt x="16424" y="22720"/>
                        <a:pt x="15780" y="22720"/>
                      </a:cubicBezTo>
                      <a:cubicBezTo>
                        <a:pt x="11080" y="22720"/>
                        <a:pt x="19311" y="10729"/>
                        <a:pt x="12476" y="726"/>
                      </a:cubicBezTo>
                      <a:cubicBezTo>
                        <a:pt x="12159" y="242"/>
                        <a:pt x="11642" y="0"/>
                        <a:pt x="111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1"/>
                <p:cNvSpPr/>
                <p:nvPr/>
              </p:nvSpPr>
              <p:spPr>
                <a:xfrm>
                  <a:off x="4072088" y="3571356"/>
                  <a:ext cx="824775" cy="1027500"/>
                </a:xfrm>
                <a:custGeom>
                  <a:avLst/>
                  <a:gdLst/>
                  <a:ahLst/>
                  <a:cxnLst/>
                  <a:rect l="l" t="t" r="r" b="b"/>
                  <a:pathLst>
                    <a:path w="32991" h="41100" extrusionOk="0">
                      <a:moveTo>
                        <a:pt x="23162" y="1"/>
                      </a:moveTo>
                      <a:cubicBezTo>
                        <a:pt x="23004" y="1"/>
                        <a:pt x="22917" y="4"/>
                        <a:pt x="22917" y="4"/>
                      </a:cubicBezTo>
                      <a:cubicBezTo>
                        <a:pt x="22917" y="4"/>
                        <a:pt x="12476" y="7509"/>
                        <a:pt x="6072" y="10044"/>
                      </a:cubicBezTo>
                      <a:cubicBezTo>
                        <a:pt x="4873" y="10529"/>
                        <a:pt x="3989" y="10753"/>
                        <a:pt x="3347" y="10753"/>
                      </a:cubicBezTo>
                      <a:cubicBezTo>
                        <a:pt x="2398" y="10753"/>
                        <a:pt x="1975" y="10265"/>
                        <a:pt x="1835" y="9410"/>
                      </a:cubicBezTo>
                      <a:lnTo>
                        <a:pt x="134" y="34495"/>
                      </a:lnTo>
                      <a:cubicBezTo>
                        <a:pt x="1" y="38064"/>
                        <a:pt x="2836" y="41033"/>
                        <a:pt x="6405" y="41100"/>
                      </a:cubicBezTo>
                      <a:lnTo>
                        <a:pt x="26486" y="39899"/>
                      </a:lnTo>
                      <a:cubicBezTo>
                        <a:pt x="30089" y="39832"/>
                        <a:pt x="32991" y="36863"/>
                        <a:pt x="32958" y="33227"/>
                      </a:cubicBezTo>
                      <a:lnTo>
                        <a:pt x="32958" y="30892"/>
                      </a:lnTo>
                      <a:cubicBezTo>
                        <a:pt x="32024" y="28757"/>
                        <a:pt x="30656" y="26122"/>
                        <a:pt x="29355" y="22353"/>
                      </a:cubicBezTo>
                      <a:cubicBezTo>
                        <a:pt x="26119" y="12913"/>
                        <a:pt x="25853" y="11112"/>
                        <a:pt x="32524" y="4240"/>
                      </a:cubicBezTo>
                      <a:cubicBezTo>
                        <a:pt x="30854" y="214"/>
                        <a:pt x="24491" y="1"/>
                        <a:pt x="23162" y="1"/>
                      </a:cubicBezTo>
                      <a:close/>
                    </a:path>
                  </a:pathLst>
                </a:custGeom>
                <a:solidFill>
                  <a:schemeClr val="accent1">
                    <a:alpha val="212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1"/>
                <p:cNvSpPr/>
                <p:nvPr/>
              </p:nvSpPr>
              <p:spPr>
                <a:xfrm>
                  <a:off x="4444175" y="4256000"/>
                  <a:ext cx="470350" cy="413325"/>
                </a:xfrm>
                <a:custGeom>
                  <a:avLst/>
                  <a:gdLst/>
                  <a:ahLst/>
                  <a:cxnLst/>
                  <a:rect l="l" t="t" r="r" b="b"/>
                  <a:pathLst>
                    <a:path w="18814" h="16533" extrusionOk="0">
                      <a:moveTo>
                        <a:pt x="14945" y="0"/>
                      </a:moveTo>
                      <a:lnTo>
                        <a:pt x="2669" y="7639"/>
                      </a:lnTo>
                      <a:cubicBezTo>
                        <a:pt x="634" y="8706"/>
                        <a:pt x="1" y="11475"/>
                        <a:pt x="1235" y="13810"/>
                      </a:cubicBezTo>
                      <a:cubicBezTo>
                        <a:pt x="2139" y="15520"/>
                        <a:pt x="3794" y="16532"/>
                        <a:pt x="5402" y="16532"/>
                      </a:cubicBezTo>
                      <a:cubicBezTo>
                        <a:pt x="5989" y="16532"/>
                        <a:pt x="6570" y="16397"/>
                        <a:pt x="7106" y="16112"/>
                      </a:cubicBezTo>
                      <a:lnTo>
                        <a:pt x="14211" y="12576"/>
                      </a:lnTo>
                      <a:cubicBezTo>
                        <a:pt x="18814" y="7605"/>
                        <a:pt x="17446" y="5437"/>
                        <a:pt x="14945" y="0"/>
                      </a:cubicBezTo>
                      <a:close/>
                    </a:path>
                  </a:pathLst>
                </a:custGeom>
                <a:solidFill>
                  <a:srgbClr val="E6B8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1"/>
                <p:cNvSpPr/>
                <p:nvPr/>
              </p:nvSpPr>
              <p:spPr>
                <a:xfrm>
                  <a:off x="4116450" y="3220250"/>
                  <a:ext cx="697175" cy="1265100"/>
                </a:xfrm>
                <a:custGeom>
                  <a:avLst/>
                  <a:gdLst/>
                  <a:ahLst/>
                  <a:cxnLst/>
                  <a:rect l="l" t="t" r="r" b="b"/>
                  <a:pathLst>
                    <a:path w="27887" h="50604" extrusionOk="0">
                      <a:moveTo>
                        <a:pt x="5871" y="0"/>
                      </a:moveTo>
                      <a:cubicBezTo>
                        <a:pt x="2635" y="0"/>
                        <a:pt x="0" y="2602"/>
                        <a:pt x="0" y="5871"/>
                      </a:cubicBezTo>
                      <a:lnTo>
                        <a:pt x="0" y="44732"/>
                      </a:lnTo>
                      <a:cubicBezTo>
                        <a:pt x="0" y="47968"/>
                        <a:pt x="2635" y="50603"/>
                        <a:pt x="5871" y="50603"/>
                      </a:cubicBezTo>
                      <a:lnTo>
                        <a:pt x="22049" y="50603"/>
                      </a:lnTo>
                      <a:cubicBezTo>
                        <a:pt x="25285" y="50603"/>
                        <a:pt x="27887" y="47968"/>
                        <a:pt x="27887" y="44732"/>
                      </a:cubicBezTo>
                      <a:lnTo>
                        <a:pt x="27887" y="5871"/>
                      </a:lnTo>
                      <a:cubicBezTo>
                        <a:pt x="27887" y="2602"/>
                        <a:pt x="25285" y="0"/>
                        <a:pt x="220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61"/>
                <p:cNvSpPr/>
                <p:nvPr/>
              </p:nvSpPr>
              <p:spPr>
                <a:xfrm>
                  <a:off x="4162325" y="4205075"/>
                  <a:ext cx="253525" cy="244400"/>
                </a:xfrm>
                <a:custGeom>
                  <a:avLst/>
                  <a:gdLst/>
                  <a:ahLst/>
                  <a:cxnLst/>
                  <a:rect l="l" t="t" r="r" b="b"/>
                  <a:pathLst>
                    <a:path w="10141" h="9776" extrusionOk="0">
                      <a:moveTo>
                        <a:pt x="1212" y="1"/>
                      </a:moveTo>
                      <a:cubicBezTo>
                        <a:pt x="537" y="1"/>
                        <a:pt x="1" y="588"/>
                        <a:pt x="33" y="1270"/>
                      </a:cubicBezTo>
                      <a:lnTo>
                        <a:pt x="33" y="4839"/>
                      </a:lnTo>
                      <a:cubicBezTo>
                        <a:pt x="33" y="7574"/>
                        <a:pt x="2235" y="9776"/>
                        <a:pt x="4970" y="9776"/>
                      </a:cubicBezTo>
                      <a:lnTo>
                        <a:pt x="8906" y="9776"/>
                      </a:lnTo>
                      <a:cubicBezTo>
                        <a:pt x="9573" y="9776"/>
                        <a:pt x="10140" y="9209"/>
                        <a:pt x="10140" y="8542"/>
                      </a:cubicBezTo>
                      <a:lnTo>
                        <a:pt x="10140" y="1236"/>
                      </a:lnTo>
                      <a:cubicBezTo>
                        <a:pt x="10140" y="536"/>
                        <a:pt x="9573" y="2"/>
                        <a:pt x="8906" y="2"/>
                      </a:cubicBezTo>
                      <a:lnTo>
                        <a:pt x="1267" y="2"/>
                      </a:lnTo>
                      <a:cubicBezTo>
                        <a:pt x="1249" y="1"/>
                        <a:pt x="1230" y="1"/>
                        <a:pt x="12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61"/>
                <p:cNvSpPr/>
                <p:nvPr/>
              </p:nvSpPr>
              <p:spPr>
                <a:xfrm>
                  <a:off x="4304900" y="3752300"/>
                  <a:ext cx="337775" cy="337750"/>
                </a:xfrm>
                <a:custGeom>
                  <a:avLst/>
                  <a:gdLst/>
                  <a:ahLst/>
                  <a:cxnLst/>
                  <a:rect l="l" t="t" r="r" b="b"/>
                  <a:pathLst>
                    <a:path w="13511" h="13510" extrusionOk="0">
                      <a:moveTo>
                        <a:pt x="6739" y="0"/>
                      </a:moveTo>
                      <a:cubicBezTo>
                        <a:pt x="3036" y="0"/>
                        <a:pt x="1" y="3002"/>
                        <a:pt x="1" y="6738"/>
                      </a:cubicBezTo>
                      <a:cubicBezTo>
                        <a:pt x="1" y="10474"/>
                        <a:pt x="3036" y="13510"/>
                        <a:pt x="6739" y="13510"/>
                      </a:cubicBezTo>
                      <a:cubicBezTo>
                        <a:pt x="10475" y="13510"/>
                        <a:pt x="13511" y="10474"/>
                        <a:pt x="13511" y="6738"/>
                      </a:cubicBezTo>
                      <a:cubicBezTo>
                        <a:pt x="13511" y="3002"/>
                        <a:pt x="10475" y="0"/>
                        <a:pt x="67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1"/>
                <p:cNvSpPr/>
                <p:nvPr/>
              </p:nvSpPr>
              <p:spPr>
                <a:xfrm>
                  <a:off x="4361625" y="3809825"/>
                  <a:ext cx="120925" cy="121800"/>
                </a:xfrm>
                <a:custGeom>
                  <a:avLst/>
                  <a:gdLst/>
                  <a:ahLst/>
                  <a:cxnLst/>
                  <a:rect l="l" t="t" r="r" b="b"/>
                  <a:pathLst>
                    <a:path w="4837" h="4872" extrusionOk="0">
                      <a:moveTo>
                        <a:pt x="2402" y="1"/>
                      </a:moveTo>
                      <a:cubicBezTo>
                        <a:pt x="1068" y="1"/>
                        <a:pt x="0" y="1102"/>
                        <a:pt x="0" y="2436"/>
                      </a:cubicBezTo>
                      <a:cubicBezTo>
                        <a:pt x="0" y="3770"/>
                        <a:pt x="1068" y="4871"/>
                        <a:pt x="2402" y="4871"/>
                      </a:cubicBezTo>
                      <a:cubicBezTo>
                        <a:pt x="3736" y="4871"/>
                        <a:pt x="4837" y="3770"/>
                        <a:pt x="4837" y="2436"/>
                      </a:cubicBezTo>
                      <a:cubicBezTo>
                        <a:pt x="4837" y="1102"/>
                        <a:pt x="3736" y="1"/>
                        <a:pt x="24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1"/>
                <p:cNvSpPr/>
                <p:nvPr/>
              </p:nvSpPr>
              <p:spPr>
                <a:xfrm>
                  <a:off x="4320750" y="3220250"/>
                  <a:ext cx="306075" cy="69250"/>
                </a:xfrm>
                <a:custGeom>
                  <a:avLst/>
                  <a:gdLst/>
                  <a:ahLst/>
                  <a:cxnLst/>
                  <a:rect l="l" t="t" r="r" b="b"/>
                  <a:pathLst>
                    <a:path w="12243" h="2770" extrusionOk="0">
                      <a:moveTo>
                        <a:pt x="1" y="0"/>
                      </a:moveTo>
                      <a:lnTo>
                        <a:pt x="1" y="1435"/>
                      </a:lnTo>
                      <a:cubicBezTo>
                        <a:pt x="1" y="2169"/>
                        <a:pt x="601" y="2769"/>
                        <a:pt x="1335" y="2769"/>
                      </a:cubicBezTo>
                      <a:lnTo>
                        <a:pt x="10908" y="2769"/>
                      </a:lnTo>
                      <a:cubicBezTo>
                        <a:pt x="11642" y="2769"/>
                        <a:pt x="12243" y="2169"/>
                        <a:pt x="12243" y="1435"/>
                      </a:cubicBezTo>
                      <a:lnTo>
                        <a:pt x="122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1"/>
                <p:cNvSpPr/>
                <p:nvPr/>
              </p:nvSpPr>
              <p:spPr>
                <a:xfrm>
                  <a:off x="3883775" y="3291975"/>
                  <a:ext cx="94250" cy="186075"/>
                </a:xfrm>
                <a:custGeom>
                  <a:avLst/>
                  <a:gdLst/>
                  <a:ahLst/>
                  <a:cxnLst/>
                  <a:rect l="l" t="t" r="r" b="b"/>
                  <a:pathLst>
                    <a:path w="3770" h="7443" extrusionOk="0">
                      <a:moveTo>
                        <a:pt x="2102" y="0"/>
                      </a:moveTo>
                      <a:cubicBezTo>
                        <a:pt x="1435" y="1668"/>
                        <a:pt x="901" y="3403"/>
                        <a:pt x="501" y="5137"/>
                      </a:cubicBezTo>
                      <a:cubicBezTo>
                        <a:pt x="334" y="5938"/>
                        <a:pt x="167" y="6738"/>
                        <a:pt x="1" y="7439"/>
                      </a:cubicBezTo>
                      <a:cubicBezTo>
                        <a:pt x="52" y="7441"/>
                        <a:pt x="103" y="7443"/>
                        <a:pt x="153" y="7443"/>
                      </a:cubicBezTo>
                      <a:cubicBezTo>
                        <a:pt x="1462" y="7443"/>
                        <a:pt x="2655" y="6623"/>
                        <a:pt x="3136" y="5371"/>
                      </a:cubicBezTo>
                      <a:cubicBezTo>
                        <a:pt x="3770" y="3636"/>
                        <a:pt x="3436" y="1001"/>
                        <a:pt x="21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1"/>
                <p:cNvSpPr/>
                <p:nvPr/>
              </p:nvSpPr>
              <p:spPr>
                <a:xfrm>
                  <a:off x="4350775" y="3642025"/>
                  <a:ext cx="733050" cy="552275"/>
                </a:xfrm>
                <a:custGeom>
                  <a:avLst/>
                  <a:gdLst/>
                  <a:ahLst/>
                  <a:cxnLst/>
                  <a:rect l="l" t="t" r="r" b="b"/>
                  <a:pathLst>
                    <a:path w="29322" h="22091" extrusionOk="0">
                      <a:moveTo>
                        <a:pt x="23267" y="1"/>
                      </a:moveTo>
                      <a:cubicBezTo>
                        <a:pt x="22399" y="1"/>
                        <a:pt x="21539" y="245"/>
                        <a:pt x="20782" y="775"/>
                      </a:cubicBezTo>
                      <a:lnTo>
                        <a:pt x="2436" y="14052"/>
                      </a:lnTo>
                      <a:cubicBezTo>
                        <a:pt x="468" y="15453"/>
                        <a:pt x="1" y="18154"/>
                        <a:pt x="1368" y="20156"/>
                      </a:cubicBezTo>
                      <a:cubicBezTo>
                        <a:pt x="2227" y="21413"/>
                        <a:pt x="3612" y="22091"/>
                        <a:pt x="5020" y="22091"/>
                      </a:cubicBezTo>
                      <a:cubicBezTo>
                        <a:pt x="5853" y="22091"/>
                        <a:pt x="6695" y="21853"/>
                        <a:pt x="7439" y="21357"/>
                      </a:cubicBezTo>
                      <a:lnTo>
                        <a:pt x="26486" y="9515"/>
                      </a:lnTo>
                      <a:cubicBezTo>
                        <a:pt x="28788" y="7880"/>
                        <a:pt x="29321" y="4745"/>
                        <a:pt x="27754" y="2477"/>
                      </a:cubicBezTo>
                      <a:cubicBezTo>
                        <a:pt x="26695" y="932"/>
                        <a:pt x="24964" y="1"/>
                        <a:pt x="232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61"/>
                <p:cNvSpPr/>
                <p:nvPr/>
              </p:nvSpPr>
              <p:spPr>
                <a:xfrm>
                  <a:off x="4364950" y="3931700"/>
                  <a:ext cx="701350" cy="531050"/>
                </a:xfrm>
                <a:custGeom>
                  <a:avLst/>
                  <a:gdLst/>
                  <a:ahLst/>
                  <a:cxnLst/>
                  <a:rect l="l" t="t" r="r" b="b"/>
                  <a:pathLst>
                    <a:path w="28054" h="21242" extrusionOk="0">
                      <a:moveTo>
                        <a:pt x="21890" y="1"/>
                      </a:moveTo>
                      <a:cubicBezTo>
                        <a:pt x="21195" y="1"/>
                        <a:pt x="20518" y="174"/>
                        <a:pt x="19915" y="563"/>
                      </a:cubicBezTo>
                      <a:lnTo>
                        <a:pt x="2436" y="13673"/>
                      </a:lnTo>
                      <a:cubicBezTo>
                        <a:pt x="534" y="14940"/>
                        <a:pt x="1" y="17475"/>
                        <a:pt x="1268" y="19377"/>
                      </a:cubicBezTo>
                      <a:cubicBezTo>
                        <a:pt x="2053" y="20586"/>
                        <a:pt x="3378" y="21242"/>
                        <a:pt x="4727" y="21242"/>
                      </a:cubicBezTo>
                      <a:cubicBezTo>
                        <a:pt x="5499" y="21242"/>
                        <a:pt x="6280" y="21027"/>
                        <a:pt x="6972" y="20577"/>
                      </a:cubicBezTo>
                      <a:lnTo>
                        <a:pt x="25252" y="9303"/>
                      </a:lnTo>
                      <a:cubicBezTo>
                        <a:pt x="27454" y="7868"/>
                        <a:pt x="28054" y="4933"/>
                        <a:pt x="26620" y="2731"/>
                      </a:cubicBezTo>
                      <a:cubicBezTo>
                        <a:pt x="25608" y="1166"/>
                        <a:pt x="23693" y="1"/>
                        <a:pt x="218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61"/>
                <p:cNvSpPr/>
                <p:nvPr/>
              </p:nvSpPr>
              <p:spPr>
                <a:xfrm>
                  <a:off x="4475875" y="4222150"/>
                  <a:ext cx="596275" cy="411450"/>
                </a:xfrm>
                <a:custGeom>
                  <a:avLst/>
                  <a:gdLst/>
                  <a:ahLst/>
                  <a:cxnLst/>
                  <a:rect l="l" t="t" r="r" b="b"/>
                  <a:pathLst>
                    <a:path w="23851" h="16458" extrusionOk="0">
                      <a:moveTo>
                        <a:pt x="18429" y="0"/>
                      </a:moveTo>
                      <a:cubicBezTo>
                        <a:pt x="17682" y="0"/>
                        <a:pt x="16922" y="178"/>
                        <a:pt x="16212" y="553"/>
                      </a:cubicBezTo>
                      <a:lnTo>
                        <a:pt x="2802" y="8693"/>
                      </a:lnTo>
                      <a:cubicBezTo>
                        <a:pt x="801" y="9760"/>
                        <a:pt x="0" y="12262"/>
                        <a:pt x="1068" y="14263"/>
                      </a:cubicBezTo>
                      <a:cubicBezTo>
                        <a:pt x="1813" y="15662"/>
                        <a:pt x="3243" y="16458"/>
                        <a:pt x="4719" y="16458"/>
                      </a:cubicBezTo>
                      <a:cubicBezTo>
                        <a:pt x="5356" y="16458"/>
                        <a:pt x="6002" y="16309"/>
                        <a:pt x="6605" y="15998"/>
                      </a:cubicBezTo>
                      <a:lnTo>
                        <a:pt x="20648" y="8959"/>
                      </a:lnTo>
                      <a:cubicBezTo>
                        <a:pt x="22950" y="7725"/>
                        <a:pt x="23850" y="4857"/>
                        <a:pt x="22616" y="2555"/>
                      </a:cubicBezTo>
                      <a:cubicBezTo>
                        <a:pt x="21781" y="930"/>
                        <a:pt x="20138" y="0"/>
                        <a:pt x="184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1"/>
                <p:cNvSpPr/>
                <p:nvPr/>
              </p:nvSpPr>
              <p:spPr>
                <a:xfrm>
                  <a:off x="3294200" y="4417775"/>
                  <a:ext cx="863975" cy="870650"/>
                </a:xfrm>
                <a:custGeom>
                  <a:avLst/>
                  <a:gdLst/>
                  <a:ahLst/>
                  <a:cxnLst/>
                  <a:rect l="l" t="t" r="r" b="b"/>
                  <a:pathLst>
                    <a:path w="34559" h="34826" extrusionOk="0">
                      <a:moveTo>
                        <a:pt x="10741" y="0"/>
                      </a:moveTo>
                      <a:lnTo>
                        <a:pt x="0" y="10541"/>
                      </a:lnTo>
                      <a:lnTo>
                        <a:pt x="23817" y="34825"/>
                      </a:lnTo>
                      <a:lnTo>
                        <a:pt x="34558" y="24284"/>
                      </a:lnTo>
                      <a:lnTo>
                        <a:pt x="107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1"/>
                <p:cNvSpPr/>
                <p:nvPr/>
              </p:nvSpPr>
              <p:spPr>
                <a:xfrm>
                  <a:off x="2352700" y="4537850"/>
                  <a:ext cx="1791300" cy="912350"/>
                </a:xfrm>
                <a:custGeom>
                  <a:avLst/>
                  <a:gdLst/>
                  <a:ahLst/>
                  <a:cxnLst/>
                  <a:rect l="l" t="t" r="r" b="b"/>
                  <a:pathLst>
                    <a:path w="71652" h="36494" extrusionOk="0">
                      <a:moveTo>
                        <a:pt x="40229" y="1"/>
                      </a:moveTo>
                      <a:lnTo>
                        <a:pt x="0" y="36494"/>
                      </a:lnTo>
                      <a:lnTo>
                        <a:pt x="59542" y="36494"/>
                      </a:lnTo>
                      <a:lnTo>
                        <a:pt x="71651" y="22717"/>
                      </a:lnTo>
                      <a:lnTo>
                        <a:pt x="402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1"/>
                <p:cNvSpPr/>
                <p:nvPr/>
              </p:nvSpPr>
              <p:spPr>
                <a:xfrm>
                  <a:off x="4514225" y="4465675"/>
                  <a:ext cx="145125" cy="136050"/>
                </a:xfrm>
                <a:custGeom>
                  <a:avLst/>
                  <a:gdLst/>
                  <a:ahLst/>
                  <a:cxnLst/>
                  <a:rect l="l" t="t" r="r" b="b"/>
                  <a:pathLst>
                    <a:path w="5805" h="5442" extrusionOk="0">
                      <a:moveTo>
                        <a:pt x="2655" y="0"/>
                      </a:moveTo>
                      <a:cubicBezTo>
                        <a:pt x="2227" y="0"/>
                        <a:pt x="1793" y="115"/>
                        <a:pt x="1402" y="353"/>
                      </a:cubicBezTo>
                      <a:cubicBezTo>
                        <a:pt x="334" y="1053"/>
                        <a:pt x="1" y="2488"/>
                        <a:pt x="668" y="3588"/>
                      </a:cubicBezTo>
                      <a:lnTo>
                        <a:pt x="1168" y="4356"/>
                      </a:lnTo>
                      <a:cubicBezTo>
                        <a:pt x="1619" y="5065"/>
                        <a:pt x="2375" y="5442"/>
                        <a:pt x="3150" y="5442"/>
                      </a:cubicBezTo>
                      <a:cubicBezTo>
                        <a:pt x="3578" y="5442"/>
                        <a:pt x="4012" y="5327"/>
                        <a:pt x="4404" y="5089"/>
                      </a:cubicBezTo>
                      <a:cubicBezTo>
                        <a:pt x="5471" y="4389"/>
                        <a:pt x="5805" y="2955"/>
                        <a:pt x="5138" y="1887"/>
                      </a:cubicBezTo>
                      <a:lnTo>
                        <a:pt x="4637" y="1086"/>
                      </a:lnTo>
                      <a:cubicBezTo>
                        <a:pt x="4186" y="377"/>
                        <a:pt x="3430" y="0"/>
                        <a:pt x="26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1"/>
                <p:cNvSpPr/>
                <p:nvPr/>
              </p:nvSpPr>
              <p:spPr>
                <a:xfrm>
                  <a:off x="4407475" y="4295950"/>
                  <a:ext cx="145125" cy="135725"/>
                </a:xfrm>
                <a:custGeom>
                  <a:avLst/>
                  <a:gdLst/>
                  <a:ahLst/>
                  <a:cxnLst/>
                  <a:rect l="l" t="t" r="r" b="b"/>
                  <a:pathLst>
                    <a:path w="5805" h="5429" extrusionOk="0">
                      <a:moveTo>
                        <a:pt x="2627" y="0"/>
                      </a:moveTo>
                      <a:cubicBezTo>
                        <a:pt x="2182" y="0"/>
                        <a:pt x="1733" y="130"/>
                        <a:pt x="1335" y="403"/>
                      </a:cubicBezTo>
                      <a:cubicBezTo>
                        <a:pt x="268" y="1137"/>
                        <a:pt x="1" y="2572"/>
                        <a:pt x="701" y="3639"/>
                      </a:cubicBezTo>
                      <a:lnTo>
                        <a:pt x="1235" y="4406"/>
                      </a:lnTo>
                      <a:cubicBezTo>
                        <a:pt x="1694" y="5074"/>
                        <a:pt x="2428" y="5429"/>
                        <a:pt x="3174" y="5429"/>
                      </a:cubicBezTo>
                      <a:cubicBezTo>
                        <a:pt x="3621" y="5429"/>
                        <a:pt x="4071" y="5302"/>
                        <a:pt x="4471" y="5040"/>
                      </a:cubicBezTo>
                      <a:cubicBezTo>
                        <a:pt x="5538" y="4306"/>
                        <a:pt x="5805" y="2839"/>
                        <a:pt x="5104" y="1804"/>
                      </a:cubicBezTo>
                      <a:lnTo>
                        <a:pt x="4571" y="1037"/>
                      </a:lnTo>
                      <a:cubicBezTo>
                        <a:pt x="4110" y="368"/>
                        <a:pt x="3375" y="0"/>
                        <a:pt x="262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61"/>
                <p:cNvSpPr/>
                <p:nvPr/>
              </p:nvSpPr>
              <p:spPr>
                <a:xfrm>
                  <a:off x="4390800" y="4003175"/>
                  <a:ext cx="165150" cy="153725"/>
                </a:xfrm>
                <a:custGeom>
                  <a:avLst/>
                  <a:gdLst/>
                  <a:ahLst/>
                  <a:cxnLst/>
                  <a:rect l="l" t="t" r="r" b="b"/>
                  <a:pathLst>
                    <a:path w="6606" h="6149" extrusionOk="0">
                      <a:moveTo>
                        <a:pt x="3002" y="1"/>
                      </a:moveTo>
                      <a:cubicBezTo>
                        <a:pt x="2484" y="1"/>
                        <a:pt x="1961" y="154"/>
                        <a:pt x="1502" y="473"/>
                      </a:cubicBezTo>
                      <a:cubicBezTo>
                        <a:pt x="301" y="1307"/>
                        <a:pt x="1" y="2941"/>
                        <a:pt x="835" y="4142"/>
                      </a:cubicBezTo>
                      <a:lnTo>
                        <a:pt x="1435" y="5009"/>
                      </a:lnTo>
                      <a:cubicBezTo>
                        <a:pt x="1950" y="5751"/>
                        <a:pt x="2770" y="6149"/>
                        <a:pt x="3604" y="6149"/>
                      </a:cubicBezTo>
                      <a:cubicBezTo>
                        <a:pt x="4122" y="6149"/>
                        <a:pt x="4645" y="5996"/>
                        <a:pt x="5104" y="5677"/>
                      </a:cubicBezTo>
                      <a:cubicBezTo>
                        <a:pt x="6305" y="4843"/>
                        <a:pt x="6605" y="3208"/>
                        <a:pt x="5771" y="2007"/>
                      </a:cubicBezTo>
                      <a:lnTo>
                        <a:pt x="5171" y="1140"/>
                      </a:lnTo>
                      <a:cubicBezTo>
                        <a:pt x="4656" y="399"/>
                        <a:pt x="3837" y="1"/>
                        <a:pt x="30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61"/>
                <p:cNvSpPr/>
                <p:nvPr/>
              </p:nvSpPr>
              <p:spPr>
                <a:xfrm>
                  <a:off x="4344100" y="3043450"/>
                  <a:ext cx="259375" cy="212675"/>
                </a:xfrm>
                <a:custGeom>
                  <a:avLst/>
                  <a:gdLst/>
                  <a:ahLst/>
                  <a:cxnLst/>
                  <a:rect l="l" t="t" r="r" b="b"/>
                  <a:pathLst>
                    <a:path w="10375" h="8507" extrusionOk="0">
                      <a:moveTo>
                        <a:pt x="1602" y="1"/>
                      </a:moveTo>
                      <a:lnTo>
                        <a:pt x="1" y="2302"/>
                      </a:lnTo>
                      <a:lnTo>
                        <a:pt x="1" y="8507"/>
                      </a:lnTo>
                      <a:lnTo>
                        <a:pt x="10375" y="8507"/>
                      </a:lnTo>
                      <a:lnTo>
                        <a:pt x="10375" y="2302"/>
                      </a:lnTo>
                      <a:lnTo>
                        <a:pt x="877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61"/>
                <p:cNvSpPr/>
                <p:nvPr/>
              </p:nvSpPr>
              <p:spPr>
                <a:xfrm>
                  <a:off x="4435825" y="3043450"/>
                  <a:ext cx="75925" cy="94275"/>
                </a:xfrm>
                <a:custGeom>
                  <a:avLst/>
                  <a:gdLst/>
                  <a:ahLst/>
                  <a:cxnLst/>
                  <a:rect l="l" t="t" r="r" b="b"/>
                  <a:pathLst>
                    <a:path w="3037" h="3771" extrusionOk="0">
                      <a:moveTo>
                        <a:pt x="1" y="1"/>
                      </a:moveTo>
                      <a:lnTo>
                        <a:pt x="1" y="3770"/>
                      </a:lnTo>
                      <a:lnTo>
                        <a:pt x="3036" y="3770"/>
                      </a:lnTo>
                      <a:lnTo>
                        <a:pt x="3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61"/>
                <p:cNvSpPr/>
                <p:nvPr/>
              </p:nvSpPr>
              <p:spPr>
                <a:xfrm>
                  <a:off x="4179825" y="3366175"/>
                  <a:ext cx="570425" cy="330275"/>
                </a:xfrm>
                <a:custGeom>
                  <a:avLst/>
                  <a:gdLst/>
                  <a:ahLst/>
                  <a:cxnLst/>
                  <a:rect l="l" t="t" r="r" b="b"/>
                  <a:pathLst>
                    <a:path w="22817" h="13211" extrusionOk="0">
                      <a:moveTo>
                        <a:pt x="1201" y="1"/>
                      </a:moveTo>
                      <a:cubicBezTo>
                        <a:pt x="534" y="1"/>
                        <a:pt x="0" y="501"/>
                        <a:pt x="0" y="1168"/>
                      </a:cubicBezTo>
                      <a:lnTo>
                        <a:pt x="0" y="12043"/>
                      </a:lnTo>
                      <a:cubicBezTo>
                        <a:pt x="0" y="12710"/>
                        <a:pt x="534" y="13210"/>
                        <a:pt x="1201" y="13210"/>
                      </a:cubicBezTo>
                      <a:lnTo>
                        <a:pt x="21649" y="13210"/>
                      </a:lnTo>
                      <a:cubicBezTo>
                        <a:pt x="22316" y="13210"/>
                        <a:pt x="22817" y="12710"/>
                        <a:pt x="22817" y="12043"/>
                      </a:cubicBezTo>
                      <a:lnTo>
                        <a:pt x="22817" y="1168"/>
                      </a:lnTo>
                      <a:cubicBezTo>
                        <a:pt x="22817" y="501"/>
                        <a:pt x="22316" y="1"/>
                        <a:pt x="2164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61"/>
                <p:cNvSpPr/>
                <p:nvPr/>
              </p:nvSpPr>
              <p:spPr>
                <a:xfrm>
                  <a:off x="4199000" y="3385375"/>
                  <a:ext cx="532900" cy="292725"/>
                </a:xfrm>
                <a:custGeom>
                  <a:avLst/>
                  <a:gdLst/>
                  <a:ahLst/>
                  <a:cxnLst/>
                  <a:rect l="l" t="t" r="r" b="b"/>
                  <a:pathLst>
                    <a:path w="21316" h="11709" extrusionOk="0">
                      <a:moveTo>
                        <a:pt x="1068" y="0"/>
                      </a:moveTo>
                      <a:cubicBezTo>
                        <a:pt x="468" y="0"/>
                        <a:pt x="1" y="467"/>
                        <a:pt x="1" y="1068"/>
                      </a:cubicBezTo>
                      <a:lnTo>
                        <a:pt x="1" y="10608"/>
                      </a:lnTo>
                      <a:cubicBezTo>
                        <a:pt x="1" y="11208"/>
                        <a:pt x="468" y="11709"/>
                        <a:pt x="1068" y="11709"/>
                      </a:cubicBezTo>
                      <a:lnTo>
                        <a:pt x="20248" y="11709"/>
                      </a:lnTo>
                      <a:cubicBezTo>
                        <a:pt x="20849" y="11709"/>
                        <a:pt x="21316" y="11208"/>
                        <a:pt x="21316" y="10608"/>
                      </a:cubicBezTo>
                      <a:lnTo>
                        <a:pt x="21316" y="1068"/>
                      </a:lnTo>
                      <a:cubicBezTo>
                        <a:pt x="21316" y="467"/>
                        <a:pt x="20849" y="0"/>
                        <a:pt x="202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1"/>
                <p:cNvSpPr/>
                <p:nvPr/>
              </p:nvSpPr>
              <p:spPr>
                <a:xfrm>
                  <a:off x="4277400" y="3428725"/>
                  <a:ext cx="27525" cy="99275"/>
                </a:xfrm>
                <a:custGeom>
                  <a:avLst/>
                  <a:gdLst/>
                  <a:ahLst/>
                  <a:cxnLst/>
                  <a:rect l="l" t="t" r="r" b="b"/>
                  <a:pathLst>
                    <a:path w="1101" h="3971" extrusionOk="0">
                      <a:moveTo>
                        <a:pt x="534" y="1"/>
                      </a:moveTo>
                      <a:cubicBezTo>
                        <a:pt x="234" y="1"/>
                        <a:pt x="0" y="234"/>
                        <a:pt x="0" y="534"/>
                      </a:cubicBezTo>
                      <a:lnTo>
                        <a:pt x="0" y="3403"/>
                      </a:lnTo>
                      <a:cubicBezTo>
                        <a:pt x="0" y="3703"/>
                        <a:pt x="234" y="3970"/>
                        <a:pt x="534" y="3970"/>
                      </a:cubicBezTo>
                      <a:cubicBezTo>
                        <a:pt x="867" y="3970"/>
                        <a:pt x="1101" y="3703"/>
                        <a:pt x="1101" y="3403"/>
                      </a:cubicBezTo>
                      <a:lnTo>
                        <a:pt x="1101" y="534"/>
                      </a:lnTo>
                      <a:cubicBezTo>
                        <a:pt x="1101" y="234"/>
                        <a:pt x="867" y="1"/>
                        <a:pt x="5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61"/>
                <p:cNvSpPr/>
                <p:nvPr/>
              </p:nvSpPr>
              <p:spPr>
                <a:xfrm>
                  <a:off x="4277400" y="3539650"/>
                  <a:ext cx="27525" cy="99250"/>
                </a:xfrm>
                <a:custGeom>
                  <a:avLst/>
                  <a:gdLst/>
                  <a:ahLst/>
                  <a:cxnLst/>
                  <a:rect l="l" t="t" r="r" b="b"/>
                  <a:pathLst>
                    <a:path w="1101" h="3970" extrusionOk="0">
                      <a:moveTo>
                        <a:pt x="534" y="0"/>
                      </a:moveTo>
                      <a:cubicBezTo>
                        <a:pt x="234" y="0"/>
                        <a:pt x="0" y="234"/>
                        <a:pt x="0" y="567"/>
                      </a:cubicBezTo>
                      <a:lnTo>
                        <a:pt x="0" y="3403"/>
                      </a:lnTo>
                      <a:cubicBezTo>
                        <a:pt x="0" y="3703"/>
                        <a:pt x="234" y="3970"/>
                        <a:pt x="534" y="3970"/>
                      </a:cubicBezTo>
                      <a:cubicBezTo>
                        <a:pt x="867" y="3970"/>
                        <a:pt x="1101" y="3703"/>
                        <a:pt x="1101" y="3403"/>
                      </a:cubicBezTo>
                      <a:lnTo>
                        <a:pt x="1101" y="567"/>
                      </a:lnTo>
                      <a:cubicBezTo>
                        <a:pt x="1101" y="234"/>
                        <a:pt x="867" y="0"/>
                        <a:pt x="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61"/>
                <p:cNvSpPr/>
                <p:nvPr/>
              </p:nvSpPr>
              <p:spPr>
                <a:xfrm>
                  <a:off x="4669325" y="3428725"/>
                  <a:ext cx="27550" cy="99275"/>
                </a:xfrm>
                <a:custGeom>
                  <a:avLst/>
                  <a:gdLst/>
                  <a:ahLst/>
                  <a:cxnLst/>
                  <a:rect l="l" t="t" r="r" b="b"/>
                  <a:pathLst>
                    <a:path w="1102" h="3971" extrusionOk="0">
                      <a:moveTo>
                        <a:pt x="568" y="1"/>
                      </a:moveTo>
                      <a:cubicBezTo>
                        <a:pt x="234" y="1"/>
                        <a:pt x="1" y="234"/>
                        <a:pt x="1" y="534"/>
                      </a:cubicBezTo>
                      <a:lnTo>
                        <a:pt x="1" y="3403"/>
                      </a:lnTo>
                      <a:cubicBezTo>
                        <a:pt x="1" y="3703"/>
                        <a:pt x="234" y="3970"/>
                        <a:pt x="568" y="3970"/>
                      </a:cubicBezTo>
                      <a:cubicBezTo>
                        <a:pt x="868" y="3970"/>
                        <a:pt x="1102" y="3703"/>
                        <a:pt x="1102" y="3403"/>
                      </a:cubicBezTo>
                      <a:lnTo>
                        <a:pt x="1102" y="534"/>
                      </a:lnTo>
                      <a:cubicBezTo>
                        <a:pt x="1102" y="234"/>
                        <a:pt x="868" y="1"/>
                        <a:pt x="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1"/>
                <p:cNvSpPr/>
                <p:nvPr/>
              </p:nvSpPr>
              <p:spPr>
                <a:xfrm>
                  <a:off x="4669325" y="3539650"/>
                  <a:ext cx="27550" cy="99250"/>
                </a:xfrm>
                <a:custGeom>
                  <a:avLst/>
                  <a:gdLst/>
                  <a:ahLst/>
                  <a:cxnLst/>
                  <a:rect l="l" t="t" r="r" b="b"/>
                  <a:pathLst>
                    <a:path w="1102" h="3970" extrusionOk="0">
                      <a:moveTo>
                        <a:pt x="568" y="0"/>
                      </a:moveTo>
                      <a:cubicBezTo>
                        <a:pt x="234" y="0"/>
                        <a:pt x="1" y="234"/>
                        <a:pt x="1" y="567"/>
                      </a:cubicBezTo>
                      <a:lnTo>
                        <a:pt x="1" y="3403"/>
                      </a:lnTo>
                      <a:cubicBezTo>
                        <a:pt x="1" y="3703"/>
                        <a:pt x="234" y="3970"/>
                        <a:pt x="568" y="3970"/>
                      </a:cubicBezTo>
                      <a:cubicBezTo>
                        <a:pt x="868" y="3970"/>
                        <a:pt x="1102" y="3703"/>
                        <a:pt x="1102" y="3403"/>
                      </a:cubicBezTo>
                      <a:lnTo>
                        <a:pt x="1102" y="567"/>
                      </a:lnTo>
                      <a:cubicBezTo>
                        <a:pt x="1102" y="234"/>
                        <a:pt x="868"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61"/>
                <p:cNvSpPr/>
                <p:nvPr/>
              </p:nvSpPr>
              <p:spPr>
                <a:xfrm>
                  <a:off x="4541750" y="3428725"/>
                  <a:ext cx="28375" cy="99275"/>
                </a:xfrm>
                <a:custGeom>
                  <a:avLst/>
                  <a:gdLst/>
                  <a:ahLst/>
                  <a:cxnLst/>
                  <a:rect l="l" t="t" r="r" b="b"/>
                  <a:pathLst>
                    <a:path w="1135" h="3971" extrusionOk="0">
                      <a:moveTo>
                        <a:pt x="567" y="1"/>
                      </a:moveTo>
                      <a:cubicBezTo>
                        <a:pt x="267" y="1"/>
                        <a:pt x="0" y="234"/>
                        <a:pt x="0" y="534"/>
                      </a:cubicBezTo>
                      <a:lnTo>
                        <a:pt x="0" y="3403"/>
                      </a:lnTo>
                      <a:cubicBezTo>
                        <a:pt x="0" y="3703"/>
                        <a:pt x="267" y="3970"/>
                        <a:pt x="567" y="3970"/>
                      </a:cubicBezTo>
                      <a:cubicBezTo>
                        <a:pt x="868" y="3970"/>
                        <a:pt x="1101" y="3703"/>
                        <a:pt x="1134" y="3403"/>
                      </a:cubicBezTo>
                      <a:lnTo>
                        <a:pt x="1134" y="534"/>
                      </a:lnTo>
                      <a:cubicBezTo>
                        <a:pt x="1134" y="234"/>
                        <a:pt x="868" y="1"/>
                        <a:pt x="5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61"/>
                <p:cNvSpPr/>
                <p:nvPr/>
              </p:nvSpPr>
              <p:spPr>
                <a:xfrm>
                  <a:off x="4570100" y="3517125"/>
                  <a:ext cx="99250" cy="28375"/>
                </a:xfrm>
                <a:custGeom>
                  <a:avLst/>
                  <a:gdLst/>
                  <a:ahLst/>
                  <a:cxnLst/>
                  <a:rect l="l" t="t" r="r" b="b"/>
                  <a:pathLst>
                    <a:path w="3970" h="1135" extrusionOk="0">
                      <a:moveTo>
                        <a:pt x="534" y="1"/>
                      </a:moveTo>
                      <a:cubicBezTo>
                        <a:pt x="234" y="1"/>
                        <a:pt x="0" y="267"/>
                        <a:pt x="0" y="568"/>
                      </a:cubicBezTo>
                      <a:cubicBezTo>
                        <a:pt x="0" y="868"/>
                        <a:pt x="234" y="1135"/>
                        <a:pt x="534" y="1135"/>
                      </a:cubicBezTo>
                      <a:lnTo>
                        <a:pt x="3403" y="1135"/>
                      </a:lnTo>
                      <a:cubicBezTo>
                        <a:pt x="3703" y="1135"/>
                        <a:pt x="3970" y="868"/>
                        <a:pt x="3970" y="568"/>
                      </a:cubicBezTo>
                      <a:cubicBezTo>
                        <a:pt x="3970" y="267"/>
                        <a:pt x="3703" y="1"/>
                        <a:pt x="340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1"/>
                <p:cNvSpPr/>
                <p:nvPr/>
              </p:nvSpPr>
              <p:spPr>
                <a:xfrm>
                  <a:off x="4485875" y="3428725"/>
                  <a:ext cx="27550" cy="99275"/>
                </a:xfrm>
                <a:custGeom>
                  <a:avLst/>
                  <a:gdLst/>
                  <a:ahLst/>
                  <a:cxnLst/>
                  <a:rect l="l" t="t" r="r" b="b"/>
                  <a:pathLst>
                    <a:path w="1102" h="3971" extrusionOk="0">
                      <a:moveTo>
                        <a:pt x="534" y="1"/>
                      </a:moveTo>
                      <a:cubicBezTo>
                        <a:pt x="234" y="1"/>
                        <a:pt x="0" y="234"/>
                        <a:pt x="0" y="534"/>
                      </a:cubicBezTo>
                      <a:lnTo>
                        <a:pt x="0" y="3403"/>
                      </a:lnTo>
                      <a:cubicBezTo>
                        <a:pt x="0" y="3703"/>
                        <a:pt x="234" y="3970"/>
                        <a:pt x="534" y="3970"/>
                      </a:cubicBezTo>
                      <a:cubicBezTo>
                        <a:pt x="834" y="3970"/>
                        <a:pt x="1101" y="3703"/>
                        <a:pt x="1101" y="3403"/>
                      </a:cubicBezTo>
                      <a:lnTo>
                        <a:pt x="1101" y="534"/>
                      </a:lnTo>
                      <a:cubicBezTo>
                        <a:pt x="1101" y="234"/>
                        <a:pt x="834" y="1"/>
                        <a:pt x="5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61"/>
                <p:cNvSpPr/>
                <p:nvPr/>
              </p:nvSpPr>
              <p:spPr>
                <a:xfrm>
                  <a:off x="4485875" y="3539650"/>
                  <a:ext cx="27550" cy="99250"/>
                </a:xfrm>
                <a:custGeom>
                  <a:avLst/>
                  <a:gdLst/>
                  <a:ahLst/>
                  <a:cxnLst/>
                  <a:rect l="l" t="t" r="r" b="b"/>
                  <a:pathLst>
                    <a:path w="1102" h="3970" extrusionOk="0">
                      <a:moveTo>
                        <a:pt x="534" y="0"/>
                      </a:moveTo>
                      <a:cubicBezTo>
                        <a:pt x="234" y="0"/>
                        <a:pt x="0" y="234"/>
                        <a:pt x="0" y="567"/>
                      </a:cubicBezTo>
                      <a:lnTo>
                        <a:pt x="0" y="3403"/>
                      </a:lnTo>
                      <a:cubicBezTo>
                        <a:pt x="0" y="3703"/>
                        <a:pt x="234" y="3970"/>
                        <a:pt x="534" y="3970"/>
                      </a:cubicBezTo>
                      <a:cubicBezTo>
                        <a:pt x="834" y="3970"/>
                        <a:pt x="1101" y="3703"/>
                        <a:pt x="1101" y="3403"/>
                      </a:cubicBezTo>
                      <a:lnTo>
                        <a:pt x="1101" y="567"/>
                      </a:lnTo>
                      <a:cubicBezTo>
                        <a:pt x="1101" y="234"/>
                        <a:pt x="834" y="0"/>
                        <a:pt x="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61"/>
                <p:cNvSpPr/>
                <p:nvPr/>
              </p:nvSpPr>
              <p:spPr>
                <a:xfrm>
                  <a:off x="4358275" y="3539650"/>
                  <a:ext cx="27550" cy="99250"/>
                </a:xfrm>
                <a:custGeom>
                  <a:avLst/>
                  <a:gdLst/>
                  <a:ahLst/>
                  <a:cxnLst/>
                  <a:rect l="l" t="t" r="r" b="b"/>
                  <a:pathLst>
                    <a:path w="1102" h="3970" extrusionOk="0">
                      <a:moveTo>
                        <a:pt x="568" y="0"/>
                      </a:moveTo>
                      <a:cubicBezTo>
                        <a:pt x="234" y="0"/>
                        <a:pt x="1" y="234"/>
                        <a:pt x="1" y="567"/>
                      </a:cubicBezTo>
                      <a:lnTo>
                        <a:pt x="1" y="3403"/>
                      </a:lnTo>
                      <a:cubicBezTo>
                        <a:pt x="1" y="3703"/>
                        <a:pt x="234" y="3970"/>
                        <a:pt x="568" y="3970"/>
                      </a:cubicBezTo>
                      <a:cubicBezTo>
                        <a:pt x="868" y="3970"/>
                        <a:pt x="1102" y="3703"/>
                        <a:pt x="1102" y="3403"/>
                      </a:cubicBezTo>
                      <a:lnTo>
                        <a:pt x="1102" y="567"/>
                      </a:lnTo>
                      <a:cubicBezTo>
                        <a:pt x="1102" y="234"/>
                        <a:pt x="868" y="0"/>
                        <a:pt x="5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1"/>
                <p:cNvSpPr/>
                <p:nvPr/>
              </p:nvSpPr>
              <p:spPr>
                <a:xfrm>
                  <a:off x="4358275" y="3428725"/>
                  <a:ext cx="27550" cy="99275"/>
                </a:xfrm>
                <a:custGeom>
                  <a:avLst/>
                  <a:gdLst/>
                  <a:ahLst/>
                  <a:cxnLst/>
                  <a:rect l="l" t="t" r="r" b="b"/>
                  <a:pathLst>
                    <a:path w="1102" h="3971" extrusionOk="0">
                      <a:moveTo>
                        <a:pt x="568" y="1"/>
                      </a:moveTo>
                      <a:cubicBezTo>
                        <a:pt x="234" y="1"/>
                        <a:pt x="1" y="234"/>
                        <a:pt x="1" y="534"/>
                      </a:cubicBezTo>
                      <a:lnTo>
                        <a:pt x="1" y="3403"/>
                      </a:lnTo>
                      <a:cubicBezTo>
                        <a:pt x="1" y="3703"/>
                        <a:pt x="234" y="3970"/>
                        <a:pt x="568" y="3970"/>
                      </a:cubicBezTo>
                      <a:cubicBezTo>
                        <a:pt x="868" y="3970"/>
                        <a:pt x="1102" y="3703"/>
                        <a:pt x="1102" y="3403"/>
                      </a:cubicBezTo>
                      <a:lnTo>
                        <a:pt x="1102" y="534"/>
                      </a:lnTo>
                      <a:cubicBezTo>
                        <a:pt x="1102" y="234"/>
                        <a:pt x="868" y="1"/>
                        <a:pt x="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61"/>
                <p:cNvSpPr/>
                <p:nvPr/>
              </p:nvSpPr>
              <p:spPr>
                <a:xfrm>
                  <a:off x="4385800" y="3624700"/>
                  <a:ext cx="99275" cy="28375"/>
                </a:xfrm>
                <a:custGeom>
                  <a:avLst/>
                  <a:gdLst/>
                  <a:ahLst/>
                  <a:cxnLst/>
                  <a:rect l="l" t="t" r="r" b="b"/>
                  <a:pathLst>
                    <a:path w="3971" h="1135" extrusionOk="0">
                      <a:moveTo>
                        <a:pt x="568" y="1"/>
                      </a:moveTo>
                      <a:cubicBezTo>
                        <a:pt x="267" y="1"/>
                        <a:pt x="1" y="267"/>
                        <a:pt x="1" y="568"/>
                      </a:cubicBezTo>
                      <a:cubicBezTo>
                        <a:pt x="1" y="868"/>
                        <a:pt x="267" y="1135"/>
                        <a:pt x="568" y="1135"/>
                      </a:cubicBezTo>
                      <a:lnTo>
                        <a:pt x="3436" y="1135"/>
                      </a:lnTo>
                      <a:cubicBezTo>
                        <a:pt x="3737" y="1135"/>
                        <a:pt x="3970" y="868"/>
                        <a:pt x="3970" y="568"/>
                      </a:cubicBezTo>
                      <a:cubicBezTo>
                        <a:pt x="3970" y="267"/>
                        <a:pt x="3737" y="1"/>
                        <a:pt x="34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61"/>
                <p:cNvSpPr/>
                <p:nvPr/>
              </p:nvSpPr>
              <p:spPr>
                <a:xfrm>
                  <a:off x="4385800" y="3409550"/>
                  <a:ext cx="99275" cy="28375"/>
                </a:xfrm>
                <a:custGeom>
                  <a:avLst/>
                  <a:gdLst/>
                  <a:ahLst/>
                  <a:cxnLst/>
                  <a:rect l="l" t="t" r="r" b="b"/>
                  <a:pathLst>
                    <a:path w="3971" h="1135" extrusionOk="0">
                      <a:moveTo>
                        <a:pt x="568" y="0"/>
                      </a:moveTo>
                      <a:cubicBezTo>
                        <a:pt x="267" y="0"/>
                        <a:pt x="1" y="267"/>
                        <a:pt x="1" y="568"/>
                      </a:cubicBezTo>
                      <a:cubicBezTo>
                        <a:pt x="1" y="868"/>
                        <a:pt x="267" y="1135"/>
                        <a:pt x="568" y="1135"/>
                      </a:cubicBezTo>
                      <a:lnTo>
                        <a:pt x="3436" y="1135"/>
                      </a:lnTo>
                      <a:cubicBezTo>
                        <a:pt x="3737" y="1135"/>
                        <a:pt x="3970" y="868"/>
                        <a:pt x="3970" y="568"/>
                      </a:cubicBezTo>
                      <a:cubicBezTo>
                        <a:pt x="3970" y="267"/>
                        <a:pt x="3737" y="0"/>
                        <a:pt x="34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61"/>
                <p:cNvSpPr/>
                <p:nvPr/>
              </p:nvSpPr>
              <p:spPr>
                <a:xfrm>
                  <a:off x="4384125" y="2676525"/>
                  <a:ext cx="179325" cy="313575"/>
                </a:xfrm>
                <a:custGeom>
                  <a:avLst/>
                  <a:gdLst/>
                  <a:ahLst/>
                  <a:cxnLst/>
                  <a:rect l="l" t="t" r="r" b="b"/>
                  <a:pathLst>
                    <a:path w="7173" h="12543" extrusionOk="0">
                      <a:moveTo>
                        <a:pt x="3603" y="0"/>
                      </a:moveTo>
                      <a:cubicBezTo>
                        <a:pt x="3603" y="0"/>
                        <a:pt x="1" y="6939"/>
                        <a:pt x="1" y="8940"/>
                      </a:cubicBezTo>
                      <a:cubicBezTo>
                        <a:pt x="1" y="10942"/>
                        <a:pt x="1602" y="12543"/>
                        <a:pt x="3603" y="12543"/>
                      </a:cubicBezTo>
                      <a:cubicBezTo>
                        <a:pt x="5571" y="12543"/>
                        <a:pt x="7173" y="10942"/>
                        <a:pt x="7173" y="8940"/>
                      </a:cubicBezTo>
                      <a:cubicBezTo>
                        <a:pt x="7173" y="6939"/>
                        <a:pt x="3603" y="0"/>
                        <a:pt x="36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1"/>
                <p:cNvSpPr/>
                <p:nvPr/>
              </p:nvSpPr>
              <p:spPr>
                <a:xfrm>
                  <a:off x="4455025" y="2747400"/>
                  <a:ext cx="12525" cy="26725"/>
                </a:xfrm>
                <a:custGeom>
                  <a:avLst/>
                  <a:gdLst/>
                  <a:ahLst/>
                  <a:cxnLst/>
                  <a:rect l="l" t="t" r="r" b="b"/>
                  <a:pathLst>
                    <a:path w="501" h="1069" fill="none" extrusionOk="0">
                      <a:moveTo>
                        <a:pt x="0" y="1068"/>
                      </a:moveTo>
                      <a:cubicBezTo>
                        <a:pt x="300" y="434"/>
                        <a:pt x="501" y="1"/>
                        <a:pt x="501" y="1"/>
                      </a:cubicBezTo>
                    </a:path>
                  </a:pathLst>
                </a:custGeom>
                <a:solidFill>
                  <a:schemeClr val="dk1"/>
                </a:solid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61"/>
                <p:cNvSpPr/>
                <p:nvPr/>
              </p:nvSpPr>
              <p:spPr>
                <a:xfrm>
                  <a:off x="4412475" y="2829975"/>
                  <a:ext cx="19225" cy="102600"/>
                </a:xfrm>
                <a:custGeom>
                  <a:avLst/>
                  <a:gdLst/>
                  <a:ahLst/>
                  <a:cxnLst/>
                  <a:rect l="l" t="t" r="r" b="b"/>
                  <a:pathLst>
                    <a:path w="769" h="4104" fill="none" extrusionOk="0">
                      <a:moveTo>
                        <a:pt x="501" y="4103"/>
                      </a:moveTo>
                      <a:cubicBezTo>
                        <a:pt x="168" y="3703"/>
                        <a:pt x="1" y="3169"/>
                        <a:pt x="1" y="2635"/>
                      </a:cubicBezTo>
                      <a:cubicBezTo>
                        <a:pt x="134" y="1735"/>
                        <a:pt x="368" y="834"/>
                        <a:pt x="768" y="0"/>
                      </a:cubicBezTo>
                    </a:path>
                  </a:pathLst>
                </a:custGeom>
                <a:solidFill>
                  <a:schemeClr val="dk1"/>
                </a:solidFill>
                <a:ln w="20850" cap="rnd"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5" name="Google Shape;905;p61"/>
              <p:cNvSpPr/>
              <p:nvPr/>
            </p:nvSpPr>
            <p:spPr>
              <a:xfrm>
                <a:off x="1902918" y="3402800"/>
                <a:ext cx="511675" cy="976825"/>
              </a:xfrm>
              <a:custGeom>
                <a:avLst/>
                <a:gdLst/>
                <a:ahLst/>
                <a:cxnLst/>
                <a:rect l="l" t="t" r="r" b="b"/>
                <a:pathLst>
                  <a:path w="20467" h="39073" extrusionOk="0">
                    <a:moveTo>
                      <a:pt x="20467" y="0"/>
                    </a:moveTo>
                    <a:cubicBezTo>
                      <a:pt x="18038" y="1762"/>
                      <a:pt x="9116" y="8255"/>
                      <a:pt x="5893" y="10573"/>
                    </a:cubicBezTo>
                    <a:cubicBezTo>
                      <a:pt x="2670" y="12891"/>
                      <a:pt x="2099" y="12970"/>
                      <a:pt x="1131" y="13907"/>
                    </a:cubicBezTo>
                    <a:cubicBezTo>
                      <a:pt x="163" y="14844"/>
                      <a:pt x="210" y="15352"/>
                      <a:pt x="83" y="16193"/>
                    </a:cubicBezTo>
                    <a:cubicBezTo>
                      <a:pt x="-44" y="17034"/>
                      <a:pt x="4" y="18161"/>
                      <a:pt x="369" y="18955"/>
                    </a:cubicBezTo>
                    <a:cubicBezTo>
                      <a:pt x="734" y="19749"/>
                      <a:pt x="1496" y="20574"/>
                      <a:pt x="2274" y="20955"/>
                    </a:cubicBezTo>
                    <a:cubicBezTo>
                      <a:pt x="3052" y="21336"/>
                      <a:pt x="3560" y="21733"/>
                      <a:pt x="5036" y="21241"/>
                    </a:cubicBezTo>
                    <a:cubicBezTo>
                      <a:pt x="6512" y="20749"/>
                      <a:pt x="10624" y="18162"/>
                      <a:pt x="11132" y="18003"/>
                    </a:cubicBezTo>
                    <a:cubicBezTo>
                      <a:pt x="11640" y="17844"/>
                      <a:pt x="9513" y="19226"/>
                      <a:pt x="8084" y="20289"/>
                    </a:cubicBezTo>
                    <a:cubicBezTo>
                      <a:pt x="6655" y="21353"/>
                      <a:pt x="3782" y="23289"/>
                      <a:pt x="2560" y="24384"/>
                    </a:cubicBezTo>
                    <a:cubicBezTo>
                      <a:pt x="1338" y="25479"/>
                      <a:pt x="1052" y="25956"/>
                      <a:pt x="750" y="26861"/>
                    </a:cubicBezTo>
                    <a:cubicBezTo>
                      <a:pt x="448" y="27766"/>
                      <a:pt x="448" y="28957"/>
                      <a:pt x="750" y="29814"/>
                    </a:cubicBezTo>
                    <a:cubicBezTo>
                      <a:pt x="1052" y="30671"/>
                      <a:pt x="1703" y="31687"/>
                      <a:pt x="2560" y="32004"/>
                    </a:cubicBezTo>
                    <a:cubicBezTo>
                      <a:pt x="3417" y="32322"/>
                      <a:pt x="4068" y="32529"/>
                      <a:pt x="5893" y="31719"/>
                    </a:cubicBezTo>
                    <a:cubicBezTo>
                      <a:pt x="7719" y="30910"/>
                      <a:pt x="11465" y="28370"/>
                      <a:pt x="13513" y="27147"/>
                    </a:cubicBezTo>
                    <a:cubicBezTo>
                      <a:pt x="15561" y="25925"/>
                      <a:pt x="19499" y="23527"/>
                      <a:pt x="18181" y="24384"/>
                    </a:cubicBezTo>
                    <a:cubicBezTo>
                      <a:pt x="16864" y="25241"/>
                      <a:pt x="7783" y="30115"/>
                      <a:pt x="5608" y="32290"/>
                    </a:cubicBezTo>
                    <a:cubicBezTo>
                      <a:pt x="3433" y="34465"/>
                      <a:pt x="4782" y="36307"/>
                      <a:pt x="5131" y="37434"/>
                    </a:cubicBezTo>
                    <a:cubicBezTo>
                      <a:pt x="5480" y="38561"/>
                      <a:pt x="6528" y="38974"/>
                      <a:pt x="7703" y="39053"/>
                    </a:cubicBezTo>
                    <a:cubicBezTo>
                      <a:pt x="8878" y="39132"/>
                      <a:pt x="10339" y="38640"/>
                      <a:pt x="12180" y="37910"/>
                    </a:cubicBezTo>
                    <a:cubicBezTo>
                      <a:pt x="14022" y="37180"/>
                      <a:pt x="17657" y="35211"/>
                      <a:pt x="18752" y="34671"/>
                    </a:cubicBezTo>
                  </a:path>
                </a:pathLst>
              </a:custGeom>
              <a:noFill/>
              <a:ln w="19050" cap="flat" cmpd="sng">
                <a:solidFill>
                  <a:schemeClr val="accent4"/>
                </a:solidFill>
                <a:prstDash val="solid"/>
                <a:round/>
                <a:headEnd type="none" w="med" len="med"/>
                <a:tailEnd type="none" w="med" len="med"/>
              </a:ln>
            </p:spPr>
            <p:txBody>
              <a:bodyPr/>
              <a:lstStyle/>
              <a:p>
                <a:endParaRPr lang="en-CA"/>
              </a:p>
            </p:txBody>
          </p:sp>
          <p:sp>
            <p:nvSpPr>
              <p:cNvPr id="906" name="Google Shape;906;p61"/>
              <p:cNvSpPr/>
              <p:nvPr/>
            </p:nvSpPr>
            <p:spPr>
              <a:xfrm>
                <a:off x="1402550" y="3481400"/>
                <a:ext cx="202000" cy="595300"/>
              </a:xfrm>
              <a:custGeom>
                <a:avLst/>
                <a:gdLst/>
                <a:ahLst/>
                <a:cxnLst/>
                <a:rect l="l" t="t" r="r" b="b"/>
                <a:pathLst>
                  <a:path w="8080" h="23812" extrusionOk="0">
                    <a:moveTo>
                      <a:pt x="8001" y="0"/>
                    </a:moveTo>
                    <a:cubicBezTo>
                      <a:pt x="8001" y="635"/>
                      <a:pt x="8160" y="1207"/>
                      <a:pt x="8001" y="3810"/>
                    </a:cubicBezTo>
                    <a:cubicBezTo>
                      <a:pt x="7842" y="6414"/>
                      <a:pt x="7827" y="12621"/>
                      <a:pt x="7049" y="15621"/>
                    </a:cubicBezTo>
                    <a:cubicBezTo>
                      <a:pt x="6271" y="18621"/>
                      <a:pt x="4509" y="20447"/>
                      <a:pt x="3334" y="21812"/>
                    </a:cubicBezTo>
                    <a:cubicBezTo>
                      <a:pt x="2159" y="23177"/>
                      <a:pt x="556" y="23479"/>
                      <a:pt x="0" y="23812"/>
                    </a:cubicBezTo>
                  </a:path>
                </a:pathLst>
              </a:custGeom>
              <a:noFill/>
              <a:ln w="19050" cap="flat" cmpd="sng">
                <a:solidFill>
                  <a:schemeClr val="accent4"/>
                </a:solidFill>
                <a:prstDash val="solid"/>
                <a:round/>
                <a:headEnd type="none" w="med" len="med"/>
                <a:tailEnd type="none" w="med" len="med"/>
              </a:ln>
            </p:spPr>
            <p:txBody>
              <a:bodyPr/>
              <a:lstStyle/>
              <a:p>
                <a:endParaRPr lang="en-CA"/>
              </a:p>
            </p:txBody>
          </p:sp>
        </p:grpSp>
        <p:sp>
          <p:nvSpPr>
            <p:cNvPr id="907" name="Google Shape;907;p61"/>
            <p:cNvSpPr/>
            <p:nvPr/>
          </p:nvSpPr>
          <p:spPr>
            <a:xfrm>
              <a:off x="2093127" y="704844"/>
              <a:ext cx="195250" cy="452450"/>
            </a:xfrm>
            <a:custGeom>
              <a:avLst/>
              <a:gdLst/>
              <a:ahLst/>
              <a:cxnLst/>
              <a:rect l="l" t="t" r="r" b="b"/>
              <a:pathLst>
                <a:path w="7810" h="18098" extrusionOk="0">
                  <a:moveTo>
                    <a:pt x="7810" y="18098"/>
                  </a:moveTo>
                  <a:cubicBezTo>
                    <a:pt x="7540" y="17844"/>
                    <a:pt x="6810" y="17241"/>
                    <a:pt x="6191" y="16574"/>
                  </a:cubicBezTo>
                  <a:cubicBezTo>
                    <a:pt x="5572" y="15907"/>
                    <a:pt x="4841" y="15208"/>
                    <a:pt x="4095" y="14097"/>
                  </a:cubicBezTo>
                  <a:cubicBezTo>
                    <a:pt x="3349" y="12986"/>
                    <a:pt x="2286" y="11081"/>
                    <a:pt x="1714" y="9906"/>
                  </a:cubicBezTo>
                  <a:cubicBezTo>
                    <a:pt x="1143" y="8731"/>
                    <a:pt x="936" y="8240"/>
                    <a:pt x="666" y="7049"/>
                  </a:cubicBezTo>
                  <a:cubicBezTo>
                    <a:pt x="396" y="5859"/>
                    <a:pt x="190" y="3938"/>
                    <a:pt x="95" y="2763"/>
                  </a:cubicBezTo>
                  <a:cubicBezTo>
                    <a:pt x="0" y="1588"/>
                    <a:pt x="95" y="461"/>
                    <a:pt x="95" y="0"/>
                  </a:cubicBezTo>
                </a:path>
              </a:pathLst>
            </a:custGeom>
            <a:noFill/>
            <a:ln w="19050" cap="flat" cmpd="sng">
              <a:solidFill>
                <a:schemeClr val="accent4"/>
              </a:solidFill>
              <a:prstDash val="solid"/>
              <a:round/>
              <a:headEnd type="none" w="med" len="med"/>
              <a:tailEnd type="none" w="med" len="med"/>
            </a:ln>
          </p:spPr>
          <p:txBody>
            <a:bodyPr/>
            <a:lstStyle/>
            <a:p>
              <a:endParaRPr lang="en-CA"/>
            </a:p>
          </p:txBody>
        </p:sp>
        <p:sp>
          <p:nvSpPr>
            <p:cNvPr id="908" name="Google Shape;908;p61"/>
            <p:cNvSpPr/>
            <p:nvPr/>
          </p:nvSpPr>
          <p:spPr>
            <a:xfrm>
              <a:off x="1224994" y="1121575"/>
              <a:ext cx="718100" cy="655325"/>
            </a:xfrm>
            <a:custGeom>
              <a:avLst/>
              <a:gdLst/>
              <a:ahLst/>
              <a:cxnLst/>
              <a:rect l="l" t="t" r="r" b="b"/>
              <a:pathLst>
                <a:path w="28724" h="26213" extrusionOk="0">
                  <a:moveTo>
                    <a:pt x="3483" y="0"/>
                  </a:moveTo>
                  <a:cubicBezTo>
                    <a:pt x="2991" y="1381"/>
                    <a:pt x="1102" y="6287"/>
                    <a:pt x="530" y="8287"/>
                  </a:cubicBezTo>
                  <a:cubicBezTo>
                    <a:pt x="-41" y="10287"/>
                    <a:pt x="-57" y="10953"/>
                    <a:pt x="54" y="12001"/>
                  </a:cubicBezTo>
                  <a:cubicBezTo>
                    <a:pt x="165" y="13049"/>
                    <a:pt x="594" y="13938"/>
                    <a:pt x="1197" y="14573"/>
                  </a:cubicBezTo>
                  <a:cubicBezTo>
                    <a:pt x="1800" y="15208"/>
                    <a:pt x="2816" y="15621"/>
                    <a:pt x="3673" y="15811"/>
                  </a:cubicBezTo>
                  <a:cubicBezTo>
                    <a:pt x="4530" y="16002"/>
                    <a:pt x="5467" y="16161"/>
                    <a:pt x="6340" y="15716"/>
                  </a:cubicBezTo>
                  <a:cubicBezTo>
                    <a:pt x="7213" y="15272"/>
                    <a:pt x="8579" y="12985"/>
                    <a:pt x="8912" y="13144"/>
                  </a:cubicBezTo>
                  <a:cubicBezTo>
                    <a:pt x="9246" y="13303"/>
                    <a:pt x="8246" y="15590"/>
                    <a:pt x="8341" y="16669"/>
                  </a:cubicBezTo>
                  <a:cubicBezTo>
                    <a:pt x="8436" y="17749"/>
                    <a:pt x="8738" y="18859"/>
                    <a:pt x="9484" y="19621"/>
                  </a:cubicBezTo>
                  <a:cubicBezTo>
                    <a:pt x="10230" y="20383"/>
                    <a:pt x="11738" y="21130"/>
                    <a:pt x="12817" y="21241"/>
                  </a:cubicBezTo>
                  <a:cubicBezTo>
                    <a:pt x="13897" y="21352"/>
                    <a:pt x="15151" y="20876"/>
                    <a:pt x="15961" y="20288"/>
                  </a:cubicBezTo>
                  <a:cubicBezTo>
                    <a:pt x="16771" y="19701"/>
                    <a:pt x="17485" y="17446"/>
                    <a:pt x="17675" y="17716"/>
                  </a:cubicBezTo>
                  <a:cubicBezTo>
                    <a:pt x="17866" y="17986"/>
                    <a:pt x="16898" y="20701"/>
                    <a:pt x="17104" y="21907"/>
                  </a:cubicBezTo>
                  <a:cubicBezTo>
                    <a:pt x="17310" y="23114"/>
                    <a:pt x="18008" y="24241"/>
                    <a:pt x="18913" y="24955"/>
                  </a:cubicBezTo>
                  <a:cubicBezTo>
                    <a:pt x="19818" y="25670"/>
                    <a:pt x="21295" y="26337"/>
                    <a:pt x="22533" y="26194"/>
                  </a:cubicBezTo>
                  <a:cubicBezTo>
                    <a:pt x="23771" y="26051"/>
                    <a:pt x="25565" y="25130"/>
                    <a:pt x="26343" y="24098"/>
                  </a:cubicBezTo>
                  <a:cubicBezTo>
                    <a:pt x="27121" y="23066"/>
                    <a:pt x="26803" y="23177"/>
                    <a:pt x="27200" y="20002"/>
                  </a:cubicBezTo>
                  <a:cubicBezTo>
                    <a:pt x="27597" y="16827"/>
                    <a:pt x="28470" y="7540"/>
                    <a:pt x="28724" y="5048"/>
                  </a:cubicBezTo>
                </a:path>
              </a:pathLst>
            </a:custGeom>
            <a:noFill/>
            <a:ln w="19050" cap="flat" cmpd="sng">
              <a:solidFill>
                <a:schemeClr val="accent4"/>
              </a:solidFill>
              <a:prstDash val="solid"/>
              <a:round/>
              <a:headEnd type="none" w="med" len="med"/>
              <a:tailEnd type="none" w="med" len="med"/>
            </a:ln>
          </p:spPr>
          <p:txBody>
            <a:bodyPr/>
            <a:lstStyle/>
            <a:p>
              <a:endParaRPr lang="en-CA"/>
            </a:p>
          </p:txBody>
        </p:sp>
      </p:grpSp>
      <p:sp>
        <p:nvSpPr>
          <p:cNvPr id="909" name="Google Shape;909;p61"/>
          <p:cNvSpPr txBox="1">
            <a:spLocks noGrp="1"/>
          </p:cNvSpPr>
          <p:nvPr>
            <p:ph type="title"/>
          </p:nvPr>
        </p:nvSpPr>
        <p:spPr>
          <a:xfrm>
            <a:off x="2219793" y="1542100"/>
            <a:ext cx="6362700" cy="19644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Thank you!</a:t>
            </a:r>
            <a:endParaRPr/>
          </a:p>
        </p:txBody>
      </p:sp>
      <p:sp>
        <p:nvSpPr>
          <p:cNvPr id="911" name="Google Shape;911;p61"/>
          <p:cNvSpPr/>
          <p:nvPr/>
        </p:nvSpPr>
        <p:spPr>
          <a:xfrm>
            <a:off x="930925" y="2643777"/>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2" name="Google Shape;912;p61"/>
          <p:cNvGrpSpPr/>
          <p:nvPr/>
        </p:nvGrpSpPr>
        <p:grpSpPr>
          <a:xfrm rot="7909942">
            <a:off x="6154509" y="4463989"/>
            <a:ext cx="602476" cy="353013"/>
            <a:chOff x="-1131628" y="1250953"/>
            <a:chExt cx="695437" cy="407447"/>
          </a:xfrm>
        </p:grpSpPr>
        <p:sp>
          <p:nvSpPr>
            <p:cNvPr id="913" name="Google Shape;913;p6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6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6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6" name="Google Shape;916;p61"/>
          <p:cNvSpPr/>
          <p:nvPr/>
        </p:nvSpPr>
        <p:spPr>
          <a:xfrm>
            <a:off x="3056025" y="4338702"/>
            <a:ext cx="230146" cy="230178"/>
          </a:xfrm>
          <a:custGeom>
            <a:avLst/>
            <a:gdLst/>
            <a:ahLst/>
            <a:cxnLst/>
            <a:rect l="l" t="t" r="r" b="b"/>
            <a:pathLst>
              <a:path w="7239" h="7240" extrusionOk="0">
                <a:moveTo>
                  <a:pt x="2869" y="1"/>
                </a:moveTo>
                <a:cubicBezTo>
                  <a:pt x="2536" y="1"/>
                  <a:pt x="2436" y="134"/>
                  <a:pt x="2436" y="435"/>
                </a:cubicBezTo>
                <a:lnTo>
                  <a:pt x="2436" y="2469"/>
                </a:lnTo>
                <a:lnTo>
                  <a:pt x="434" y="2469"/>
                </a:lnTo>
                <a:cubicBezTo>
                  <a:pt x="134" y="2469"/>
                  <a:pt x="0" y="2603"/>
                  <a:pt x="0" y="2903"/>
                </a:cubicBezTo>
                <a:lnTo>
                  <a:pt x="0" y="4304"/>
                </a:lnTo>
                <a:cubicBezTo>
                  <a:pt x="0" y="4638"/>
                  <a:pt x="134" y="4738"/>
                  <a:pt x="434" y="4738"/>
                </a:cubicBezTo>
                <a:lnTo>
                  <a:pt x="2436" y="4738"/>
                </a:lnTo>
                <a:lnTo>
                  <a:pt x="2436" y="6806"/>
                </a:lnTo>
                <a:cubicBezTo>
                  <a:pt x="2436" y="7106"/>
                  <a:pt x="2536" y="7239"/>
                  <a:pt x="2869" y="7239"/>
                </a:cubicBezTo>
                <a:lnTo>
                  <a:pt x="4370" y="7239"/>
                </a:lnTo>
                <a:cubicBezTo>
                  <a:pt x="4704" y="7239"/>
                  <a:pt x="4804" y="7106"/>
                  <a:pt x="4804" y="6806"/>
                </a:cubicBezTo>
                <a:lnTo>
                  <a:pt x="4804" y="4738"/>
                </a:lnTo>
                <a:lnTo>
                  <a:pt x="6805" y="4738"/>
                </a:lnTo>
                <a:cubicBezTo>
                  <a:pt x="7106" y="4738"/>
                  <a:pt x="7239" y="4604"/>
                  <a:pt x="7239" y="4304"/>
                </a:cubicBezTo>
                <a:lnTo>
                  <a:pt x="7239" y="2903"/>
                </a:lnTo>
                <a:cubicBezTo>
                  <a:pt x="7239" y="2603"/>
                  <a:pt x="7106" y="2469"/>
                  <a:pt x="6805" y="2469"/>
                </a:cubicBezTo>
                <a:lnTo>
                  <a:pt x="4804" y="2469"/>
                </a:lnTo>
                <a:lnTo>
                  <a:pt x="4804" y="435"/>
                </a:lnTo>
                <a:cubicBezTo>
                  <a:pt x="4804" y="134"/>
                  <a:pt x="4670" y="1"/>
                  <a:pt x="43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61"/>
          <p:cNvGrpSpPr/>
          <p:nvPr/>
        </p:nvGrpSpPr>
        <p:grpSpPr>
          <a:xfrm rot="-7140317">
            <a:off x="5046149" y="527730"/>
            <a:ext cx="643533" cy="377037"/>
            <a:chOff x="-1131628" y="1250953"/>
            <a:chExt cx="695437" cy="407447"/>
          </a:xfrm>
        </p:grpSpPr>
        <p:sp>
          <p:nvSpPr>
            <p:cNvPr id="918" name="Google Shape;918;p61"/>
            <p:cNvSpPr/>
            <p:nvPr/>
          </p:nvSpPr>
          <p:spPr>
            <a:xfrm>
              <a:off x="-1131628" y="1250953"/>
              <a:ext cx="695437" cy="407447"/>
            </a:xfrm>
            <a:custGeom>
              <a:avLst/>
              <a:gdLst/>
              <a:ahLst/>
              <a:cxnLst/>
              <a:rect l="l" t="t" r="r" b="b"/>
              <a:pathLst>
                <a:path w="19881" h="11648" extrusionOk="0">
                  <a:moveTo>
                    <a:pt x="15592" y="0"/>
                  </a:moveTo>
                  <a:cubicBezTo>
                    <a:pt x="15168" y="0"/>
                    <a:pt x="14735" y="71"/>
                    <a:pt x="14310" y="220"/>
                  </a:cubicBezTo>
                  <a:lnTo>
                    <a:pt x="3036" y="4256"/>
                  </a:lnTo>
                  <a:cubicBezTo>
                    <a:pt x="1034" y="4956"/>
                    <a:pt x="0" y="7125"/>
                    <a:pt x="701" y="9126"/>
                  </a:cubicBezTo>
                  <a:cubicBezTo>
                    <a:pt x="1252" y="10676"/>
                    <a:pt x="2735" y="11647"/>
                    <a:pt x="4318" y="11647"/>
                  </a:cubicBezTo>
                  <a:cubicBezTo>
                    <a:pt x="4745" y="11647"/>
                    <a:pt x="5179" y="11576"/>
                    <a:pt x="5604" y="11428"/>
                  </a:cubicBezTo>
                  <a:lnTo>
                    <a:pt x="16879" y="7425"/>
                  </a:lnTo>
                  <a:cubicBezTo>
                    <a:pt x="18847" y="6691"/>
                    <a:pt x="19881" y="4523"/>
                    <a:pt x="19180" y="2521"/>
                  </a:cubicBezTo>
                  <a:cubicBezTo>
                    <a:pt x="18629" y="971"/>
                    <a:pt x="17166" y="0"/>
                    <a:pt x="155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1"/>
            <p:cNvSpPr/>
            <p:nvPr/>
          </p:nvSpPr>
          <p:spPr>
            <a:xfrm>
              <a:off x="-1131628" y="1328644"/>
              <a:ext cx="393245" cy="329756"/>
            </a:xfrm>
            <a:custGeom>
              <a:avLst/>
              <a:gdLst/>
              <a:ahLst/>
              <a:cxnLst/>
              <a:rect l="l" t="t" r="r" b="b"/>
              <a:pathLst>
                <a:path w="11242" h="9427" extrusionOk="0">
                  <a:moveTo>
                    <a:pt x="8673" y="0"/>
                  </a:moveTo>
                  <a:lnTo>
                    <a:pt x="3036" y="2035"/>
                  </a:lnTo>
                  <a:cubicBezTo>
                    <a:pt x="1034" y="2735"/>
                    <a:pt x="0" y="4904"/>
                    <a:pt x="701" y="6905"/>
                  </a:cubicBezTo>
                  <a:cubicBezTo>
                    <a:pt x="1252" y="8455"/>
                    <a:pt x="2735" y="9426"/>
                    <a:pt x="4318" y="9426"/>
                  </a:cubicBezTo>
                  <a:cubicBezTo>
                    <a:pt x="4745" y="9426"/>
                    <a:pt x="5179" y="9355"/>
                    <a:pt x="5604" y="9207"/>
                  </a:cubicBezTo>
                  <a:lnTo>
                    <a:pt x="11241" y="7205"/>
                  </a:lnTo>
                  <a:lnTo>
                    <a:pt x="86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61"/>
            <p:cNvSpPr/>
            <p:nvPr/>
          </p:nvSpPr>
          <p:spPr>
            <a:xfrm>
              <a:off x="-1033614" y="1304858"/>
              <a:ext cx="460931" cy="190956"/>
            </a:xfrm>
            <a:custGeom>
              <a:avLst/>
              <a:gdLst/>
              <a:ahLst/>
              <a:cxnLst/>
              <a:rect l="l" t="t" r="r" b="b"/>
              <a:pathLst>
                <a:path w="13177" h="5459" extrusionOk="0">
                  <a:moveTo>
                    <a:pt x="12479" y="0"/>
                  </a:moveTo>
                  <a:cubicBezTo>
                    <a:pt x="12400" y="0"/>
                    <a:pt x="12320" y="15"/>
                    <a:pt x="12242" y="46"/>
                  </a:cubicBezTo>
                  <a:lnTo>
                    <a:pt x="500" y="4216"/>
                  </a:lnTo>
                  <a:cubicBezTo>
                    <a:pt x="167" y="4349"/>
                    <a:pt x="0" y="4716"/>
                    <a:pt x="100" y="5050"/>
                  </a:cubicBezTo>
                  <a:cubicBezTo>
                    <a:pt x="205" y="5285"/>
                    <a:pt x="453" y="5459"/>
                    <a:pt x="716" y="5459"/>
                  </a:cubicBezTo>
                  <a:cubicBezTo>
                    <a:pt x="788" y="5459"/>
                    <a:pt x="862" y="5446"/>
                    <a:pt x="934" y="5417"/>
                  </a:cubicBezTo>
                  <a:lnTo>
                    <a:pt x="12676" y="1214"/>
                  </a:lnTo>
                  <a:cubicBezTo>
                    <a:pt x="13009" y="1114"/>
                    <a:pt x="13176" y="747"/>
                    <a:pt x="13076" y="413"/>
                  </a:cubicBezTo>
                  <a:cubicBezTo>
                    <a:pt x="12974" y="158"/>
                    <a:pt x="12735" y="0"/>
                    <a:pt x="12479" y="0"/>
                  </a:cubicBezTo>
                  <a:close/>
                </a:path>
              </a:pathLst>
            </a:custGeom>
            <a:solidFill>
              <a:srgbClr val="FAE9CD">
                <a:alpha val="48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09"/>
                                        </p:tgtEl>
                                        <p:attrNameLst>
                                          <p:attrName>style.visibility</p:attrName>
                                        </p:attrNameLst>
                                      </p:cBhvr>
                                      <p:to>
                                        <p:strVal val="visible"/>
                                      </p:to>
                                    </p:set>
                                    <p:animEffect transition="in" filter="fade">
                                      <p:cBhvr>
                                        <p:cTn id="7" dur="1000"/>
                                        <p:tgtEl>
                                          <p:spTgt spid="9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orld Diabetes Day by Slidesgo">
  <a:themeElements>
    <a:clrScheme name="Simple Light">
      <a:dk1>
        <a:srgbClr val="F6EFE4"/>
      </a:dk1>
      <a:lt1>
        <a:srgbClr val="103C60"/>
      </a:lt1>
      <a:dk2>
        <a:srgbClr val="8CD8E1"/>
      </a:dk2>
      <a:lt2>
        <a:srgbClr val="53A2B9"/>
      </a:lt2>
      <a:accent1>
        <a:srgbClr val="FE5145"/>
      </a:accent1>
      <a:accent2>
        <a:srgbClr val="1C5F5D"/>
      </a:accent2>
      <a:accent3>
        <a:srgbClr val="F6BC9B"/>
      </a:accent3>
      <a:accent4>
        <a:srgbClr val="F08F58"/>
      </a:accent4>
      <a:accent5>
        <a:srgbClr val="FFFFFF"/>
      </a:accent5>
      <a:accent6>
        <a:srgbClr val="FFFFFF"/>
      </a:accent6>
      <a:hlink>
        <a:srgbClr val="F6EFE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1153</Words>
  <Application>Microsoft Office PowerPoint</Application>
  <PresentationFormat>On-screen Show (16:9)</PresentationFormat>
  <Paragraphs>217</Paragraphs>
  <Slides>20</Slides>
  <Notes>20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Bungee</vt:lpstr>
      <vt:lpstr>Cairo Medium</vt:lpstr>
      <vt:lpstr>Archivo</vt:lpstr>
      <vt:lpstr>Arial</vt:lpstr>
      <vt:lpstr>Cairo</vt:lpstr>
      <vt:lpstr>Roboto Condensed Light</vt:lpstr>
      <vt:lpstr>DM Sans</vt:lpstr>
      <vt:lpstr>World Diabetes Day by Slidesgo</vt:lpstr>
      <vt:lpstr>think-cell Slide</vt:lpstr>
      <vt:lpstr>MODELING DIABETES RISK INDICATORS</vt:lpstr>
      <vt:lpstr>AGENDA </vt:lpstr>
      <vt:lpstr>Recap</vt:lpstr>
      <vt:lpstr>853</vt:lpstr>
      <vt:lpstr>POSITIVE SOCIETAL OUTCOMES</vt:lpstr>
      <vt:lpstr>reflection</vt:lpstr>
      <vt:lpstr>Revised Hypothesis</vt:lpstr>
      <vt:lpstr>Main Challenges</vt:lpstr>
      <vt:lpstr>NEW ANALYSES</vt:lpstr>
      <vt:lpstr>DATASET</vt:lpstr>
      <vt:lpstr>DATASET FEATURES</vt:lpstr>
      <vt:lpstr>Data exploration and preprocessing</vt:lpstr>
      <vt:lpstr>Feature engineering</vt:lpstr>
      <vt:lpstr>STATISTICAL METHODS Used</vt:lpstr>
      <vt:lpstr>ALTERNATIVE APPROACHES</vt:lpstr>
      <vt:lpstr>MODEL SELECTION</vt:lpstr>
      <vt:lpstr>Results of Model </vt:lpstr>
      <vt:lpstr>Hypothesis testing</vt:lpstr>
      <vt:lpstr>Model accuracy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Tina Faraji</dc:creator>
  <cp:lastModifiedBy>Tina Faraji</cp:lastModifiedBy>
  <cp:revision>72</cp:revision>
  <dcterms:modified xsi:type="dcterms:W3CDTF">2026-02-21T21:40:34Z</dcterms:modified>
</cp:coreProperties>
</file>